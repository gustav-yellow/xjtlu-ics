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5"/>
  </p:notesMasterIdLst>
  <p:sldIdLst>
    <p:sldId id="325" r:id="rId3"/>
    <p:sldId id="328" r:id="rId4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D41"/>
    <a:srgbClr val="0432FF"/>
    <a:srgbClr val="FF3300"/>
    <a:srgbClr val="F89ACB"/>
    <a:srgbClr val="323232"/>
    <a:srgbClr val="202020"/>
    <a:srgbClr val="FFFFFF"/>
    <a:srgbClr val="CC3300"/>
    <a:srgbClr val="CC00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6C154-FD56-4F2B-A096-CCD92C76A892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4E1BB-D409-4DA4-94A4-3ACE1051E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33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9506" y="3452513"/>
            <a:ext cx="9607589" cy="532762"/>
          </a:xfrm>
        </p:spPr>
        <p:txBody>
          <a:bodyPr anchor="ctr">
            <a:noAutofit/>
          </a:bodyPr>
          <a:lstStyle>
            <a:lvl1pPr marL="0" marR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j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1299506" y="2723166"/>
            <a:ext cx="9607588" cy="532762"/>
          </a:xfrm>
        </p:spPr>
        <p:txBody>
          <a:bodyPr anchor="ctr">
            <a:normAutofit/>
          </a:bodyPr>
          <a:lstStyle>
            <a:lvl1pPr marL="0" marR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en-US" altLang="zh-CN" dirty="0"/>
              <a:t>Lecture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4BFA3-36CB-416F-B1F1-C8AD634C8060}"/>
              </a:ext>
            </a:extLst>
          </p:cNvPr>
          <p:cNvSpPr txBox="1"/>
          <p:nvPr userDrawn="1"/>
        </p:nvSpPr>
        <p:spPr>
          <a:xfrm>
            <a:off x="1299506" y="4230095"/>
            <a:ext cx="9607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Jie Zhang</a:t>
            </a:r>
          </a:p>
          <a:p>
            <a:pPr algn="ctr"/>
            <a:r>
              <a:rPr lang="en-US" sz="1800" dirty="0"/>
              <a:t>Department of Communications and Networking</a:t>
            </a:r>
          </a:p>
          <a:p>
            <a:pPr algn="ctr"/>
            <a:r>
              <a:rPr lang="en-US" sz="1800" dirty="0"/>
              <a:t>Email: jie.zhang01@xjtlu.edu.cn</a:t>
            </a:r>
          </a:p>
          <a:p>
            <a:pPr algn="ctr"/>
            <a:r>
              <a:rPr lang="en-US" sz="1800" dirty="0"/>
              <a:t>Office: EE522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2CD059-8304-4D1E-B961-06E29F869B3D}"/>
              </a:ext>
            </a:extLst>
          </p:cNvPr>
          <p:cNvSpPr/>
          <p:nvPr userDrawn="1"/>
        </p:nvSpPr>
        <p:spPr>
          <a:xfrm>
            <a:off x="1299506" y="1326254"/>
            <a:ext cx="96075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CAN 304 </a:t>
            </a:r>
          </a:p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Computer Systems Security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2330451" y="3042692"/>
            <a:ext cx="7531100" cy="772623"/>
          </a:xfrm>
        </p:spPr>
        <p:txBody>
          <a:bodyPr anchor="ctr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lang="zh-CN" altLang="en-US" sz="3200" b="1" kern="1200" spc="0" baseline="0" dirty="0">
                <a:solidFill>
                  <a:srgbClr val="002060"/>
                </a:solidFill>
                <a:latin typeface="+mj-lt"/>
                <a:ea typeface="等线" panose="02010600030101010101" pitchFamily="2" charset="-122"/>
                <a:cs typeface="+mn-cs"/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-1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350428" y="910656"/>
            <a:ext cx="11498672" cy="5396418"/>
          </a:xfrm>
        </p:spPr>
        <p:txBody>
          <a:bodyPr/>
          <a:lstStyle>
            <a:lvl1pPr>
              <a:defRPr>
                <a:latin typeface="+mn-lt"/>
                <a:ea typeface="等线" panose="02010600030101010101" pitchFamily="2" charset="-122"/>
              </a:defRPr>
            </a:lvl1pPr>
            <a:lvl2pPr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等线" panose="02010600030101010101" pitchFamily="2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1"/>
          </p:nvPr>
        </p:nvSpPr>
        <p:spPr>
          <a:xfrm>
            <a:off x="350428" y="6307075"/>
            <a:ext cx="27432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>
          <a:xfrm>
            <a:off x="4038600" y="6307075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3"/>
          </p:nvPr>
        </p:nvSpPr>
        <p:spPr>
          <a:xfrm>
            <a:off x="9098372" y="6307075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3" name="文本占位符 12"/>
          <p:cNvSpPr>
            <a:spLocks noGrp="1"/>
          </p:cNvSpPr>
          <p:nvPr>
            <p:ph type="body" sz="quarter" idx="14" hasCustomPrompt="1"/>
          </p:nvPr>
        </p:nvSpPr>
        <p:spPr>
          <a:xfrm>
            <a:off x="350430" y="185802"/>
            <a:ext cx="11498671" cy="724854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dirty="0">
                <a:ln>
                  <a:noFill/>
                </a:ln>
                <a:solidFill>
                  <a:srgbClr val="14347D"/>
                </a:solidFill>
                <a:effectLst/>
                <a:uFillTx/>
                <a:latin typeface="+mj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4157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6894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36467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480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59995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28068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71262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77575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95933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98268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43805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 hasCustomPrompt="1"/>
          </p:nvPr>
        </p:nvSpPr>
        <p:spPr>
          <a:xfrm>
            <a:off x="1299506" y="3452513"/>
            <a:ext cx="9607589" cy="532762"/>
          </a:xfrm>
        </p:spPr>
        <p:txBody>
          <a:bodyPr anchor="ctr">
            <a:noAutofit/>
          </a:bodyPr>
          <a:lstStyle>
            <a:lvl1pPr marL="0" marR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dirty="0">
                <a:ln>
                  <a:noFill/>
                </a:ln>
                <a:solidFill>
                  <a:srgbClr val="002060"/>
                </a:solidFill>
                <a:effectLst/>
                <a:uFillTx/>
                <a:latin typeface="+mj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1299506" y="2723166"/>
            <a:ext cx="9607588" cy="532762"/>
          </a:xfrm>
        </p:spPr>
        <p:txBody>
          <a:bodyPr anchor="ctr">
            <a:normAutofit/>
          </a:bodyPr>
          <a:lstStyle>
            <a:lvl1pPr marL="0" marR="0" indent="0" algn="ctr" defTabSz="6858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FillTx/>
                <a:latin typeface="+mn-lt"/>
                <a:ea typeface="等线" panose="02010600030101010101" pitchFamily="2" charset="-122"/>
                <a:cs typeface="等线" panose="02010600030101010101" pitchFamily="2" charset="-122"/>
                <a:sym typeface="Microsoft YaHei" panose="020B0503020204020204" charset="-122"/>
              </a:defRPr>
            </a:lvl1pPr>
          </a:lstStyle>
          <a:p>
            <a:pPr lvl="0"/>
            <a:r>
              <a:rPr lang="en-US" altLang="zh-CN" dirty="0"/>
              <a:t>Lecture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B4BFA3-36CB-416F-B1F1-C8AD634C8060}"/>
              </a:ext>
            </a:extLst>
          </p:cNvPr>
          <p:cNvSpPr txBox="1"/>
          <p:nvPr userDrawn="1"/>
        </p:nvSpPr>
        <p:spPr>
          <a:xfrm>
            <a:off x="1299506" y="4230095"/>
            <a:ext cx="96075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Jie Zhang</a:t>
            </a:r>
          </a:p>
          <a:p>
            <a:pPr algn="ctr"/>
            <a:r>
              <a:rPr lang="en-US" sz="1800" dirty="0"/>
              <a:t>Department of Communications and Networking</a:t>
            </a:r>
          </a:p>
          <a:p>
            <a:pPr algn="ctr"/>
            <a:r>
              <a:rPr lang="en-US" sz="1800" dirty="0"/>
              <a:t>Email: jie.zhang01@xjtlu.edu.cn</a:t>
            </a:r>
          </a:p>
          <a:p>
            <a:pPr algn="ctr"/>
            <a:r>
              <a:rPr lang="en-US" sz="1800" dirty="0"/>
              <a:t>Office: EE522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2CD059-8304-4D1E-B961-06E29F869B3D}"/>
              </a:ext>
            </a:extLst>
          </p:cNvPr>
          <p:cNvSpPr/>
          <p:nvPr userDrawn="1"/>
        </p:nvSpPr>
        <p:spPr>
          <a:xfrm>
            <a:off x="1299506" y="1326254"/>
            <a:ext cx="96075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CAN 304 </a:t>
            </a:r>
          </a:p>
          <a:p>
            <a:pPr algn="ctr"/>
            <a:r>
              <a:rPr lang="en-US" sz="3600" b="1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Computer Systems Security</a:t>
            </a:r>
          </a:p>
        </p:txBody>
      </p:sp>
    </p:spTree>
    <p:extLst>
      <p:ext uri="{BB962C8B-B14F-4D97-AF65-F5344CB8AC3E}">
        <p14:creationId xmlns:p14="http://schemas.microsoft.com/office/powerpoint/2010/main" val="236367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034014"/>
          </a:xfrm>
          <a:prstGeom prst="rect">
            <a:avLst/>
          </a:prstGeom>
          <a:effectLst>
            <a:outerShdw blurRad="88900" dist="101600" dir="5400000" algn="ctr" rotWithShape="0">
              <a:srgbClr val="000000">
                <a:alpha val="2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99143"/>
            <a:ext cx="10515600" cy="4777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060"/>
          </a:solidFill>
          <a:effectLst/>
          <a:latin typeface="+mj-lt"/>
          <a:ea typeface="Heiti TC Medium" pitchFamily="2" charset="-128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00"/>
        </a:spcBef>
        <a:buSzPct val="75000"/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1pPr>
      <a:lvl2pPr marL="431959" indent="-171450" algn="l" defTabSz="685800" rtl="0" eaLnBrk="1" fontAlgn="auto" latinLnBrk="0" hangingPunct="1">
        <a:lnSpc>
          <a:spcPct val="100000"/>
        </a:lnSpc>
        <a:spcBef>
          <a:spcPts val="600"/>
        </a:spcBef>
        <a:buSzPct val="75000"/>
        <a:buFont typeface="Arial" panose="020B0604020202020204" pitchFamily="34" charset="0"/>
        <a:buChar char="•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2pPr>
      <a:lvl3pPr marL="755809" indent="-171450" algn="l" defTabSz="685800" rtl="0" eaLnBrk="1" fontAlgn="auto" latinLnBrk="0" hangingPunct="1">
        <a:lnSpc>
          <a:spcPct val="120000"/>
        </a:lnSpc>
        <a:spcBef>
          <a:spcPts val="375"/>
        </a:spcBef>
        <a:buSzPct val="75000"/>
        <a:buFont typeface="Arial" panose="020B0604020202020204" pitchFamily="34" charset="0"/>
        <a:buChar char="‒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3pPr>
      <a:lvl4pPr marL="1133951" indent="-171450" algn="l" defTabSz="685800" rtl="0" eaLnBrk="1" fontAlgn="auto" latinLnBrk="0" hangingPunct="1">
        <a:lnSpc>
          <a:spcPct val="100000"/>
        </a:lnSpc>
        <a:spcBef>
          <a:spcPts val="375"/>
        </a:spcBef>
        <a:buSzPct val="75000"/>
        <a:buFont typeface="Arial" panose="020B0604020202020204" pitchFamily="34" charset="0"/>
        <a:buChar char="˃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4pPr>
      <a:lvl5pPr marL="1457801" indent="-171450" algn="l" defTabSz="685800" rtl="0" eaLnBrk="1" fontAlgn="auto" latinLnBrk="0" hangingPunct="1">
        <a:lnSpc>
          <a:spcPct val="90000"/>
        </a:lnSpc>
        <a:spcBef>
          <a:spcPts val="375"/>
        </a:spcBef>
        <a:buSzPct val="75000"/>
        <a:buFont typeface="Arial" panose="020B0604020202020204" pitchFamily="34" charset="0"/>
        <a:buChar char="˃"/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Microsoft YaHei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51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AB58B9-812D-4A6C-8218-5A9B0315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713D8-01F5-4657-B6F5-37631BBFE8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Week </a:t>
            </a:r>
            <a:r>
              <a:rPr lang="en-US" altLang="zh-CN"/>
              <a:t>4</a:t>
            </a:r>
            <a:r>
              <a:rPr lang="en-US"/>
              <a:t>: </a:t>
            </a:r>
            <a:r>
              <a:rPr lang="en-US" dirty="0"/>
              <a:t>2026-03-26, 1</a:t>
            </a:r>
            <a:r>
              <a:rPr lang="en-US" altLang="zh-CN" dirty="0"/>
              <a:t>4</a:t>
            </a:r>
            <a:r>
              <a:rPr lang="en-US" dirty="0"/>
              <a:t>:00-1</a:t>
            </a:r>
            <a:r>
              <a:rPr lang="en-US" altLang="zh-CN" dirty="0"/>
              <a:t>5</a:t>
            </a:r>
            <a:r>
              <a:rPr lang="en-US" dirty="0"/>
              <a:t>:00, Thursday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36BA4-173C-4A4C-A875-78E6892C43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Tutorial 4. Group Discussion</a:t>
            </a:r>
          </a:p>
        </p:txBody>
      </p:sp>
    </p:spTree>
    <p:extLst>
      <p:ext uri="{BB962C8B-B14F-4D97-AF65-F5344CB8AC3E}">
        <p14:creationId xmlns:p14="http://schemas.microsoft.com/office/powerpoint/2010/main" val="3075577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0E7975-A511-10CC-CA78-3F7A608A382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5D19FF-C34D-B5D1-8233-EBB90B888D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430" y="185801"/>
            <a:ext cx="11498671" cy="884469"/>
          </a:xfrm>
          <a:noFill/>
        </p:spPr>
        <p:txBody>
          <a:bodyPr/>
          <a:lstStyle/>
          <a:p>
            <a:pPr algn="ctr"/>
            <a:r>
              <a:rPr lang="en-US" sz="3200" dirty="0">
                <a:solidFill>
                  <a:schemeClr val="accent1">
                    <a:lumMod val="50000"/>
                  </a:schemeClr>
                </a:solidFill>
              </a:rPr>
              <a:t>Group Discussion</a:t>
            </a:r>
          </a:p>
        </p:txBody>
      </p:sp>
      <p:pic>
        <p:nvPicPr>
          <p:cNvPr id="11" name="Graphic 10" descr="Group brainstorm with solid fill">
            <a:extLst>
              <a:ext uri="{FF2B5EF4-FFF2-40B4-BE49-F238E27FC236}">
                <a16:creationId xmlns:a16="http://schemas.microsoft.com/office/drawing/2014/main" id="{1B4631E8-8A7A-FF1A-B87F-BDA9B250CC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5841" y="2351099"/>
            <a:ext cx="2042092" cy="204209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B5E2F54-096F-9D0A-C054-70F73690569E}"/>
              </a:ext>
            </a:extLst>
          </p:cNvPr>
          <p:cNvSpPr/>
          <p:nvPr/>
        </p:nvSpPr>
        <p:spPr>
          <a:xfrm>
            <a:off x="7912280" y="4542818"/>
            <a:ext cx="2926967" cy="81510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CN" sz="2400" dirty="0">
                <a:solidFill>
                  <a:schemeClr val="accent5">
                    <a:lumMod val="75000"/>
                  </a:schemeClr>
                </a:solidFill>
              </a:rPr>
              <a:t>Seek feedbacks from module tearcher.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9CFD07-3A51-4185-7907-7D42C92CB95B}"/>
              </a:ext>
            </a:extLst>
          </p:cNvPr>
          <p:cNvSpPr/>
          <p:nvPr/>
        </p:nvSpPr>
        <p:spPr>
          <a:xfrm>
            <a:off x="7725103" y="1605176"/>
            <a:ext cx="3096994" cy="47119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CN" sz="2400" dirty="0">
                <a:solidFill>
                  <a:schemeClr val="accent5">
                    <a:lumMod val="75000"/>
                  </a:schemeClr>
                </a:solidFill>
              </a:rPr>
              <a:t>Evaluate each problem.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6E3A09-17A8-8CE7-D497-71BF80DA6DC9}"/>
              </a:ext>
            </a:extLst>
          </p:cNvPr>
          <p:cNvSpPr/>
          <p:nvPr/>
        </p:nvSpPr>
        <p:spPr>
          <a:xfrm>
            <a:off x="1356806" y="4542819"/>
            <a:ext cx="3246725" cy="81510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CN" sz="2400" dirty="0">
                <a:solidFill>
                  <a:schemeClr val="accent5">
                    <a:lumMod val="75000"/>
                  </a:schemeClr>
                </a:solidFill>
              </a:rPr>
              <a:t>Determine the problem of your project.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C3E845-6334-68FA-E24C-5CAEDF6E6617}"/>
              </a:ext>
            </a:extLst>
          </p:cNvPr>
          <p:cNvSpPr/>
          <p:nvPr/>
        </p:nvSpPr>
        <p:spPr>
          <a:xfrm>
            <a:off x="1356805" y="1605176"/>
            <a:ext cx="2776932" cy="81510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CN" sz="2400" dirty="0">
                <a:solidFill>
                  <a:schemeClr val="accent5">
                    <a:lumMod val="75000"/>
                  </a:schemeClr>
                </a:solidFill>
              </a:rPr>
              <a:t>Propose at least three problem.</a:t>
            </a: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F441DEB9-37A4-931B-24C2-A2A05A2CF2FB}"/>
              </a:ext>
            </a:extLst>
          </p:cNvPr>
          <p:cNvCxnSpPr>
            <a:stCxn id="11" idx="1"/>
            <a:endCxn id="17" idx="2"/>
          </p:cNvCxnSpPr>
          <p:nvPr/>
        </p:nvCxnSpPr>
        <p:spPr>
          <a:xfrm rot="10800000">
            <a:off x="2745271" y="2420281"/>
            <a:ext cx="2470570" cy="9518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F024474B-44FB-C686-0775-21C37C5FB51E}"/>
              </a:ext>
            </a:extLst>
          </p:cNvPr>
          <p:cNvCxnSpPr>
            <a:stCxn id="11" idx="3"/>
            <a:endCxn id="15" idx="2"/>
          </p:cNvCxnSpPr>
          <p:nvPr/>
        </p:nvCxnSpPr>
        <p:spPr>
          <a:xfrm flipV="1">
            <a:off x="7257933" y="2076366"/>
            <a:ext cx="2015667" cy="129577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5C2956A3-DA64-CACB-0C25-56BAAE7F94F2}"/>
              </a:ext>
            </a:extLst>
          </p:cNvPr>
          <p:cNvCxnSpPr>
            <a:cxnSpLocks/>
          </p:cNvCxnSpPr>
          <p:nvPr/>
        </p:nvCxnSpPr>
        <p:spPr>
          <a:xfrm rot="5400000">
            <a:off x="5026009" y="3855103"/>
            <a:ext cx="557181" cy="16333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79129B8-EC25-1978-D9C7-C41A28028474}"/>
              </a:ext>
            </a:extLst>
          </p:cNvPr>
          <p:cNvCxnSpPr>
            <a:cxnSpLocks/>
            <a:endCxn id="14" idx="1"/>
          </p:cNvCxnSpPr>
          <p:nvPr/>
        </p:nvCxnSpPr>
        <p:spPr>
          <a:xfrm rot="16200000" flipH="1">
            <a:off x="6848543" y="3886634"/>
            <a:ext cx="557180" cy="15702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721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12032</TotalTime>
  <Words>40</Words>
  <Application>Microsoft Macintosh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微软雅黑 Light</vt:lpstr>
      <vt:lpstr>Arial</vt:lpstr>
      <vt:lpstr>Calibri</vt:lpstr>
      <vt:lpstr>Calibri Light</vt:lpstr>
      <vt:lpstr>1_Office 主题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Jie Zhang</cp:lastModifiedBy>
  <cp:revision>1620</cp:revision>
  <dcterms:created xsi:type="dcterms:W3CDTF">2017-08-03T09:01:00Z</dcterms:created>
  <dcterms:modified xsi:type="dcterms:W3CDTF">2026-03-18T02:20:11Z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