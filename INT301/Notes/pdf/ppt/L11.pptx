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530" y="420915"/>
            <a:ext cx="8536939" cy="1255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00000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304" y="1922440"/>
            <a:ext cx="7865745" cy="434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62950" y="6508663"/>
            <a:ext cx="2838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Microsoft YaHei UI"/>
                <a:cs typeface="Microsoft YaHei UI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Relationship Id="rId26" Type="http://schemas.openxmlformats.org/officeDocument/2006/relationships/image" Target="../media/image79.png"/><Relationship Id="rId27" Type="http://schemas.openxmlformats.org/officeDocument/2006/relationships/image" Target="../media/image80.png"/><Relationship Id="rId28" Type="http://schemas.openxmlformats.org/officeDocument/2006/relationships/image" Target="../media/image81.png"/><Relationship Id="rId29" Type="http://schemas.openxmlformats.org/officeDocument/2006/relationships/image" Target="../media/image82.png"/><Relationship Id="rId30" Type="http://schemas.openxmlformats.org/officeDocument/2006/relationships/image" Target="../media/image83.png"/><Relationship Id="rId31" Type="http://schemas.openxmlformats.org/officeDocument/2006/relationships/image" Target="../media/image84.png"/><Relationship Id="rId32" Type="http://schemas.openxmlformats.org/officeDocument/2006/relationships/image" Target="../media/image8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jpg"/><Relationship Id="rId4" Type="http://schemas.openxmlformats.org/officeDocument/2006/relationships/image" Target="../media/image112.jpg"/><Relationship Id="rId5" Type="http://schemas.openxmlformats.org/officeDocument/2006/relationships/image" Target="../media/image113.jpg"/><Relationship Id="rId6" Type="http://schemas.openxmlformats.org/officeDocument/2006/relationships/image" Target="../media/image11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Relationship Id="rId3" Type="http://schemas.openxmlformats.org/officeDocument/2006/relationships/image" Target="../media/image116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jpg"/><Relationship Id="rId3" Type="http://schemas.openxmlformats.org/officeDocument/2006/relationships/image" Target="../media/image5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125.jp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jpg"/><Relationship Id="rId9" Type="http://schemas.openxmlformats.org/officeDocument/2006/relationships/image" Target="../media/image129.jpg"/><Relationship Id="rId10" Type="http://schemas.openxmlformats.org/officeDocument/2006/relationships/image" Target="../media/image13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872" y="4955857"/>
            <a:ext cx="88906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75" b="1">
                <a:solidFill>
                  <a:srgbClr val="000044"/>
                </a:solidFill>
                <a:latin typeface="Arial"/>
                <a:cs typeface="Arial"/>
              </a:rPr>
              <a:t>INTRODUCTION</a:t>
            </a:r>
            <a:r>
              <a:rPr dirty="0" sz="2800" spc="-12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65" b="1">
                <a:solidFill>
                  <a:srgbClr val="000044"/>
                </a:solidFill>
                <a:latin typeface="Arial"/>
                <a:cs typeface="Arial"/>
              </a:rPr>
              <a:t>TO</a:t>
            </a:r>
            <a:r>
              <a:rPr dirty="0" sz="2800" spc="-12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50" b="1">
                <a:solidFill>
                  <a:srgbClr val="000044"/>
                </a:solidFill>
                <a:latin typeface="Arial"/>
                <a:cs typeface="Arial"/>
              </a:rPr>
              <a:t>PRINCIPAL</a:t>
            </a:r>
            <a:r>
              <a:rPr dirty="0" sz="2800" spc="-12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05" b="1">
                <a:solidFill>
                  <a:srgbClr val="000044"/>
                </a:solidFill>
                <a:latin typeface="Arial"/>
                <a:cs typeface="Arial"/>
              </a:rPr>
              <a:t>COMPONENT</a:t>
            </a:r>
            <a:r>
              <a:rPr dirty="0" sz="2800" spc="-13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415" b="1">
                <a:solidFill>
                  <a:srgbClr val="000044"/>
                </a:solidFill>
                <a:latin typeface="Arial"/>
                <a:cs typeface="Arial"/>
              </a:rPr>
              <a:t>ANALYSIS</a:t>
            </a:r>
            <a:r>
              <a:rPr dirty="0" sz="2800" spc="-12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00" b="1">
                <a:solidFill>
                  <a:srgbClr val="000044"/>
                </a:solidFill>
                <a:latin typeface="Arial"/>
                <a:cs typeface="Arial"/>
              </a:rPr>
              <a:t>(PCA)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5491797"/>
            <a:ext cx="286131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b="1">
                <a:latin typeface="Arial"/>
                <a:cs typeface="Arial"/>
              </a:rPr>
              <a:t>INT301</a:t>
            </a:r>
            <a:r>
              <a:rPr dirty="0" sz="1150" spc="3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Bio-computation,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Week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10,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2025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315277" y="1936013"/>
            <a:ext cx="8509635" cy="19913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60">
                <a:latin typeface="Microsoft YaHei UI"/>
                <a:cs typeface="Microsoft YaHei UI"/>
              </a:rPr>
              <a:t>If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v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nonzero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vector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and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λ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70">
                <a:latin typeface="Microsoft YaHei UI"/>
                <a:cs typeface="Microsoft YaHei UI"/>
              </a:rPr>
              <a:t>number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such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that</a:t>
            </a:r>
            <a:endParaRPr sz="2800">
              <a:latin typeface="Microsoft YaHei UI"/>
              <a:cs typeface="Microsoft YaHei UI"/>
            </a:endParaRPr>
          </a:p>
          <a:p>
            <a:pPr marL="3235325">
              <a:lnSpc>
                <a:spcPct val="100000"/>
              </a:lnSpc>
              <a:spcBef>
                <a:spcPts val="670"/>
              </a:spcBef>
            </a:pPr>
            <a:r>
              <a:rPr dirty="0" u="heavy" sz="2800" b="1">
                <a:uFill>
                  <a:solidFill>
                    <a:srgbClr val="D20000"/>
                  </a:solidFill>
                </a:uFill>
                <a:latin typeface="Microsoft YaHei UI"/>
                <a:cs typeface="Microsoft YaHei UI"/>
              </a:rPr>
              <a:t>Av</a:t>
            </a:r>
            <a:r>
              <a:rPr dirty="0" u="heavy" sz="2800" spc="-110" b="1">
                <a:uFill>
                  <a:solidFill>
                    <a:srgbClr val="D2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145" b="1">
                <a:uFill>
                  <a:solidFill>
                    <a:srgbClr val="D20000"/>
                  </a:solidFill>
                </a:uFill>
                <a:latin typeface="Microsoft YaHei UI"/>
                <a:cs typeface="Microsoft YaHei UI"/>
              </a:rPr>
              <a:t>=</a:t>
            </a:r>
            <a:r>
              <a:rPr dirty="0" u="heavy" sz="2800" spc="-105" b="1">
                <a:uFill>
                  <a:solidFill>
                    <a:srgbClr val="D2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-25" b="1">
                <a:uFill>
                  <a:solidFill>
                    <a:srgbClr val="D20000"/>
                  </a:solidFill>
                </a:uFill>
                <a:latin typeface="Microsoft YaHei UI"/>
                <a:cs typeface="Microsoft YaHei UI"/>
              </a:rPr>
              <a:t>λv</a:t>
            </a:r>
            <a:endParaRPr sz="2800">
              <a:latin typeface="Microsoft YaHei UI"/>
              <a:cs typeface="Microsoft YaHei UI"/>
            </a:endParaRPr>
          </a:p>
          <a:p>
            <a:pPr marL="346075">
              <a:lnSpc>
                <a:spcPts val="3420"/>
              </a:lnSpc>
              <a:spcBef>
                <a:spcPts val="570"/>
              </a:spcBef>
            </a:pPr>
            <a:r>
              <a:rPr dirty="0" sz="2800" spc="-110">
                <a:latin typeface="Microsoft YaHei UI"/>
                <a:cs typeface="Microsoft YaHei UI"/>
              </a:rPr>
              <a:t>then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v</a:t>
            </a:r>
            <a:r>
              <a:rPr dirty="0" sz="2800" spc="-204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125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said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to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be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an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900" spc="-254" i="1">
                <a:solidFill>
                  <a:srgbClr val="FF0000"/>
                </a:solidFill>
                <a:latin typeface="Verdana"/>
                <a:cs typeface="Verdana"/>
              </a:rPr>
              <a:t>eigenvector</a:t>
            </a:r>
            <a:r>
              <a:rPr dirty="0" sz="2900" spc="-145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320">
                <a:latin typeface="Microsoft YaHei UI"/>
                <a:cs typeface="Microsoft YaHei UI"/>
              </a:rPr>
              <a:t>A</a:t>
            </a:r>
            <a:r>
              <a:rPr dirty="0" sz="2800" spc="5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with</a:t>
            </a:r>
            <a:endParaRPr sz="2800">
              <a:latin typeface="Microsoft YaHei UI"/>
              <a:cs typeface="Microsoft YaHei UI"/>
            </a:endParaRPr>
          </a:p>
          <a:p>
            <a:pPr marL="355600">
              <a:lnSpc>
                <a:spcPts val="3420"/>
              </a:lnSpc>
            </a:pPr>
            <a:r>
              <a:rPr dirty="0" sz="2900" spc="-260" i="1">
                <a:solidFill>
                  <a:srgbClr val="FF0000"/>
                </a:solidFill>
                <a:latin typeface="Verdana"/>
                <a:cs typeface="Verdana"/>
              </a:rPr>
              <a:t>eigenvalue</a:t>
            </a:r>
            <a:r>
              <a:rPr dirty="0" sz="2900" spc="-114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λ.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8177" y="4482490"/>
            <a:ext cx="1162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400" spc="-10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Example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18561" y="5335028"/>
            <a:ext cx="288036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5185" algn="l"/>
                <a:tab pos="1275715" algn="l"/>
                <a:tab pos="2472690" algn="l"/>
              </a:tabLst>
            </a:pPr>
            <a:r>
              <a:rPr dirty="0" sz="2800" spc="-1814">
                <a:latin typeface="Microsoft YaHei UI"/>
                <a:cs typeface="Microsoft YaHei UI"/>
              </a:rPr>
              <a:t></a:t>
            </a:r>
            <a:r>
              <a:rPr dirty="0" sz="2800">
                <a:latin typeface="Microsoft YaHei UI"/>
                <a:cs typeface="Microsoft YaHei UI"/>
              </a:rPr>
              <a:t>	</a:t>
            </a:r>
            <a:r>
              <a:rPr dirty="0" sz="2800" spc="-1814">
                <a:latin typeface="Microsoft YaHei UI"/>
                <a:cs typeface="Microsoft YaHei UI"/>
              </a:rPr>
              <a:t></a:t>
            </a:r>
            <a:r>
              <a:rPr dirty="0" sz="2800">
                <a:latin typeface="Microsoft YaHei UI"/>
                <a:cs typeface="Microsoft YaHei UI"/>
              </a:rPr>
              <a:t>	</a:t>
            </a:r>
            <a:r>
              <a:rPr dirty="0" sz="2800" spc="-1764">
                <a:latin typeface="Microsoft YaHei UI"/>
                <a:cs typeface="Microsoft YaHei UI"/>
              </a:rPr>
              <a:t></a:t>
            </a:r>
            <a:r>
              <a:rPr dirty="0" sz="2800" spc="150">
                <a:latin typeface="Microsoft YaHei UI"/>
                <a:cs typeface="Microsoft YaHei UI"/>
              </a:rPr>
              <a:t> </a:t>
            </a:r>
            <a:r>
              <a:rPr dirty="0" sz="2800" spc="-1814">
                <a:latin typeface="Microsoft YaHei UI"/>
                <a:cs typeface="Microsoft YaHei UI"/>
              </a:rPr>
              <a:t></a:t>
            </a:r>
            <a:r>
              <a:rPr dirty="0" sz="2800">
                <a:latin typeface="Microsoft YaHei UI"/>
                <a:cs typeface="Microsoft YaHei UI"/>
              </a:rPr>
              <a:t>	</a:t>
            </a:r>
            <a:r>
              <a:rPr dirty="0" sz="2800" spc="-1764">
                <a:latin typeface="Microsoft YaHei UI"/>
                <a:cs typeface="Microsoft YaHei UI"/>
              </a:rPr>
              <a:t></a:t>
            </a:r>
            <a:r>
              <a:rPr dirty="0" sz="2800" spc="150">
                <a:latin typeface="Microsoft YaHei UI"/>
                <a:cs typeface="Microsoft YaHei UI"/>
              </a:rPr>
              <a:t> </a:t>
            </a:r>
            <a:r>
              <a:rPr dirty="0" sz="2800" spc="-1814">
                <a:latin typeface="Microsoft YaHei UI"/>
                <a:cs typeface="Microsoft YaHei UI"/>
              </a:rPr>
              <a:t>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31463" y="5083898"/>
            <a:ext cx="230568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62940" algn="l"/>
                <a:tab pos="1859914" algn="l"/>
              </a:tabLst>
            </a:pPr>
            <a:r>
              <a:rPr dirty="0" baseline="-25793" sz="4200" spc="-1522">
                <a:latin typeface="Microsoft YaHei UI"/>
                <a:cs typeface="Microsoft YaHei UI"/>
              </a:rPr>
              <a:t>2</a:t>
            </a:r>
            <a:r>
              <a:rPr dirty="0" sz="2800" spc="-1015">
                <a:latin typeface="Microsoft YaHei UI"/>
                <a:cs typeface="Microsoft YaHei UI"/>
              </a:rPr>
              <a:t></a:t>
            </a:r>
            <a:r>
              <a:rPr dirty="0" sz="2800">
                <a:latin typeface="Microsoft YaHei UI"/>
                <a:cs typeface="Microsoft YaHei UI"/>
              </a:rPr>
              <a:t>	</a:t>
            </a:r>
            <a:r>
              <a:rPr dirty="0" sz="2800" spc="-1425">
                <a:latin typeface="Microsoft YaHei UI"/>
                <a:cs typeface="Microsoft YaHei UI"/>
              </a:rPr>
              <a:t></a:t>
            </a:r>
            <a:r>
              <a:rPr dirty="0" baseline="-25793" sz="4200" spc="-2137">
                <a:latin typeface="Microsoft YaHei UI"/>
                <a:cs typeface="Microsoft YaHei UI"/>
              </a:rPr>
              <a:t>1</a:t>
            </a:r>
            <a:r>
              <a:rPr dirty="0" sz="2800" spc="-1425">
                <a:latin typeface="Microsoft YaHei UI"/>
                <a:cs typeface="Microsoft YaHei UI"/>
              </a:rPr>
              <a:t></a:t>
            </a:r>
            <a:r>
              <a:rPr dirty="0" sz="2800">
                <a:latin typeface="Microsoft YaHei UI"/>
                <a:cs typeface="Microsoft YaHei UI"/>
              </a:rPr>
              <a:t>	</a:t>
            </a:r>
            <a:r>
              <a:rPr dirty="0" sz="2800" spc="-1425">
                <a:latin typeface="Microsoft YaHei UI"/>
                <a:cs typeface="Microsoft YaHei UI"/>
              </a:rPr>
              <a:t></a:t>
            </a:r>
            <a:r>
              <a:rPr dirty="0" baseline="-25793" sz="4200" spc="-2137">
                <a:latin typeface="Microsoft YaHei UI"/>
                <a:cs typeface="Microsoft YaHei UI"/>
              </a:rPr>
              <a:t>1</a:t>
            </a:r>
            <a:r>
              <a:rPr dirty="0" sz="2800" spc="-1425">
                <a:latin typeface="Microsoft YaHei UI"/>
                <a:cs typeface="Microsoft YaHei UI"/>
              </a:rPr>
              <a:t>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93161" y="5083898"/>
            <a:ext cx="3898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spc="-1030">
                <a:latin typeface="Microsoft YaHei UI"/>
                <a:cs typeface="Microsoft YaHei UI"/>
              </a:rPr>
              <a:t></a:t>
            </a:r>
            <a:r>
              <a:rPr dirty="0" baseline="-25793" sz="4200" spc="-1545">
                <a:latin typeface="Microsoft YaHei UI"/>
                <a:cs typeface="Microsoft YaHei UI"/>
              </a:rPr>
              <a:t>1</a:t>
            </a:r>
            <a:endParaRPr baseline="-25793" sz="42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38639" y="4744123"/>
            <a:ext cx="228536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968" sz="4200" spc="-1455">
                <a:latin typeface="Microsoft YaHei UI"/>
                <a:cs typeface="Microsoft YaHei UI"/>
              </a:rPr>
              <a:t>1</a:t>
            </a:r>
            <a:r>
              <a:rPr dirty="0" sz="2800" spc="-969">
                <a:latin typeface="Microsoft YaHei UI"/>
                <a:cs typeface="Microsoft YaHei UI"/>
              </a:rPr>
              <a:t></a:t>
            </a:r>
            <a:r>
              <a:rPr dirty="0" sz="2800" spc="-459">
                <a:latin typeface="Microsoft YaHei UI"/>
                <a:cs typeface="Microsoft YaHei UI"/>
              </a:rPr>
              <a:t> </a:t>
            </a:r>
            <a:r>
              <a:rPr dirty="0" baseline="-36706" sz="4200" spc="-1935">
                <a:latin typeface="Microsoft YaHei UI"/>
                <a:cs typeface="Microsoft YaHei UI"/>
              </a:rPr>
              <a:t></a:t>
            </a:r>
            <a:r>
              <a:rPr dirty="0" baseline="-36706" sz="4200" spc="-592">
                <a:latin typeface="Microsoft YaHei UI"/>
                <a:cs typeface="Microsoft YaHei UI"/>
              </a:rPr>
              <a:t> </a:t>
            </a:r>
            <a:r>
              <a:rPr dirty="0" sz="2800" spc="-1400">
                <a:latin typeface="Microsoft YaHei UI"/>
                <a:cs typeface="Microsoft YaHei UI"/>
              </a:rPr>
              <a:t></a:t>
            </a:r>
            <a:r>
              <a:rPr dirty="0" baseline="3968" sz="4200" spc="-2100">
                <a:latin typeface="Microsoft YaHei UI"/>
                <a:cs typeface="Microsoft YaHei UI"/>
              </a:rPr>
              <a:t>1</a:t>
            </a:r>
            <a:r>
              <a:rPr dirty="0" sz="2800" spc="-1400">
                <a:latin typeface="Microsoft YaHei UI"/>
                <a:cs typeface="Microsoft YaHei UI"/>
              </a:rPr>
              <a:t>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baseline="-36706" sz="4200" spc="-847">
                <a:latin typeface="Microsoft YaHei UI"/>
                <a:cs typeface="Microsoft YaHei UI"/>
              </a:rPr>
              <a:t>=</a:t>
            </a:r>
            <a:r>
              <a:rPr dirty="0" baseline="-36706" sz="4200" spc="-397">
                <a:latin typeface="Microsoft YaHei UI"/>
                <a:cs typeface="Microsoft YaHei UI"/>
              </a:rPr>
              <a:t> </a:t>
            </a:r>
            <a:r>
              <a:rPr dirty="0" baseline="-36706" sz="4200" spc="-1027">
                <a:latin typeface="Microsoft YaHei UI"/>
                <a:cs typeface="Microsoft YaHei UI"/>
              </a:rPr>
              <a:t>3</a:t>
            </a:r>
            <a:r>
              <a:rPr dirty="0" baseline="-36706" sz="4200" spc="-585">
                <a:latin typeface="Microsoft YaHei UI"/>
                <a:cs typeface="Microsoft YaHei UI"/>
              </a:rPr>
              <a:t> </a:t>
            </a:r>
            <a:r>
              <a:rPr dirty="0" sz="2800" spc="-1425">
                <a:latin typeface="Microsoft YaHei UI"/>
                <a:cs typeface="Microsoft YaHei UI"/>
              </a:rPr>
              <a:t></a:t>
            </a:r>
            <a:r>
              <a:rPr dirty="0" baseline="3968" sz="4200" spc="-2137">
                <a:latin typeface="Microsoft YaHei UI"/>
                <a:cs typeface="Microsoft YaHei UI"/>
              </a:rPr>
              <a:t>1</a:t>
            </a:r>
            <a:r>
              <a:rPr dirty="0" sz="2800" spc="-1425">
                <a:latin typeface="Microsoft YaHei UI"/>
                <a:cs typeface="Microsoft YaHei UI"/>
              </a:rPr>
              <a:t>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18561" y="4718278"/>
            <a:ext cx="34480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968" sz="4200" spc="-1514">
                <a:latin typeface="Microsoft YaHei UI"/>
                <a:cs typeface="Microsoft YaHei UI"/>
              </a:rPr>
              <a:t></a:t>
            </a:r>
            <a:r>
              <a:rPr dirty="0" sz="2800" spc="-1010">
                <a:latin typeface="Microsoft YaHei UI"/>
                <a:cs typeface="Microsoft YaHei UI"/>
              </a:rPr>
              <a:t>2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198901" y="6231877"/>
            <a:ext cx="190500" cy="323850"/>
          </a:xfrm>
          <a:custGeom>
            <a:avLst/>
            <a:gdLst/>
            <a:ahLst/>
            <a:cxnLst/>
            <a:rect l="l" t="t" r="r" b="b"/>
            <a:pathLst>
              <a:path w="190500" h="323850">
                <a:moveTo>
                  <a:pt x="123748" y="0"/>
                </a:moveTo>
                <a:lnTo>
                  <a:pt x="66636" y="0"/>
                </a:lnTo>
                <a:lnTo>
                  <a:pt x="65024" y="279"/>
                </a:lnTo>
                <a:lnTo>
                  <a:pt x="63590" y="1092"/>
                </a:lnTo>
                <a:lnTo>
                  <a:pt x="62547" y="2324"/>
                </a:lnTo>
                <a:lnTo>
                  <a:pt x="61963" y="3848"/>
                </a:lnTo>
                <a:lnTo>
                  <a:pt x="0" y="318173"/>
                </a:lnTo>
                <a:lnTo>
                  <a:pt x="35" y="320014"/>
                </a:lnTo>
                <a:lnTo>
                  <a:pt x="520" y="321424"/>
                </a:lnTo>
                <a:lnTo>
                  <a:pt x="1608" y="322719"/>
                </a:lnTo>
                <a:lnTo>
                  <a:pt x="3022" y="323557"/>
                </a:lnTo>
                <a:lnTo>
                  <a:pt x="4673" y="323850"/>
                </a:lnTo>
                <a:lnTo>
                  <a:pt x="57035" y="323850"/>
                </a:lnTo>
                <a:lnTo>
                  <a:pt x="9347" y="320014"/>
                </a:lnTo>
                <a:lnTo>
                  <a:pt x="4673" y="314325"/>
                </a:lnTo>
                <a:lnTo>
                  <a:pt x="10468" y="314325"/>
                </a:lnTo>
                <a:lnTo>
                  <a:pt x="70554" y="9525"/>
                </a:lnTo>
                <a:lnTo>
                  <a:pt x="66636" y="9525"/>
                </a:lnTo>
                <a:lnTo>
                  <a:pt x="71310" y="5689"/>
                </a:lnTo>
                <a:lnTo>
                  <a:pt x="128785" y="5689"/>
                </a:lnTo>
                <a:lnTo>
                  <a:pt x="128422" y="3848"/>
                </a:lnTo>
                <a:lnTo>
                  <a:pt x="127838" y="2324"/>
                </a:lnTo>
                <a:lnTo>
                  <a:pt x="126771" y="1092"/>
                </a:lnTo>
                <a:lnTo>
                  <a:pt x="125361" y="279"/>
                </a:lnTo>
                <a:lnTo>
                  <a:pt x="123748" y="0"/>
                </a:lnTo>
                <a:close/>
              </a:path>
              <a:path w="190500" h="323850">
                <a:moveTo>
                  <a:pt x="128585" y="267462"/>
                </a:moveTo>
                <a:lnTo>
                  <a:pt x="118950" y="267462"/>
                </a:lnTo>
                <a:lnTo>
                  <a:pt x="123634" y="271462"/>
                </a:lnTo>
                <a:lnTo>
                  <a:pt x="119571" y="271462"/>
                </a:lnTo>
                <a:lnTo>
                  <a:pt x="127245" y="319849"/>
                </a:lnTo>
                <a:lnTo>
                  <a:pt x="131940" y="323850"/>
                </a:lnTo>
                <a:lnTo>
                  <a:pt x="185648" y="323850"/>
                </a:lnTo>
                <a:lnTo>
                  <a:pt x="187299" y="323557"/>
                </a:lnTo>
                <a:lnTo>
                  <a:pt x="188713" y="322719"/>
                </a:lnTo>
                <a:lnTo>
                  <a:pt x="189801" y="321424"/>
                </a:lnTo>
                <a:lnTo>
                  <a:pt x="190286" y="320014"/>
                </a:lnTo>
                <a:lnTo>
                  <a:pt x="180975" y="320014"/>
                </a:lnTo>
                <a:lnTo>
                  <a:pt x="180644" y="318338"/>
                </a:lnTo>
                <a:lnTo>
                  <a:pt x="136639" y="318338"/>
                </a:lnTo>
                <a:lnTo>
                  <a:pt x="131940" y="314325"/>
                </a:lnTo>
                <a:lnTo>
                  <a:pt x="136003" y="314325"/>
                </a:lnTo>
                <a:lnTo>
                  <a:pt x="129218" y="271462"/>
                </a:lnTo>
                <a:lnTo>
                  <a:pt x="123634" y="271462"/>
                </a:lnTo>
                <a:lnTo>
                  <a:pt x="118950" y="267462"/>
                </a:lnTo>
                <a:lnTo>
                  <a:pt x="128585" y="267462"/>
                </a:lnTo>
                <a:close/>
              </a:path>
              <a:path w="190500" h="323850">
                <a:moveTo>
                  <a:pt x="10468" y="314325"/>
                </a:moveTo>
                <a:lnTo>
                  <a:pt x="4673" y="314325"/>
                </a:lnTo>
                <a:lnTo>
                  <a:pt x="9347" y="320014"/>
                </a:lnTo>
                <a:lnTo>
                  <a:pt x="10468" y="314325"/>
                </a:lnTo>
                <a:close/>
              </a:path>
              <a:path w="190500" h="323850">
                <a:moveTo>
                  <a:pt x="52981" y="314325"/>
                </a:moveTo>
                <a:lnTo>
                  <a:pt x="10468" y="314325"/>
                </a:lnTo>
                <a:lnTo>
                  <a:pt x="9379" y="319849"/>
                </a:lnTo>
                <a:lnTo>
                  <a:pt x="9347" y="320014"/>
                </a:lnTo>
                <a:lnTo>
                  <a:pt x="61688" y="320014"/>
                </a:lnTo>
                <a:lnTo>
                  <a:pt x="61747" y="319849"/>
                </a:lnTo>
                <a:lnTo>
                  <a:pt x="61990" y="318338"/>
                </a:lnTo>
                <a:lnTo>
                  <a:pt x="52336" y="318338"/>
                </a:lnTo>
                <a:lnTo>
                  <a:pt x="52981" y="314325"/>
                </a:lnTo>
                <a:close/>
              </a:path>
              <a:path w="190500" h="323850">
                <a:moveTo>
                  <a:pt x="119075" y="5689"/>
                </a:moveTo>
                <a:lnTo>
                  <a:pt x="180942" y="319849"/>
                </a:lnTo>
                <a:lnTo>
                  <a:pt x="180975" y="320014"/>
                </a:lnTo>
                <a:lnTo>
                  <a:pt x="185648" y="314325"/>
                </a:lnTo>
                <a:lnTo>
                  <a:pt x="189564" y="314325"/>
                </a:lnTo>
                <a:lnTo>
                  <a:pt x="129540" y="9525"/>
                </a:lnTo>
                <a:lnTo>
                  <a:pt x="123748" y="9525"/>
                </a:lnTo>
                <a:lnTo>
                  <a:pt x="119075" y="5689"/>
                </a:lnTo>
                <a:close/>
              </a:path>
              <a:path w="190500" h="323850">
                <a:moveTo>
                  <a:pt x="189564" y="314325"/>
                </a:moveTo>
                <a:lnTo>
                  <a:pt x="185648" y="314325"/>
                </a:lnTo>
                <a:lnTo>
                  <a:pt x="180975" y="320014"/>
                </a:lnTo>
                <a:lnTo>
                  <a:pt x="190286" y="320014"/>
                </a:lnTo>
                <a:lnTo>
                  <a:pt x="190322" y="318173"/>
                </a:lnTo>
                <a:lnTo>
                  <a:pt x="189564" y="314325"/>
                </a:lnTo>
                <a:close/>
              </a:path>
              <a:path w="190500" h="323850">
                <a:moveTo>
                  <a:pt x="123634" y="261937"/>
                </a:moveTo>
                <a:lnTo>
                  <a:pt x="65468" y="261937"/>
                </a:lnTo>
                <a:lnTo>
                  <a:pt x="63817" y="262229"/>
                </a:lnTo>
                <a:lnTo>
                  <a:pt x="62369" y="263080"/>
                </a:lnTo>
                <a:lnTo>
                  <a:pt x="61311" y="264375"/>
                </a:lnTo>
                <a:lnTo>
                  <a:pt x="60756" y="265950"/>
                </a:lnTo>
                <a:lnTo>
                  <a:pt x="52363" y="318173"/>
                </a:lnTo>
                <a:lnTo>
                  <a:pt x="52336" y="318338"/>
                </a:lnTo>
                <a:lnTo>
                  <a:pt x="57035" y="314325"/>
                </a:lnTo>
                <a:lnTo>
                  <a:pt x="62635" y="314325"/>
                </a:lnTo>
                <a:lnTo>
                  <a:pt x="69524" y="271462"/>
                </a:lnTo>
                <a:lnTo>
                  <a:pt x="65468" y="271462"/>
                </a:lnTo>
                <a:lnTo>
                  <a:pt x="70167" y="267462"/>
                </a:lnTo>
                <a:lnTo>
                  <a:pt x="128585" y="267462"/>
                </a:lnTo>
                <a:lnTo>
                  <a:pt x="128346" y="265950"/>
                </a:lnTo>
                <a:lnTo>
                  <a:pt x="127800" y="264375"/>
                </a:lnTo>
                <a:lnTo>
                  <a:pt x="126733" y="263080"/>
                </a:lnTo>
                <a:lnTo>
                  <a:pt x="125285" y="262229"/>
                </a:lnTo>
                <a:lnTo>
                  <a:pt x="123634" y="261937"/>
                </a:lnTo>
                <a:close/>
              </a:path>
              <a:path w="190500" h="323850">
                <a:moveTo>
                  <a:pt x="62635" y="314325"/>
                </a:moveTo>
                <a:lnTo>
                  <a:pt x="57035" y="314325"/>
                </a:lnTo>
                <a:lnTo>
                  <a:pt x="52336" y="318338"/>
                </a:lnTo>
                <a:lnTo>
                  <a:pt x="61990" y="318338"/>
                </a:lnTo>
                <a:lnTo>
                  <a:pt x="62635" y="314325"/>
                </a:lnTo>
                <a:close/>
              </a:path>
              <a:path w="190500" h="323850">
                <a:moveTo>
                  <a:pt x="136003" y="314325"/>
                </a:moveTo>
                <a:lnTo>
                  <a:pt x="131940" y="314325"/>
                </a:lnTo>
                <a:lnTo>
                  <a:pt x="136639" y="318338"/>
                </a:lnTo>
                <a:lnTo>
                  <a:pt x="136003" y="314325"/>
                </a:lnTo>
                <a:close/>
              </a:path>
              <a:path w="190500" h="323850">
                <a:moveTo>
                  <a:pt x="179854" y="314325"/>
                </a:moveTo>
                <a:lnTo>
                  <a:pt x="136003" y="314325"/>
                </a:lnTo>
                <a:lnTo>
                  <a:pt x="136613" y="318173"/>
                </a:lnTo>
                <a:lnTo>
                  <a:pt x="136639" y="318338"/>
                </a:lnTo>
                <a:lnTo>
                  <a:pt x="180644" y="318338"/>
                </a:lnTo>
                <a:lnTo>
                  <a:pt x="179854" y="314325"/>
                </a:lnTo>
                <a:close/>
              </a:path>
              <a:path w="190500" h="323850">
                <a:moveTo>
                  <a:pt x="70167" y="267462"/>
                </a:moveTo>
                <a:lnTo>
                  <a:pt x="65468" y="271462"/>
                </a:lnTo>
                <a:lnTo>
                  <a:pt x="69524" y="271462"/>
                </a:lnTo>
                <a:lnTo>
                  <a:pt x="70167" y="267462"/>
                </a:lnTo>
                <a:close/>
              </a:path>
              <a:path w="190500" h="323850">
                <a:moveTo>
                  <a:pt x="118937" y="267462"/>
                </a:moveTo>
                <a:lnTo>
                  <a:pt x="70167" y="267462"/>
                </a:lnTo>
                <a:lnTo>
                  <a:pt x="69524" y="271462"/>
                </a:lnTo>
                <a:lnTo>
                  <a:pt x="119571" y="271462"/>
                </a:lnTo>
                <a:lnTo>
                  <a:pt x="118937" y="267462"/>
                </a:lnTo>
                <a:close/>
              </a:path>
              <a:path w="190500" h="323850">
                <a:moveTo>
                  <a:pt x="94513" y="81153"/>
                </a:moveTo>
                <a:lnTo>
                  <a:pt x="71729" y="197726"/>
                </a:lnTo>
                <a:lnTo>
                  <a:pt x="71754" y="199364"/>
                </a:lnTo>
                <a:lnTo>
                  <a:pt x="72326" y="200901"/>
                </a:lnTo>
                <a:lnTo>
                  <a:pt x="73393" y="202145"/>
                </a:lnTo>
                <a:lnTo>
                  <a:pt x="74815" y="202958"/>
                </a:lnTo>
                <a:lnTo>
                  <a:pt x="76428" y="203238"/>
                </a:lnTo>
                <a:lnTo>
                  <a:pt x="112725" y="203238"/>
                </a:lnTo>
                <a:lnTo>
                  <a:pt x="114350" y="202958"/>
                </a:lnTo>
                <a:lnTo>
                  <a:pt x="115773" y="202145"/>
                </a:lnTo>
                <a:lnTo>
                  <a:pt x="116829" y="200901"/>
                </a:lnTo>
                <a:lnTo>
                  <a:pt x="117406" y="199364"/>
                </a:lnTo>
                <a:lnTo>
                  <a:pt x="81248" y="199364"/>
                </a:lnTo>
                <a:lnTo>
                  <a:pt x="76428" y="193713"/>
                </a:lnTo>
                <a:lnTo>
                  <a:pt x="82027" y="193713"/>
                </a:lnTo>
                <a:lnTo>
                  <a:pt x="94535" y="115856"/>
                </a:lnTo>
                <a:lnTo>
                  <a:pt x="89814" y="86677"/>
                </a:lnTo>
                <a:lnTo>
                  <a:pt x="99459" y="86677"/>
                </a:lnTo>
                <a:lnTo>
                  <a:pt x="99214" y="85166"/>
                </a:lnTo>
                <a:lnTo>
                  <a:pt x="98666" y="83578"/>
                </a:lnTo>
                <a:lnTo>
                  <a:pt x="97609" y="82296"/>
                </a:lnTo>
                <a:lnTo>
                  <a:pt x="96164" y="81445"/>
                </a:lnTo>
                <a:lnTo>
                  <a:pt x="94513" y="81153"/>
                </a:lnTo>
                <a:close/>
              </a:path>
              <a:path w="190500" h="323850">
                <a:moveTo>
                  <a:pt x="82027" y="193713"/>
                </a:moveTo>
                <a:lnTo>
                  <a:pt x="76428" y="193713"/>
                </a:lnTo>
                <a:lnTo>
                  <a:pt x="81248" y="199364"/>
                </a:lnTo>
                <a:lnTo>
                  <a:pt x="81119" y="199364"/>
                </a:lnTo>
                <a:lnTo>
                  <a:pt x="82027" y="193713"/>
                </a:lnTo>
                <a:close/>
              </a:path>
              <a:path w="190500" h="323850">
                <a:moveTo>
                  <a:pt x="107132" y="193713"/>
                </a:moveTo>
                <a:lnTo>
                  <a:pt x="82027" y="193713"/>
                </a:lnTo>
                <a:lnTo>
                  <a:pt x="81119" y="199364"/>
                </a:lnTo>
                <a:lnTo>
                  <a:pt x="108046" y="199364"/>
                </a:lnTo>
                <a:lnTo>
                  <a:pt x="107132" y="193713"/>
                </a:lnTo>
                <a:close/>
              </a:path>
              <a:path w="190500" h="323850">
                <a:moveTo>
                  <a:pt x="99459" y="86677"/>
                </a:moveTo>
                <a:lnTo>
                  <a:pt x="99223" y="86677"/>
                </a:lnTo>
                <a:lnTo>
                  <a:pt x="94535" y="115856"/>
                </a:lnTo>
                <a:lnTo>
                  <a:pt x="108046" y="199364"/>
                </a:lnTo>
                <a:lnTo>
                  <a:pt x="107918" y="199364"/>
                </a:lnTo>
                <a:lnTo>
                  <a:pt x="112725" y="193713"/>
                </a:lnTo>
                <a:lnTo>
                  <a:pt x="116789" y="193713"/>
                </a:lnTo>
                <a:lnTo>
                  <a:pt x="99459" y="86677"/>
                </a:lnTo>
                <a:close/>
              </a:path>
              <a:path w="190500" h="323850">
                <a:moveTo>
                  <a:pt x="116789" y="193713"/>
                </a:moveTo>
                <a:lnTo>
                  <a:pt x="112725" y="193713"/>
                </a:lnTo>
                <a:lnTo>
                  <a:pt x="107918" y="199364"/>
                </a:lnTo>
                <a:lnTo>
                  <a:pt x="117411" y="199364"/>
                </a:lnTo>
                <a:lnTo>
                  <a:pt x="117436" y="197726"/>
                </a:lnTo>
                <a:lnTo>
                  <a:pt x="116789" y="193713"/>
                </a:lnTo>
                <a:close/>
              </a:path>
              <a:path w="190500" h="323850">
                <a:moveTo>
                  <a:pt x="99223" y="86677"/>
                </a:moveTo>
                <a:lnTo>
                  <a:pt x="89814" y="86677"/>
                </a:lnTo>
                <a:lnTo>
                  <a:pt x="94535" y="115856"/>
                </a:lnTo>
                <a:lnTo>
                  <a:pt x="99223" y="86677"/>
                </a:lnTo>
                <a:close/>
              </a:path>
              <a:path w="190500" h="323850">
                <a:moveTo>
                  <a:pt x="71310" y="5689"/>
                </a:moveTo>
                <a:lnTo>
                  <a:pt x="66636" y="9525"/>
                </a:lnTo>
                <a:lnTo>
                  <a:pt x="70554" y="9525"/>
                </a:lnTo>
                <a:lnTo>
                  <a:pt x="71310" y="5689"/>
                </a:lnTo>
                <a:close/>
              </a:path>
              <a:path w="190500" h="323850">
                <a:moveTo>
                  <a:pt x="119075" y="5689"/>
                </a:moveTo>
                <a:lnTo>
                  <a:pt x="71310" y="5689"/>
                </a:lnTo>
                <a:lnTo>
                  <a:pt x="70554" y="9525"/>
                </a:lnTo>
                <a:lnTo>
                  <a:pt x="119830" y="9525"/>
                </a:lnTo>
                <a:lnTo>
                  <a:pt x="119075" y="5689"/>
                </a:lnTo>
                <a:close/>
              </a:path>
              <a:path w="190500" h="323850">
                <a:moveTo>
                  <a:pt x="128785" y="5689"/>
                </a:moveTo>
                <a:lnTo>
                  <a:pt x="119075" y="5689"/>
                </a:lnTo>
                <a:lnTo>
                  <a:pt x="123748" y="9525"/>
                </a:lnTo>
                <a:lnTo>
                  <a:pt x="129540" y="9525"/>
                </a:lnTo>
                <a:lnTo>
                  <a:pt x="128785" y="5689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859337" y="4145584"/>
            <a:ext cx="762000" cy="867410"/>
            <a:chOff x="4859337" y="4145584"/>
            <a:chExt cx="762000" cy="86741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0837" y="4145584"/>
              <a:ext cx="190195" cy="32258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859337" y="4217835"/>
              <a:ext cx="542290" cy="795020"/>
            </a:xfrm>
            <a:custGeom>
              <a:avLst/>
              <a:gdLst/>
              <a:ahLst/>
              <a:cxnLst/>
              <a:rect l="l" t="t" r="r" b="b"/>
              <a:pathLst>
                <a:path w="542289" h="795020">
                  <a:moveTo>
                    <a:pt x="11302" y="710399"/>
                  </a:moveTo>
                  <a:lnTo>
                    <a:pt x="0" y="794842"/>
                  </a:lnTo>
                  <a:lnTo>
                    <a:pt x="74333" y="753224"/>
                  </a:lnTo>
                  <a:lnTo>
                    <a:pt x="69959" y="750252"/>
                  </a:lnTo>
                  <a:lnTo>
                    <a:pt x="36055" y="750252"/>
                  </a:lnTo>
                  <a:lnTo>
                    <a:pt x="28181" y="744893"/>
                  </a:lnTo>
                  <a:lnTo>
                    <a:pt x="38883" y="729139"/>
                  </a:lnTo>
                  <a:lnTo>
                    <a:pt x="11302" y="710399"/>
                  </a:lnTo>
                  <a:close/>
                </a:path>
                <a:path w="542289" h="795020">
                  <a:moveTo>
                    <a:pt x="38883" y="729139"/>
                  </a:moveTo>
                  <a:lnTo>
                    <a:pt x="28181" y="744893"/>
                  </a:lnTo>
                  <a:lnTo>
                    <a:pt x="36055" y="750252"/>
                  </a:lnTo>
                  <a:lnTo>
                    <a:pt x="46762" y="734491"/>
                  </a:lnTo>
                  <a:lnTo>
                    <a:pt x="38883" y="729139"/>
                  </a:lnTo>
                  <a:close/>
                </a:path>
                <a:path w="542289" h="795020">
                  <a:moveTo>
                    <a:pt x="46762" y="734491"/>
                  </a:moveTo>
                  <a:lnTo>
                    <a:pt x="36055" y="750252"/>
                  </a:lnTo>
                  <a:lnTo>
                    <a:pt x="69959" y="750252"/>
                  </a:lnTo>
                  <a:lnTo>
                    <a:pt x="46762" y="734491"/>
                  </a:lnTo>
                  <a:close/>
                </a:path>
                <a:path w="542289" h="795020">
                  <a:moveTo>
                    <a:pt x="534225" y="0"/>
                  </a:moveTo>
                  <a:lnTo>
                    <a:pt x="38883" y="729139"/>
                  </a:lnTo>
                  <a:lnTo>
                    <a:pt x="46762" y="734491"/>
                  </a:lnTo>
                  <a:lnTo>
                    <a:pt x="542099" y="5359"/>
                  </a:lnTo>
                  <a:lnTo>
                    <a:pt x="5342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4638789" y="6231877"/>
            <a:ext cx="161925" cy="295275"/>
          </a:xfrm>
          <a:custGeom>
            <a:avLst/>
            <a:gdLst/>
            <a:ahLst/>
            <a:cxnLst/>
            <a:rect l="l" t="t" r="r" b="b"/>
            <a:pathLst>
              <a:path w="161925" h="295275">
                <a:moveTo>
                  <a:pt x="34467" y="0"/>
                </a:moveTo>
                <a:lnTo>
                  <a:pt x="4648" y="0"/>
                </a:lnTo>
                <a:lnTo>
                  <a:pt x="2984" y="304"/>
                </a:lnTo>
                <a:lnTo>
                  <a:pt x="1524" y="1168"/>
                </a:lnTo>
                <a:lnTo>
                  <a:pt x="469" y="2489"/>
                </a:lnTo>
                <a:lnTo>
                  <a:pt x="37" y="3797"/>
                </a:lnTo>
                <a:lnTo>
                  <a:pt x="0" y="5791"/>
                </a:lnTo>
                <a:lnTo>
                  <a:pt x="62928" y="291541"/>
                </a:lnTo>
                <a:lnTo>
                  <a:pt x="63538" y="293027"/>
                </a:lnTo>
                <a:lnTo>
                  <a:pt x="64604" y="294220"/>
                </a:lnTo>
                <a:lnTo>
                  <a:pt x="66001" y="295008"/>
                </a:lnTo>
                <a:lnTo>
                  <a:pt x="67589" y="295275"/>
                </a:lnTo>
                <a:lnTo>
                  <a:pt x="96545" y="295275"/>
                </a:lnTo>
                <a:lnTo>
                  <a:pt x="101625" y="289521"/>
                </a:lnTo>
                <a:lnTo>
                  <a:pt x="72285" y="289521"/>
                </a:lnTo>
                <a:lnTo>
                  <a:pt x="67589" y="285750"/>
                </a:lnTo>
                <a:lnTo>
                  <a:pt x="71415" y="285750"/>
                </a:lnTo>
                <a:lnTo>
                  <a:pt x="10572" y="9525"/>
                </a:lnTo>
                <a:lnTo>
                  <a:pt x="4648" y="9525"/>
                </a:lnTo>
                <a:lnTo>
                  <a:pt x="9245" y="3797"/>
                </a:lnTo>
                <a:lnTo>
                  <a:pt x="39128" y="3797"/>
                </a:lnTo>
                <a:lnTo>
                  <a:pt x="38612" y="2489"/>
                </a:lnTo>
                <a:lnTo>
                  <a:pt x="38536" y="2298"/>
                </a:lnTo>
                <a:lnTo>
                  <a:pt x="37565" y="1168"/>
                </a:lnTo>
                <a:lnTo>
                  <a:pt x="36113" y="304"/>
                </a:lnTo>
                <a:lnTo>
                  <a:pt x="34467" y="0"/>
                </a:lnTo>
                <a:close/>
              </a:path>
              <a:path w="161925" h="295275">
                <a:moveTo>
                  <a:pt x="71415" y="285750"/>
                </a:moveTo>
                <a:lnTo>
                  <a:pt x="67589" y="285750"/>
                </a:lnTo>
                <a:lnTo>
                  <a:pt x="72285" y="289521"/>
                </a:lnTo>
                <a:lnTo>
                  <a:pt x="71415" y="285750"/>
                </a:lnTo>
                <a:close/>
              </a:path>
              <a:path w="161925" h="295275">
                <a:moveTo>
                  <a:pt x="92683" y="285750"/>
                </a:moveTo>
                <a:lnTo>
                  <a:pt x="71415" y="285750"/>
                </a:lnTo>
                <a:lnTo>
                  <a:pt x="72245" y="289521"/>
                </a:lnTo>
                <a:lnTo>
                  <a:pt x="91884" y="289521"/>
                </a:lnTo>
                <a:lnTo>
                  <a:pt x="92683" y="285750"/>
                </a:lnTo>
                <a:close/>
              </a:path>
              <a:path w="161925" h="295275">
                <a:moveTo>
                  <a:pt x="152407" y="3797"/>
                </a:moveTo>
                <a:lnTo>
                  <a:pt x="152317" y="4102"/>
                </a:lnTo>
                <a:lnTo>
                  <a:pt x="91884" y="289521"/>
                </a:lnTo>
                <a:lnTo>
                  <a:pt x="96545" y="285750"/>
                </a:lnTo>
                <a:lnTo>
                  <a:pt x="102424" y="285750"/>
                </a:lnTo>
                <a:lnTo>
                  <a:pt x="160910" y="9525"/>
                </a:lnTo>
                <a:lnTo>
                  <a:pt x="157048" y="9525"/>
                </a:lnTo>
                <a:lnTo>
                  <a:pt x="152407" y="3797"/>
                </a:lnTo>
                <a:close/>
              </a:path>
              <a:path w="161925" h="295275">
                <a:moveTo>
                  <a:pt x="102424" y="285750"/>
                </a:moveTo>
                <a:lnTo>
                  <a:pt x="96545" y="285750"/>
                </a:lnTo>
                <a:lnTo>
                  <a:pt x="91884" y="289521"/>
                </a:lnTo>
                <a:lnTo>
                  <a:pt x="101625" y="289521"/>
                </a:lnTo>
                <a:lnTo>
                  <a:pt x="102424" y="285750"/>
                </a:lnTo>
                <a:close/>
              </a:path>
              <a:path w="161925" h="295275">
                <a:moveTo>
                  <a:pt x="39544" y="5791"/>
                </a:moveTo>
                <a:lnTo>
                  <a:pt x="29869" y="5791"/>
                </a:lnTo>
                <a:lnTo>
                  <a:pt x="34467" y="9525"/>
                </a:lnTo>
                <a:lnTo>
                  <a:pt x="30596" y="9525"/>
                </a:lnTo>
                <a:lnTo>
                  <a:pt x="65519" y="176809"/>
                </a:lnTo>
                <a:lnTo>
                  <a:pt x="71056" y="204965"/>
                </a:lnTo>
                <a:lnTo>
                  <a:pt x="76175" y="234327"/>
                </a:lnTo>
                <a:lnTo>
                  <a:pt x="76741" y="235877"/>
                </a:lnTo>
                <a:lnTo>
                  <a:pt x="77796" y="237134"/>
                </a:lnTo>
                <a:lnTo>
                  <a:pt x="79280" y="237959"/>
                </a:lnTo>
                <a:lnTo>
                  <a:pt x="80835" y="238239"/>
                </a:lnTo>
                <a:lnTo>
                  <a:pt x="82461" y="237959"/>
                </a:lnTo>
                <a:lnTo>
                  <a:pt x="83896" y="237134"/>
                </a:lnTo>
                <a:lnTo>
                  <a:pt x="84962" y="235877"/>
                </a:lnTo>
                <a:lnTo>
                  <a:pt x="85534" y="234327"/>
                </a:lnTo>
                <a:lnTo>
                  <a:pt x="85834" y="232664"/>
                </a:lnTo>
                <a:lnTo>
                  <a:pt x="76157" y="232664"/>
                </a:lnTo>
                <a:lnTo>
                  <a:pt x="80657" y="207746"/>
                </a:lnTo>
                <a:lnTo>
                  <a:pt x="80956" y="206270"/>
                </a:lnTo>
                <a:lnTo>
                  <a:pt x="80429" y="203238"/>
                </a:lnTo>
                <a:lnTo>
                  <a:pt x="74853" y="174917"/>
                </a:lnTo>
                <a:lnTo>
                  <a:pt x="40324" y="9525"/>
                </a:lnTo>
                <a:lnTo>
                  <a:pt x="34467" y="9525"/>
                </a:lnTo>
                <a:lnTo>
                  <a:pt x="29869" y="5791"/>
                </a:lnTo>
                <a:lnTo>
                  <a:pt x="39544" y="5791"/>
                </a:lnTo>
                <a:close/>
              </a:path>
              <a:path w="161925" h="295275">
                <a:moveTo>
                  <a:pt x="80956" y="206270"/>
                </a:moveTo>
                <a:lnTo>
                  <a:pt x="80657" y="207746"/>
                </a:lnTo>
                <a:lnTo>
                  <a:pt x="76157" y="232664"/>
                </a:lnTo>
                <a:lnTo>
                  <a:pt x="85547" y="232664"/>
                </a:lnTo>
                <a:lnTo>
                  <a:pt x="80956" y="206270"/>
                </a:lnTo>
                <a:close/>
              </a:path>
              <a:path w="161925" h="295275">
                <a:moveTo>
                  <a:pt x="157048" y="0"/>
                </a:moveTo>
                <a:lnTo>
                  <a:pt x="127253" y="0"/>
                </a:lnTo>
                <a:lnTo>
                  <a:pt x="125608" y="304"/>
                </a:lnTo>
                <a:lnTo>
                  <a:pt x="86639" y="178181"/>
                </a:lnTo>
                <a:lnTo>
                  <a:pt x="80956" y="206270"/>
                </a:lnTo>
                <a:lnTo>
                  <a:pt x="85547" y="232664"/>
                </a:lnTo>
                <a:lnTo>
                  <a:pt x="85834" y="232664"/>
                </a:lnTo>
                <a:lnTo>
                  <a:pt x="90004" y="209537"/>
                </a:lnTo>
                <a:lnTo>
                  <a:pt x="95973" y="180086"/>
                </a:lnTo>
                <a:lnTo>
                  <a:pt x="131132" y="9525"/>
                </a:lnTo>
                <a:lnTo>
                  <a:pt x="127253" y="9525"/>
                </a:lnTo>
                <a:lnTo>
                  <a:pt x="131836" y="5791"/>
                </a:lnTo>
                <a:lnTo>
                  <a:pt x="151959" y="5791"/>
                </a:lnTo>
                <a:lnTo>
                  <a:pt x="152317" y="4102"/>
                </a:lnTo>
                <a:lnTo>
                  <a:pt x="152381" y="3797"/>
                </a:lnTo>
                <a:lnTo>
                  <a:pt x="161670" y="3797"/>
                </a:lnTo>
                <a:lnTo>
                  <a:pt x="161234" y="2489"/>
                </a:lnTo>
                <a:lnTo>
                  <a:pt x="160170" y="1168"/>
                </a:lnTo>
                <a:lnTo>
                  <a:pt x="158711" y="304"/>
                </a:lnTo>
                <a:lnTo>
                  <a:pt x="157048" y="0"/>
                </a:lnTo>
                <a:close/>
              </a:path>
              <a:path w="161925" h="295275">
                <a:moveTo>
                  <a:pt x="9310" y="3797"/>
                </a:moveTo>
                <a:lnTo>
                  <a:pt x="9000" y="4102"/>
                </a:lnTo>
                <a:lnTo>
                  <a:pt x="4648" y="9525"/>
                </a:lnTo>
                <a:lnTo>
                  <a:pt x="10572" y="9525"/>
                </a:lnTo>
                <a:lnTo>
                  <a:pt x="9377" y="4102"/>
                </a:lnTo>
                <a:lnTo>
                  <a:pt x="9310" y="3797"/>
                </a:lnTo>
                <a:close/>
              </a:path>
              <a:path w="161925" h="295275">
                <a:moveTo>
                  <a:pt x="39128" y="3797"/>
                </a:moveTo>
                <a:lnTo>
                  <a:pt x="9310" y="3797"/>
                </a:lnTo>
                <a:lnTo>
                  <a:pt x="10572" y="9525"/>
                </a:lnTo>
                <a:lnTo>
                  <a:pt x="30596" y="9525"/>
                </a:lnTo>
                <a:lnTo>
                  <a:pt x="29817" y="5791"/>
                </a:lnTo>
                <a:lnTo>
                  <a:pt x="39544" y="5791"/>
                </a:lnTo>
                <a:lnTo>
                  <a:pt x="39192" y="4102"/>
                </a:lnTo>
                <a:lnTo>
                  <a:pt x="39128" y="3797"/>
                </a:lnTo>
                <a:close/>
              </a:path>
              <a:path w="161925" h="295275">
                <a:moveTo>
                  <a:pt x="131901" y="5791"/>
                </a:moveTo>
                <a:lnTo>
                  <a:pt x="127253" y="9525"/>
                </a:lnTo>
                <a:lnTo>
                  <a:pt x="131132" y="9525"/>
                </a:lnTo>
                <a:lnTo>
                  <a:pt x="131901" y="5791"/>
                </a:lnTo>
                <a:close/>
              </a:path>
              <a:path w="161925" h="295275">
                <a:moveTo>
                  <a:pt x="151959" y="5791"/>
                </a:moveTo>
                <a:lnTo>
                  <a:pt x="131901" y="5791"/>
                </a:lnTo>
                <a:lnTo>
                  <a:pt x="131132" y="9525"/>
                </a:lnTo>
                <a:lnTo>
                  <a:pt x="151169" y="9525"/>
                </a:lnTo>
                <a:lnTo>
                  <a:pt x="151959" y="5791"/>
                </a:lnTo>
                <a:close/>
              </a:path>
              <a:path w="161925" h="295275">
                <a:moveTo>
                  <a:pt x="161670" y="3797"/>
                </a:moveTo>
                <a:lnTo>
                  <a:pt x="152407" y="3797"/>
                </a:lnTo>
                <a:lnTo>
                  <a:pt x="157048" y="9525"/>
                </a:lnTo>
                <a:lnTo>
                  <a:pt x="160910" y="9525"/>
                </a:lnTo>
                <a:lnTo>
                  <a:pt x="161701" y="5791"/>
                </a:lnTo>
                <a:lnTo>
                  <a:pt x="161670" y="3797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238500" y="5804839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2862" y="57149"/>
                </a:moveTo>
                <a:lnTo>
                  <a:pt x="33337" y="57149"/>
                </a:lnTo>
                <a:lnTo>
                  <a:pt x="33337" y="304799"/>
                </a:lnTo>
                <a:lnTo>
                  <a:pt x="42862" y="304799"/>
                </a:lnTo>
                <a:lnTo>
                  <a:pt x="42862" y="5714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33337" y="76199"/>
                </a:lnTo>
                <a:lnTo>
                  <a:pt x="33337" y="57149"/>
                </a:lnTo>
                <a:lnTo>
                  <a:pt x="66675" y="57149"/>
                </a:lnTo>
                <a:lnTo>
                  <a:pt x="38100" y="0"/>
                </a:lnTo>
                <a:close/>
              </a:path>
              <a:path w="76200" h="304800">
                <a:moveTo>
                  <a:pt x="66675" y="57149"/>
                </a:moveTo>
                <a:lnTo>
                  <a:pt x="42862" y="57149"/>
                </a:lnTo>
                <a:lnTo>
                  <a:pt x="42862" y="76199"/>
                </a:lnTo>
                <a:lnTo>
                  <a:pt x="76200" y="76199"/>
                </a:lnTo>
                <a:lnTo>
                  <a:pt x="66675" y="571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211637" y="5804839"/>
            <a:ext cx="384175" cy="308610"/>
          </a:xfrm>
          <a:custGeom>
            <a:avLst/>
            <a:gdLst/>
            <a:ahLst/>
            <a:cxnLst/>
            <a:rect l="l" t="t" r="r" b="b"/>
            <a:pathLst>
              <a:path w="384175" h="308610">
                <a:moveTo>
                  <a:pt x="62478" y="43881"/>
                </a:moveTo>
                <a:lnTo>
                  <a:pt x="56528" y="51319"/>
                </a:lnTo>
                <a:lnTo>
                  <a:pt x="378028" y="308521"/>
                </a:lnTo>
                <a:lnTo>
                  <a:pt x="383971" y="301078"/>
                </a:lnTo>
                <a:lnTo>
                  <a:pt x="62478" y="43881"/>
                </a:lnTo>
                <a:close/>
              </a:path>
              <a:path w="384175" h="308610">
                <a:moveTo>
                  <a:pt x="0" y="0"/>
                </a:moveTo>
                <a:lnTo>
                  <a:pt x="35699" y="77355"/>
                </a:lnTo>
                <a:lnTo>
                  <a:pt x="56528" y="51319"/>
                </a:lnTo>
                <a:lnTo>
                  <a:pt x="41655" y="39420"/>
                </a:lnTo>
                <a:lnTo>
                  <a:pt x="47599" y="31978"/>
                </a:lnTo>
                <a:lnTo>
                  <a:pt x="72001" y="31978"/>
                </a:lnTo>
                <a:lnTo>
                  <a:pt x="83299" y="17856"/>
                </a:lnTo>
                <a:lnTo>
                  <a:pt x="0" y="0"/>
                </a:lnTo>
                <a:close/>
              </a:path>
              <a:path w="384175" h="308610">
                <a:moveTo>
                  <a:pt x="47599" y="31978"/>
                </a:moveTo>
                <a:lnTo>
                  <a:pt x="41655" y="39420"/>
                </a:lnTo>
                <a:lnTo>
                  <a:pt x="56528" y="51319"/>
                </a:lnTo>
                <a:lnTo>
                  <a:pt x="62478" y="43881"/>
                </a:lnTo>
                <a:lnTo>
                  <a:pt x="47599" y="31978"/>
                </a:lnTo>
                <a:close/>
              </a:path>
              <a:path w="384175" h="308610">
                <a:moveTo>
                  <a:pt x="72001" y="31978"/>
                </a:moveTo>
                <a:lnTo>
                  <a:pt x="47599" y="31978"/>
                </a:lnTo>
                <a:lnTo>
                  <a:pt x="62478" y="43881"/>
                </a:lnTo>
                <a:lnTo>
                  <a:pt x="72001" y="319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856886" y="5804839"/>
            <a:ext cx="383540" cy="233045"/>
          </a:xfrm>
          <a:custGeom>
            <a:avLst/>
            <a:gdLst/>
            <a:ahLst/>
            <a:cxnLst/>
            <a:rect l="l" t="t" r="r" b="b"/>
            <a:pathLst>
              <a:path w="383539" h="233045">
                <a:moveTo>
                  <a:pt x="315661" y="35121"/>
                </a:moveTo>
                <a:lnTo>
                  <a:pt x="0" y="224523"/>
                </a:lnTo>
                <a:lnTo>
                  <a:pt x="4902" y="232689"/>
                </a:lnTo>
                <a:lnTo>
                  <a:pt x="320562" y="43288"/>
                </a:lnTo>
                <a:lnTo>
                  <a:pt x="315661" y="35121"/>
                </a:lnTo>
                <a:close/>
              </a:path>
              <a:path w="383539" h="233045">
                <a:moveTo>
                  <a:pt x="367339" y="25323"/>
                </a:moveTo>
                <a:lnTo>
                  <a:pt x="331990" y="25323"/>
                </a:lnTo>
                <a:lnTo>
                  <a:pt x="336892" y="33489"/>
                </a:lnTo>
                <a:lnTo>
                  <a:pt x="320562" y="43288"/>
                </a:lnTo>
                <a:lnTo>
                  <a:pt x="337718" y="71881"/>
                </a:lnTo>
                <a:lnTo>
                  <a:pt x="367339" y="25323"/>
                </a:lnTo>
                <a:close/>
              </a:path>
              <a:path w="383539" h="233045">
                <a:moveTo>
                  <a:pt x="331990" y="25323"/>
                </a:moveTo>
                <a:lnTo>
                  <a:pt x="315661" y="35121"/>
                </a:lnTo>
                <a:lnTo>
                  <a:pt x="320562" y="43288"/>
                </a:lnTo>
                <a:lnTo>
                  <a:pt x="336892" y="33489"/>
                </a:lnTo>
                <a:lnTo>
                  <a:pt x="331990" y="25323"/>
                </a:lnTo>
                <a:close/>
              </a:path>
              <a:path w="383539" h="233045">
                <a:moveTo>
                  <a:pt x="383451" y="0"/>
                </a:moveTo>
                <a:lnTo>
                  <a:pt x="298513" y="6540"/>
                </a:lnTo>
                <a:lnTo>
                  <a:pt x="315661" y="35121"/>
                </a:lnTo>
                <a:lnTo>
                  <a:pt x="331990" y="25323"/>
                </a:lnTo>
                <a:lnTo>
                  <a:pt x="367339" y="25323"/>
                </a:lnTo>
                <a:lnTo>
                  <a:pt x="3834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737" y="6231877"/>
            <a:ext cx="1685647" cy="32385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352" y="4144314"/>
            <a:ext cx="1685772" cy="32385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5314" y="1818474"/>
            <a:ext cx="473049" cy="29463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2815" y="1816331"/>
            <a:ext cx="1478146" cy="2913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39602" y="1756326"/>
            <a:ext cx="1232947" cy="35108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28218" y="3540832"/>
            <a:ext cx="2871838" cy="332606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6051603" y="3786873"/>
            <a:ext cx="15875" cy="35560"/>
          </a:xfrm>
          <a:custGeom>
            <a:avLst/>
            <a:gdLst/>
            <a:ahLst/>
            <a:cxnLst/>
            <a:rect l="l" t="t" r="r" b="b"/>
            <a:pathLst>
              <a:path w="15875" h="35560">
                <a:moveTo>
                  <a:pt x="10991" y="0"/>
                </a:moveTo>
                <a:lnTo>
                  <a:pt x="6366" y="1388"/>
                </a:lnTo>
                <a:lnTo>
                  <a:pt x="4987" y="3528"/>
                </a:lnTo>
                <a:lnTo>
                  <a:pt x="6431" y="14201"/>
                </a:lnTo>
                <a:lnTo>
                  <a:pt x="4822" y="22444"/>
                </a:lnTo>
                <a:lnTo>
                  <a:pt x="0" y="31635"/>
                </a:lnTo>
                <a:lnTo>
                  <a:pt x="648" y="33717"/>
                </a:lnTo>
                <a:lnTo>
                  <a:pt x="3662" y="35297"/>
                </a:lnTo>
                <a:lnTo>
                  <a:pt x="15570" y="12026"/>
                </a:lnTo>
                <a:lnTo>
                  <a:pt x="14302" y="3834"/>
                </a:lnTo>
                <a:lnTo>
                  <a:pt x="13568" y="1388"/>
                </a:lnTo>
                <a:lnTo>
                  <a:pt x="10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77380" y="3528033"/>
            <a:ext cx="2250268" cy="340094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5988463" y="4550191"/>
            <a:ext cx="3086735" cy="1260475"/>
            <a:chOff x="5988463" y="4550191"/>
            <a:chExt cx="3086735" cy="1260475"/>
          </a:xfrm>
        </p:grpSpPr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88463" y="4550191"/>
              <a:ext cx="3086444" cy="124235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692617" y="5796449"/>
              <a:ext cx="9525" cy="14604"/>
            </a:xfrm>
            <a:custGeom>
              <a:avLst/>
              <a:gdLst/>
              <a:ahLst/>
              <a:cxnLst/>
              <a:rect l="l" t="t" r="r" b="b"/>
              <a:pathLst>
                <a:path w="9525" h="14604">
                  <a:moveTo>
                    <a:pt x="4202" y="0"/>
                  </a:moveTo>
                  <a:lnTo>
                    <a:pt x="2669" y="1062"/>
                  </a:lnTo>
                  <a:lnTo>
                    <a:pt x="181" y="9934"/>
                  </a:lnTo>
                  <a:lnTo>
                    <a:pt x="110" y="10187"/>
                  </a:lnTo>
                  <a:lnTo>
                    <a:pt x="0" y="10681"/>
                  </a:lnTo>
                  <a:lnTo>
                    <a:pt x="1238" y="12885"/>
                  </a:lnTo>
                  <a:lnTo>
                    <a:pt x="5549" y="14094"/>
                  </a:lnTo>
                  <a:lnTo>
                    <a:pt x="7700" y="12885"/>
                  </a:lnTo>
                  <a:lnTo>
                    <a:pt x="8391" y="10681"/>
                  </a:lnTo>
                  <a:lnTo>
                    <a:pt x="8504" y="10187"/>
                  </a:lnTo>
                  <a:lnTo>
                    <a:pt x="9209" y="1996"/>
                  </a:lnTo>
                  <a:lnTo>
                    <a:pt x="7788" y="308"/>
                  </a:lnTo>
                  <a:lnTo>
                    <a:pt x="4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522220" y="4875276"/>
            <a:ext cx="4577080" cy="757555"/>
            <a:chOff x="2522220" y="4875276"/>
            <a:chExt cx="4577080" cy="7575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2220" y="4875276"/>
              <a:ext cx="4186428" cy="35051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6108" y="5282184"/>
              <a:ext cx="1662684" cy="350520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3260978" y="2867012"/>
            <a:ext cx="2100580" cy="788670"/>
            <a:chOff x="3260978" y="2867012"/>
            <a:chExt cx="2100580" cy="788670"/>
          </a:xfrm>
        </p:grpSpPr>
        <p:sp>
          <p:nvSpPr>
            <p:cNvPr id="6" name="object 6" descr=""/>
            <p:cNvSpPr/>
            <p:nvPr/>
          </p:nvSpPr>
          <p:spPr>
            <a:xfrm>
              <a:off x="3636263" y="2871215"/>
              <a:ext cx="1508760" cy="448309"/>
            </a:xfrm>
            <a:custGeom>
              <a:avLst/>
              <a:gdLst/>
              <a:ahLst/>
              <a:cxnLst/>
              <a:rect l="l" t="t" r="r" b="b"/>
              <a:pathLst>
                <a:path w="1508760" h="448310">
                  <a:moveTo>
                    <a:pt x="1508760" y="0"/>
                  </a:moveTo>
                  <a:lnTo>
                    <a:pt x="0" y="0"/>
                  </a:lnTo>
                  <a:lnTo>
                    <a:pt x="0" y="448056"/>
                  </a:lnTo>
                  <a:lnTo>
                    <a:pt x="1508760" y="448056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0C0C0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631133" y="2867012"/>
              <a:ext cx="1518920" cy="457200"/>
            </a:xfrm>
            <a:custGeom>
              <a:avLst/>
              <a:gdLst/>
              <a:ahLst/>
              <a:cxnLst/>
              <a:rect l="l" t="t" r="r" b="b"/>
              <a:pathLst>
                <a:path w="1518920" h="457200">
                  <a:moveTo>
                    <a:pt x="1518716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518716" y="457200"/>
                  </a:lnTo>
                  <a:lnTo>
                    <a:pt x="1518716" y="452437"/>
                  </a:lnTo>
                  <a:lnTo>
                    <a:pt x="9525" y="452437"/>
                  </a:lnTo>
                  <a:lnTo>
                    <a:pt x="4762" y="447675"/>
                  </a:lnTo>
                  <a:lnTo>
                    <a:pt x="9525" y="44767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1518716" y="4762"/>
                  </a:lnTo>
                  <a:lnTo>
                    <a:pt x="1518716" y="0"/>
                  </a:lnTo>
                  <a:close/>
                </a:path>
                <a:path w="1518920" h="457200">
                  <a:moveTo>
                    <a:pt x="9525" y="447675"/>
                  </a:moveTo>
                  <a:lnTo>
                    <a:pt x="4762" y="447675"/>
                  </a:lnTo>
                  <a:lnTo>
                    <a:pt x="9525" y="452437"/>
                  </a:lnTo>
                  <a:lnTo>
                    <a:pt x="9525" y="447675"/>
                  </a:lnTo>
                  <a:close/>
                </a:path>
                <a:path w="1518920" h="457200">
                  <a:moveTo>
                    <a:pt x="1509191" y="447675"/>
                  </a:moveTo>
                  <a:lnTo>
                    <a:pt x="9525" y="447675"/>
                  </a:lnTo>
                  <a:lnTo>
                    <a:pt x="9525" y="452437"/>
                  </a:lnTo>
                  <a:lnTo>
                    <a:pt x="1509191" y="452437"/>
                  </a:lnTo>
                  <a:lnTo>
                    <a:pt x="1509191" y="447675"/>
                  </a:lnTo>
                  <a:close/>
                </a:path>
                <a:path w="1518920" h="457200">
                  <a:moveTo>
                    <a:pt x="1509191" y="4762"/>
                  </a:moveTo>
                  <a:lnTo>
                    <a:pt x="1509191" y="452437"/>
                  </a:lnTo>
                  <a:lnTo>
                    <a:pt x="1513954" y="447675"/>
                  </a:lnTo>
                  <a:lnTo>
                    <a:pt x="1518716" y="447675"/>
                  </a:lnTo>
                  <a:lnTo>
                    <a:pt x="1518716" y="9525"/>
                  </a:lnTo>
                  <a:lnTo>
                    <a:pt x="1513954" y="9525"/>
                  </a:lnTo>
                  <a:lnTo>
                    <a:pt x="1509191" y="4762"/>
                  </a:lnTo>
                  <a:close/>
                </a:path>
                <a:path w="1518920" h="457200">
                  <a:moveTo>
                    <a:pt x="1518716" y="447675"/>
                  </a:moveTo>
                  <a:lnTo>
                    <a:pt x="1513954" y="447675"/>
                  </a:lnTo>
                  <a:lnTo>
                    <a:pt x="1509191" y="452437"/>
                  </a:lnTo>
                  <a:lnTo>
                    <a:pt x="1518716" y="452437"/>
                  </a:lnTo>
                  <a:lnTo>
                    <a:pt x="1518716" y="447675"/>
                  </a:lnTo>
                  <a:close/>
                </a:path>
                <a:path w="1518920" h="457200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1518920" h="457200">
                  <a:moveTo>
                    <a:pt x="1509191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1509191" y="9525"/>
                  </a:lnTo>
                  <a:lnTo>
                    <a:pt x="1509191" y="4762"/>
                  </a:lnTo>
                  <a:close/>
                </a:path>
                <a:path w="1518920" h="457200">
                  <a:moveTo>
                    <a:pt x="1518716" y="4762"/>
                  </a:moveTo>
                  <a:lnTo>
                    <a:pt x="1509191" y="4762"/>
                  </a:lnTo>
                  <a:lnTo>
                    <a:pt x="1513954" y="9525"/>
                  </a:lnTo>
                  <a:lnTo>
                    <a:pt x="1518716" y="9525"/>
                  </a:lnTo>
                  <a:lnTo>
                    <a:pt x="1518716" y="476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3047" y="2970275"/>
              <a:ext cx="1214627" cy="25603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260966" y="3212972"/>
              <a:ext cx="2100580" cy="442595"/>
            </a:xfrm>
            <a:custGeom>
              <a:avLst/>
              <a:gdLst/>
              <a:ahLst/>
              <a:cxnLst/>
              <a:rect l="l" t="t" r="r" b="b"/>
              <a:pathLst>
                <a:path w="2100579" h="442595">
                  <a:moveTo>
                    <a:pt x="806983" y="0"/>
                  </a:moveTo>
                  <a:lnTo>
                    <a:pt x="721791" y="0"/>
                  </a:lnTo>
                  <a:lnTo>
                    <a:pt x="736676" y="29794"/>
                  </a:lnTo>
                  <a:lnTo>
                    <a:pt x="0" y="397484"/>
                  </a:lnTo>
                  <a:lnTo>
                    <a:pt x="4267" y="406006"/>
                  </a:lnTo>
                  <a:lnTo>
                    <a:pt x="740918" y="38303"/>
                  </a:lnTo>
                  <a:lnTo>
                    <a:pt x="755815" y="68122"/>
                  </a:lnTo>
                  <a:lnTo>
                    <a:pt x="790994" y="21272"/>
                  </a:lnTo>
                  <a:lnTo>
                    <a:pt x="806983" y="0"/>
                  </a:lnTo>
                  <a:close/>
                </a:path>
                <a:path w="2100579" h="442595">
                  <a:moveTo>
                    <a:pt x="2100351" y="434340"/>
                  </a:moveTo>
                  <a:lnTo>
                    <a:pt x="1563687" y="62420"/>
                  </a:lnTo>
                  <a:lnTo>
                    <a:pt x="1571218" y="51562"/>
                  </a:lnTo>
                  <a:lnTo>
                    <a:pt x="1582686" y="35013"/>
                  </a:lnTo>
                  <a:lnTo>
                    <a:pt x="1498358" y="22923"/>
                  </a:lnTo>
                  <a:lnTo>
                    <a:pt x="1539290" y="97637"/>
                  </a:lnTo>
                  <a:lnTo>
                    <a:pt x="1558277" y="70243"/>
                  </a:lnTo>
                  <a:lnTo>
                    <a:pt x="2094928" y="442175"/>
                  </a:lnTo>
                  <a:lnTo>
                    <a:pt x="2100351" y="434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36235" y="3921252"/>
            <a:ext cx="830580" cy="28803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21407" y="3930396"/>
            <a:ext cx="1691640" cy="31699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24600" y="3319271"/>
            <a:ext cx="2438400" cy="4572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97852" y="2207261"/>
            <a:ext cx="6701790" cy="38995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4965" algn="l"/>
              </a:tabLst>
            </a:pPr>
            <a:r>
              <a:rPr dirty="0" sz="1450" spc="315">
                <a:solidFill>
                  <a:srgbClr val="3333CC"/>
                </a:solidFill>
                <a:latin typeface="Lucida Sans Unicode"/>
                <a:cs typeface="Lucida Sans Unicode"/>
              </a:rPr>
              <a:t>q</a:t>
            </a:r>
            <a:r>
              <a:rPr dirty="0" sz="1450">
                <a:solidFill>
                  <a:srgbClr val="3333CC"/>
                </a:solidFill>
                <a:latin typeface="Lucida Sans Unicode"/>
                <a:cs typeface="Lucida Sans Unicode"/>
              </a:rPr>
              <a:t>	</a:t>
            </a:r>
            <a:r>
              <a:rPr dirty="0" sz="2400" b="1">
                <a:solidFill>
                  <a:srgbClr val="FF3300"/>
                </a:solidFill>
                <a:latin typeface="Microsoft YaHei UI"/>
                <a:cs typeface="Microsoft YaHei UI"/>
              </a:rPr>
              <a:t>Eigenvectors</a:t>
            </a:r>
            <a:r>
              <a:rPr dirty="0" sz="2400" spc="-180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(for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square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415" i="1">
                <a:latin typeface="Times New Roman"/>
                <a:cs typeface="Times New Roman"/>
              </a:rPr>
              <a:t>m</a:t>
            </a:r>
            <a:r>
              <a:rPr dirty="0" sz="2500" spc="-415" i="1">
                <a:latin typeface="Verdana"/>
                <a:cs typeface="Verdana"/>
              </a:rPr>
              <a:t></a:t>
            </a:r>
            <a:r>
              <a:rPr dirty="0" sz="2400" spc="-415" i="1">
                <a:latin typeface="Times New Roman"/>
                <a:cs typeface="Times New Roman"/>
              </a:rPr>
              <a:t>m</a:t>
            </a:r>
            <a:r>
              <a:rPr dirty="0" sz="2400" spc="150" i="1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matrix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5" b="1">
                <a:latin typeface="Arial"/>
                <a:cs typeface="Arial"/>
              </a:rPr>
              <a:t>S</a:t>
            </a:r>
            <a:r>
              <a:rPr dirty="0" sz="2400" spc="-25">
                <a:latin typeface="Microsoft YaHei UI"/>
                <a:cs typeface="Microsoft YaHei UI"/>
              </a:rPr>
              <a:t>)</a:t>
            </a:r>
            <a:endParaRPr sz="2400">
              <a:latin typeface="Microsoft YaHei UI"/>
              <a:cs typeface="Microsoft YaHei UI"/>
            </a:endParaRPr>
          </a:p>
          <a:p>
            <a:pPr algn="r" marR="5080">
              <a:lnSpc>
                <a:spcPct val="100000"/>
              </a:lnSpc>
              <a:spcBef>
                <a:spcPts val="2325"/>
              </a:spcBef>
            </a:pPr>
            <a:r>
              <a:rPr dirty="0" sz="1800" spc="-10" i="1"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Arial"/>
              <a:cs typeface="Arial"/>
            </a:endParaRPr>
          </a:p>
          <a:p>
            <a:pPr algn="ctr" marL="438784">
              <a:lnSpc>
                <a:spcPct val="100000"/>
              </a:lnSpc>
              <a:tabLst>
                <a:tab pos="2864485" algn="l"/>
              </a:tabLst>
            </a:pPr>
            <a:r>
              <a:rPr dirty="0" sz="2000" spc="-10">
                <a:latin typeface="Trebuchet MS"/>
                <a:cs typeface="Trebuchet MS"/>
              </a:rPr>
              <a:t>eigenvector</a:t>
            </a: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baseline="1388" sz="3000" spc="-15">
                <a:latin typeface="Trebuchet MS"/>
                <a:cs typeface="Trebuchet MS"/>
              </a:rPr>
              <a:t>eigenvalue</a:t>
            </a:r>
            <a:endParaRPr baseline="1388"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450" spc="315">
                <a:solidFill>
                  <a:srgbClr val="3333CC"/>
                </a:solidFill>
                <a:latin typeface="Lucida Sans Unicode"/>
                <a:cs typeface="Lucida Sans Unicode"/>
              </a:rPr>
              <a:t>q</a:t>
            </a:r>
            <a:r>
              <a:rPr dirty="0" sz="1450">
                <a:solidFill>
                  <a:srgbClr val="3333CC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200">
                <a:solidFill>
                  <a:srgbClr val="0033CC"/>
                </a:solidFill>
                <a:latin typeface="Microsoft YaHei UI"/>
                <a:cs typeface="Microsoft YaHei UI"/>
              </a:rPr>
              <a:t>How</a:t>
            </a:r>
            <a:r>
              <a:rPr dirty="0" sz="2400" spc="20">
                <a:solidFill>
                  <a:srgbClr val="0033CC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14">
                <a:solidFill>
                  <a:srgbClr val="0033CC"/>
                </a:solidFill>
                <a:latin typeface="Microsoft YaHei UI"/>
                <a:cs typeface="Microsoft YaHei UI"/>
              </a:rPr>
              <a:t>many</a:t>
            </a:r>
            <a:r>
              <a:rPr dirty="0" sz="2400" spc="-65">
                <a:solidFill>
                  <a:srgbClr val="0033CC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00">
                <a:solidFill>
                  <a:srgbClr val="0033CC"/>
                </a:solidFill>
                <a:latin typeface="Microsoft YaHei UI"/>
                <a:cs typeface="Microsoft YaHei UI"/>
              </a:rPr>
              <a:t>eigenvalues</a:t>
            </a:r>
            <a:r>
              <a:rPr dirty="0" sz="2400" spc="-75">
                <a:solidFill>
                  <a:srgbClr val="0033CC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17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there</a:t>
            </a:r>
            <a:r>
              <a:rPr dirty="0" sz="2400" spc="-10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at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most?</a:t>
            </a:r>
            <a:endParaRPr sz="2400">
              <a:latin typeface="Microsoft YaHei UI"/>
              <a:cs typeface="Microsoft YaHei UI"/>
            </a:endParaRPr>
          </a:p>
          <a:p>
            <a:pPr marL="488950" marR="1782445" indent="17145">
              <a:lnSpc>
                <a:spcPct val="128000"/>
              </a:lnSpc>
              <a:spcBef>
                <a:spcPts val="2855"/>
              </a:spcBef>
            </a:pPr>
            <a:r>
              <a:rPr dirty="0" sz="2400">
                <a:latin typeface="Trebuchet MS"/>
                <a:cs typeface="Trebuchet MS"/>
              </a:rPr>
              <a:t>only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has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non-</a:t>
            </a:r>
            <a:r>
              <a:rPr dirty="0" sz="2400">
                <a:latin typeface="Trebuchet MS"/>
                <a:cs typeface="Trebuchet MS"/>
              </a:rPr>
              <a:t>zero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solution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if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-140"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FF3300"/>
                </a:solidFill>
                <a:latin typeface="Arial"/>
                <a:cs typeface="Arial"/>
              </a:rPr>
              <a:t>at </a:t>
            </a:r>
            <a:r>
              <a:rPr dirty="0" sz="2400" spc="-55" b="1">
                <a:solidFill>
                  <a:srgbClr val="FF3300"/>
                </a:solidFill>
                <a:latin typeface="Arial"/>
                <a:cs typeface="Arial"/>
              </a:rPr>
              <a:t>most</a:t>
            </a:r>
            <a:r>
              <a:rPr dirty="0" sz="2400" spc="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2400" spc="-280" b="1" i="1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dirty="0" sz="2400" spc="55" b="1" i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3300"/>
                </a:solidFill>
                <a:latin typeface="Arial"/>
                <a:cs typeface="Arial"/>
              </a:rPr>
              <a:t>distinct</a:t>
            </a:r>
            <a:r>
              <a:rPr dirty="0" sz="2400" spc="5" b="1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latin typeface="Microsoft YaHei UI"/>
                <a:cs typeface="Microsoft YaHei UI"/>
              </a:rPr>
              <a:t>λ</a:t>
            </a:r>
            <a:r>
              <a:rPr dirty="0" sz="2000" spc="-95">
                <a:latin typeface="Microsoft YaHei UI"/>
                <a:cs typeface="Microsoft YaHei UI"/>
              </a:rPr>
              <a:t> </a:t>
            </a:r>
            <a:r>
              <a:rPr dirty="0" sz="2400" spc="-45" b="1">
                <a:solidFill>
                  <a:srgbClr val="FF3300"/>
                </a:solidFill>
                <a:latin typeface="Arial"/>
                <a:cs typeface="Arial"/>
              </a:rPr>
              <a:t>values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243637" y="2857487"/>
            <a:ext cx="2599055" cy="995680"/>
          </a:xfrm>
          <a:custGeom>
            <a:avLst/>
            <a:gdLst/>
            <a:ahLst/>
            <a:cxnLst/>
            <a:rect l="l" t="t" r="r" b="b"/>
            <a:pathLst>
              <a:path w="2599054" h="995679">
                <a:moveTo>
                  <a:pt x="2598737" y="0"/>
                </a:moveTo>
                <a:lnTo>
                  <a:pt x="0" y="0"/>
                </a:lnTo>
                <a:lnTo>
                  <a:pt x="0" y="995362"/>
                </a:lnTo>
                <a:lnTo>
                  <a:pt x="2598737" y="995362"/>
                </a:lnTo>
                <a:lnTo>
                  <a:pt x="2598737" y="990599"/>
                </a:lnTo>
                <a:lnTo>
                  <a:pt x="9525" y="990599"/>
                </a:lnTo>
                <a:lnTo>
                  <a:pt x="4762" y="985837"/>
                </a:lnTo>
                <a:lnTo>
                  <a:pt x="9525" y="985837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2598737" y="4762"/>
                </a:lnTo>
                <a:lnTo>
                  <a:pt x="2598737" y="0"/>
                </a:lnTo>
                <a:close/>
              </a:path>
              <a:path w="2599054" h="995679">
                <a:moveTo>
                  <a:pt x="9525" y="985837"/>
                </a:moveTo>
                <a:lnTo>
                  <a:pt x="4762" y="985837"/>
                </a:lnTo>
                <a:lnTo>
                  <a:pt x="9525" y="990599"/>
                </a:lnTo>
                <a:lnTo>
                  <a:pt x="9525" y="985837"/>
                </a:lnTo>
                <a:close/>
              </a:path>
              <a:path w="2599054" h="995679">
                <a:moveTo>
                  <a:pt x="2589212" y="985837"/>
                </a:moveTo>
                <a:lnTo>
                  <a:pt x="9525" y="985837"/>
                </a:lnTo>
                <a:lnTo>
                  <a:pt x="9525" y="990599"/>
                </a:lnTo>
                <a:lnTo>
                  <a:pt x="2589212" y="990599"/>
                </a:lnTo>
                <a:lnTo>
                  <a:pt x="2589212" y="985837"/>
                </a:lnTo>
                <a:close/>
              </a:path>
              <a:path w="2599054" h="995679">
                <a:moveTo>
                  <a:pt x="2589212" y="4762"/>
                </a:moveTo>
                <a:lnTo>
                  <a:pt x="2589212" y="990599"/>
                </a:lnTo>
                <a:lnTo>
                  <a:pt x="2593975" y="985837"/>
                </a:lnTo>
                <a:lnTo>
                  <a:pt x="2598737" y="985837"/>
                </a:lnTo>
                <a:lnTo>
                  <a:pt x="2598737" y="9525"/>
                </a:lnTo>
                <a:lnTo>
                  <a:pt x="2593975" y="9525"/>
                </a:lnTo>
                <a:lnTo>
                  <a:pt x="2589212" y="4762"/>
                </a:lnTo>
                <a:close/>
              </a:path>
              <a:path w="2599054" h="995679">
                <a:moveTo>
                  <a:pt x="2598737" y="985837"/>
                </a:moveTo>
                <a:lnTo>
                  <a:pt x="2593975" y="985837"/>
                </a:lnTo>
                <a:lnTo>
                  <a:pt x="2589212" y="990599"/>
                </a:lnTo>
                <a:lnTo>
                  <a:pt x="2598737" y="990599"/>
                </a:lnTo>
                <a:lnTo>
                  <a:pt x="2598737" y="985837"/>
                </a:lnTo>
                <a:close/>
              </a:path>
              <a:path w="2599054" h="995679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2599054" h="995679">
                <a:moveTo>
                  <a:pt x="2589212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2589212" y="9525"/>
                </a:lnTo>
                <a:lnTo>
                  <a:pt x="2589212" y="4762"/>
                </a:lnTo>
                <a:close/>
              </a:path>
              <a:path w="2599054" h="995679">
                <a:moveTo>
                  <a:pt x="2598737" y="4762"/>
                </a:moveTo>
                <a:lnTo>
                  <a:pt x="2589212" y="4762"/>
                </a:lnTo>
                <a:lnTo>
                  <a:pt x="2593975" y="9525"/>
                </a:lnTo>
                <a:lnTo>
                  <a:pt x="2598737" y="9525"/>
                </a:lnTo>
                <a:lnTo>
                  <a:pt x="2598737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grpSp>
        <p:nvGrpSpPr>
          <p:cNvPr id="16" name="object 16" descr=""/>
          <p:cNvGrpSpPr/>
          <p:nvPr/>
        </p:nvGrpSpPr>
        <p:grpSpPr>
          <a:xfrm>
            <a:off x="322184" y="2624357"/>
            <a:ext cx="3234055" cy="956310"/>
            <a:chOff x="322184" y="2624357"/>
            <a:chExt cx="3234055" cy="956310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184" y="2624357"/>
              <a:ext cx="3233896" cy="64258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715" y="3398000"/>
              <a:ext cx="219916" cy="17017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7402" y="3337792"/>
              <a:ext cx="448951" cy="21408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8419" y="3409631"/>
              <a:ext cx="347051" cy="14197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74381" y="3368690"/>
              <a:ext cx="1239876" cy="211903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6588693" y="3992521"/>
            <a:ext cx="2352675" cy="1345565"/>
            <a:chOff x="6588693" y="3992521"/>
            <a:chExt cx="2352675" cy="1345565"/>
          </a:xfrm>
        </p:grpSpPr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91375" y="4158100"/>
              <a:ext cx="202630" cy="2036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88693" y="3992521"/>
              <a:ext cx="2352206" cy="131904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005993" y="5320224"/>
              <a:ext cx="9525" cy="18415"/>
            </a:xfrm>
            <a:custGeom>
              <a:avLst/>
              <a:gdLst/>
              <a:ahLst/>
              <a:cxnLst/>
              <a:rect l="l" t="t" r="r" b="b"/>
              <a:pathLst>
                <a:path w="9525" h="18414">
                  <a:moveTo>
                    <a:pt x="5100" y="0"/>
                  </a:moveTo>
                  <a:lnTo>
                    <a:pt x="1299" y="598"/>
                  </a:lnTo>
                  <a:lnTo>
                    <a:pt x="0" y="2382"/>
                  </a:lnTo>
                  <a:lnTo>
                    <a:pt x="2225" y="16501"/>
                  </a:lnTo>
                  <a:lnTo>
                    <a:pt x="4008" y="17799"/>
                  </a:lnTo>
                  <a:lnTo>
                    <a:pt x="7810" y="17200"/>
                  </a:lnTo>
                  <a:lnTo>
                    <a:pt x="9108" y="15416"/>
                  </a:lnTo>
                  <a:lnTo>
                    <a:pt x="6884" y="1297"/>
                  </a:lnTo>
                  <a:lnTo>
                    <a:pt x="5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5412483" y="5688591"/>
            <a:ext cx="1612265" cy="0"/>
          </a:xfrm>
          <a:custGeom>
            <a:avLst/>
            <a:gdLst/>
            <a:ahLst/>
            <a:cxnLst/>
            <a:rect l="l" t="t" r="r" b="b"/>
            <a:pathLst>
              <a:path w="1612265" h="0">
                <a:moveTo>
                  <a:pt x="0" y="0"/>
                </a:moveTo>
                <a:lnTo>
                  <a:pt x="1612263" y="0"/>
                </a:lnTo>
              </a:path>
            </a:pathLst>
          </a:custGeom>
          <a:ln w="14400">
            <a:solidFill>
              <a:srgbClr val="D2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35152" y="6155317"/>
            <a:ext cx="716595" cy="29782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063521" y="6152775"/>
            <a:ext cx="1030123" cy="30663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75100" y="6162045"/>
            <a:ext cx="757050" cy="390335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418" y="6191937"/>
            <a:ext cx="1388079" cy="279464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493661" y="6194057"/>
            <a:ext cx="540056" cy="306843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04234" y="6204399"/>
            <a:ext cx="1520544" cy="35928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99044" y="6295280"/>
            <a:ext cx="726383" cy="281043"/>
          </a:xfrm>
          <a:prstGeom prst="rect">
            <a:avLst/>
          </a:prstGeom>
        </p:spPr>
      </p:pic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625" y="4851272"/>
            <a:ext cx="5127859" cy="116102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24827" y="2312593"/>
            <a:ext cx="7656195" cy="4144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200" marR="493395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Microsoft Sans Serif"/>
                <a:cs typeface="Microsoft Sans Serif"/>
              </a:rPr>
              <a:t>For</a:t>
            </a:r>
            <a:r>
              <a:rPr dirty="0" sz="2600" spc="-5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symmetric</a:t>
            </a:r>
            <a:r>
              <a:rPr dirty="0" sz="2600" spc="-5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matrices,</a:t>
            </a:r>
            <a:r>
              <a:rPr dirty="0" sz="2600" spc="-5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eigenvectors</a:t>
            </a:r>
            <a:r>
              <a:rPr dirty="0" sz="2600" spc="-5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for</a:t>
            </a:r>
            <a:r>
              <a:rPr dirty="0" sz="2600" spc="-5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distinct </a:t>
            </a:r>
            <a:r>
              <a:rPr dirty="0" sz="2600">
                <a:latin typeface="Microsoft Sans Serif"/>
                <a:cs typeface="Microsoft Sans Serif"/>
              </a:rPr>
              <a:t>eigenvalues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are</a:t>
            </a:r>
            <a:r>
              <a:rPr dirty="0" sz="2600" spc="-75">
                <a:latin typeface="Microsoft Sans Serif"/>
                <a:cs typeface="Microsoft Sans Serif"/>
              </a:rPr>
              <a:t> </a:t>
            </a:r>
            <a:r>
              <a:rPr dirty="0" sz="2600" spc="-10" b="1">
                <a:solidFill>
                  <a:srgbClr val="FF3300"/>
                </a:solidFill>
                <a:latin typeface="Arial"/>
                <a:cs typeface="Arial"/>
              </a:rPr>
              <a:t>orthogonal</a:t>
            </a:r>
            <a:endParaRPr sz="2600">
              <a:latin typeface="Arial"/>
              <a:cs typeface="Arial"/>
            </a:endParaRPr>
          </a:p>
          <a:p>
            <a:pPr algn="ctr" marL="854710">
              <a:lnSpc>
                <a:spcPct val="100000"/>
              </a:lnSpc>
              <a:spcBef>
                <a:spcPts val="2785"/>
              </a:spcBef>
            </a:pPr>
            <a:r>
              <a:rPr dirty="0" baseline="13888" sz="4500" i="1">
                <a:latin typeface="Times New Roman"/>
                <a:cs typeface="Times New Roman"/>
              </a:rPr>
              <a:t>Sv</a:t>
            </a:r>
            <a:r>
              <a:rPr dirty="0" sz="1750">
                <a:latin typeface="Microsoft YaHei UI"/>
                <a:cs typeface="Microsoft YaHei UI"/>
              </a:rPr>
              <a:t>{1,2}</a:t>
            </a:r>
            <a:r>
              <a:rPr dirty="0" sz="1750" spc="150">
                <a:latin typeface="Microsoft YaHei UI"/>
                <a:cs typeface="Microsoft YaHei UI"/>
              </a:rPr>
              <a:t> </a:t>
            </a:r>
            <a:r>
              <a:rPr dirty="0" baseline="13888" sz="4500" spc="-907">
                <a:latin typeface="Microsoft YaHei UI"/>
                <a:cs typeface="Microsoft YaHei UI"/>
              </a:rPr>
              <a:t>=</a:t>
            </a:r>
            <a:r>
              <a:rPr dirty="0" baseline="13888" sz="4500" spc="-352">
                <a:latin typeface="Microsoft YaHei UI"/>
                <a:cs typeface="Microsoft YaHei UI"/>
              </a:rPr>
              <a:t> </a:t>
            </a:r>
            <a:r>
              <a:rPr dirty="0" baseline="13227" sz="4725" spc="-52" i="1">
                <a:latin typeface="Verdana"/>
                <a:cs typeface="Verdana"/>
              </a:rPr>
              <a:t>λ</a:t>
            </a:r>
            <a:r>
              <a:rPr dirty="0" sz="1750" spc="-35">
                <a:latin typeface="Microsoft YaHei UI"/>
                <a:cs typeface="Microsoft YaHei UI"/>
              </a:rPr>
              <a:t>{1,2}</a:t>
            </a:r>
            <a:r>
              <a:rPr dirty="0" baseline="13888" sz="4500" spc="-52" i="1">
                <a:latin typeface="Times New Roman"/>
                <a:cs typeface="Times New Roman"/>
              </a:rPr>
              <a:t>v</a:t>
            </a:r>
            <a:r>
              <a:rPr dirty="0" sz="1750" spc="-35">
                <a:latin typeface="Microsoft YaHei UI"/>
                <a:cs typeface="Microsoft YaHei UI"/>
              </a:rPr>
              <a:t>{1,2}</a:t>
            </a:r>
            <a:r>
              <a:rPr dirty="0" sz="1750" spc="-325">
                <a:latin typeface="Microsoft YaHei UI"/>
                <a:cs typeface="Microsoft YaHei UI"/>
              </a:rPr>
              <a:t> </a:t>
            </a:r>
            <a:r>
              <a:rPr dirty="0" baseline="13888" sz="4500">
                <a:latin typeface="Microsoft YaHei UI"/>
                <a:cs typeface="Microsoft YaHei UI"/>
              </a:rPr>
              <a:t>,</a:t>
            </a:r>
            <a:r>
              <a:rPr dirty="0" baseline="13888" sz="4500" spc="-555">
                <a:latin typeface="Microsoft YaHei UI"/>
                <a:cs typeface="Microsoft YaHei UI"/>
              </a:rPr>
              <a:t> </a:t>
            </a:r>
            <a:r>
              <a:rPr dirty="0" baseline="13888" sz="4500" spc="-585">
                <a:latin typeface="Microsoft YaHei UI"/>
                <a:cs typeface="Microsoft YaHei UI"/>
              </a:rPr>
              <a:t>and</a:t>
            </a:r>
            <a:r>
              <a:rPr dirty="0" baseline="13888" sz="4500" spc="-419">
                <a:latin typeface="Microsoft YaHei UI"/>
                <a:cs typeface="Microsoft YaHei UI"/>
              </a:rPr>
              <a:t> </a:t>
            </a:r>
            <a:r>
              <a:rPr dirty="0" baseline="13227" sz="4725" spc="-427" i="1">
                <a:latin typeface="Verdana"/>
                <a:cs typeface="Verdana"/>
              </a:rPr>
              <a:t>λ</a:t>
            </a:r>
            <a:r>
              <a:rPr dirty="0" sz="1750" spc="-285">
                <a:latin typeface="Microsoft YaHei UI"/>
                <a:cs typeface="Microsoft YaHei UI"/>
              </a:rPr>
              <a:t>1</a:t>
            </a:r>
            <a:r>
              <a:rPr dirty="0" sz="1750" spc="295">
                <a:latin typeface="Microsoft YaHei UI"/>
                <a:cs typeface="Microsoft YaHei UI"/>
              </a:rPr>
              <a:t> </a:t>
            </a:r>
            <a:r>
              <a:rPr dirty="0" baseline="13888" sz="4500" spc="367">
                <a:latin typeface="Microsoft YaHei UI"/>
                <a:cs typeface="Microsoft YaHei UI"/>
              </a:rPr>
              <a:t>s</a:t>
            </a:r>
            <a:r>
              <a:rPr dirty="0" baseline="13888" sz="4500" spc="-330">
                <a:latin typeface="Microsoft YaHei UI"/>
                <a:cs typeface="Microsoft YaHei UI"/>
              </a:rPr>
              <a:t> </a:t>
            </a:r>
            <a:r>
              <a:rPr dirty="0" baseline="13227" sz="4725" spc="-60" i="1">
                <a:latin typeface="Verdana"/>
                <a:cs typeface="Verdana"/>
              </a:rPr>
              <a:t>λ</a:t>
            </a:r>
            <a:r>
              <a:rPr dirty="0" sz="1750" spc="-40">
                <a:latin typeface="Microsoft YaHei UI"/>
                <a:cs typeface="Microsoft YaHei UI"/>
              </a:rPr>
              <a:t>2</a:t>
            </a:r>
            <a:r>
              <a:rPr dirty="0" sz="1750" spc="335">
                <a:latin typeface="Microsoft YaHei UI"/>
                <a:cs typeface="Microsoft YaHei UI"/>
              </a:rPr>
              <a:t> </a:t>
            </a:r>
            <a:r>
              <a:rPr dirty="0" baseline="13888" sz="4500" spc="-89">
                <a:latin typeface="Microsoft YaHei UI"/>
                <a:cs typeface="Microsoft YaHei UI"/>
              </a:rPr>
              <a:t></a:t>
            </a:r>
            <a:r>
              <a:rPr dirty="0" baseline="13888" sz="4500" spc="-345">
                <a:latin typeface="Microsoft YaHei UI"/>
                <a:cs typeface="Microsoft YaHei UI"/>
              </a:rPr>
              <a:t> </a:t>
            </a:r>
            <a:r>
              <a:rPr dirty="0" baseline="13888" sz="4500" spc="-240" i="1">
                <a:latin typeface="Times New Roman"/>
                <a:cs typeface="Times New Roman"/>
              </a:rPr>
              <a:t>v</a:t>
            </a:r>
            <a:r>
              <a:rPr dirty="0" sz="1750" spc="-160">
                <a:latin typeface="Microsoft YaHei UI"/>
                <a:cs typeface="Microsoft YaHei UI"/>
              </a:rPr>
              <a:t>1</a:t>
            </a:r>
            <a:r>
              <a:rPr dirty="0" sz="1750" spc="30">
                <a:latin typeface="Microsoft YaHei UI"/>
                <a:cs typeface="Microsoft YaHei UI"/>
              </a:rPr>
              <a:t> </a:t>
            </a:r>
            <a:r>
              <a:rPr dirty="0" baseline="13888" sz="4500" spc="-2475">
                <a:latin typeface="Microsoft YaHei UI"/>
                <a:cs typeface="Microsoft YaHei UI"/>
              </a:rPr>
              <a:t></a:t>
            </a:r>
            <a:r>
              <a:rPr dirty="0" baseline="13888" sz="4500" spc="-727">
                <a:latin typeface="Microsoft YaHei UI"/>
                <a:cs typeface="Microsoft YaHei UI"/>
              </a:rPr>
              <a:t> </a:t>
            </a:r>
            <a:r>
              <a:rPr dirty="0" baseline="13888" sz="4500" i="1">
                <a:latin typeface="Times New Roman"/>
                <a:cs typeface="Times New Roman"/>
              </a:rPr>
              <a:t>v</a:t>
            </a:r>
            <a:r>
              <a:rPr dirty="0" sz="1750">
                <a:latin typeface="Microsoft YaHei UI"/>
                <a:cs typeface="Microsoft YaHei UI"/>
              </a:rPr>
              <a:t>2</a:t>
            </a:r>
            <a:r>
              <a:rPr dirty="0" sz="1750" spc="425">
                <a:latin typeface="Microsoft YaHei UI"/>
                <a:cs typeface="Microsoft YaHei UI"/>
              </a:rPr>
              <a:t> </a:t>
            </a:r>
            <a:r>
              <a:rPr dirty="0" baseline="13888" sz="4500" spc="-907">
                <a:latin typeface="Microsoft YaHei UI"/>
                <a:cs typeface="Microsoft YaHei UI"/>
              </a:rPr>
              <a:t>=</a:t>
            </a:r>
            <a:r>
              <a:rPr dirty="0" baseline="13888" sz="4500" spc="-352">
                <a:latin typeface="Microsoft YaHei UI"/>
                <a:cs typeface="Microsoft YaHei UI"/>
              </a:rPr>
              <a:t> </a:t>
            </a:r>
            <a:r>
              <a:rPr dirty="0" baseline="13888" sz="4500" spc="-502">
                <a:latin typeface="Microsoft YaHei UI"/>
                <a:cs typeface="Microsoft YaHei UI"/>
              </a:rPr>
              <a:t>0</a:t>
            </a:r>
            <a:endParaRPr baseline="13888" sz="4500">
              <a:latin typeface="Microsoft YaHei UI"/>
              <a:cs typeface="Microsoft YaHei UI"/>
            </a:endParaRPr>
          </a:p>
          <a:p>
            <a:pPr marL="38100">
              <a:lnSpc>
                <a:spcPct val="100000"/>
              </a:lnSpc>
              <a:spcBef>
                <a:spcPts val="1330"/>
              </a:spcBef>
            </a:pPr>
            <a:r>
              <a:rPr dirty="0" sz="2600">
                <a:latin typeface="Microsoft Sans Serif"/>
                <a:cs typeface="Microsoft Sans Serif"/>
              </a:rPr>
              <a:t>All</a:t>
            </a:r>
            <a:r>
              <a:rPr dirty="0" sz="2600" spc="-3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eigenvalues</a:t>
            </a:r>
            <a:r>
              <a:rPr dirty="0" sz="2600" spc="-3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of</a:t>
            </a:r>
            <a:r>
              <a:rPr dirty="0" sz="2600" spc="-3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a</a:t>
            </a:r>
            <a:r>
              <a:rPr dirty="0" sz="2600" spc="-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real</a:t>
            </a:r>
            <a:r>
              <a:rPr dirty="0" sz="2600" spc="-2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symmetric</a:t>
            </a:r>
            <a:r>
              <a:rPr dirty="0" sz="2600" spc="-3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matrix</a:t>
            </a:r>
            <a:r>
              <a:rPr dirty="0" sz="2600" spc="-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are</a:t>
            </a:r>
            <a:r>
              <a:rPr dirty="0" sz="2600" spc="-30">
                <a:latin typeface="Microsoft Sans Serif"/>
                <a:cs typeface="Microsoft Sans Serif"/>
              </a:rPr>
              <a:t> </a:t>
            </a:r>
            <a:r>
              <a:rPr dirty="0" sz="2600" spc="-10" b="1">
                <a:solidFill>
                  <a:srgbClr val="FF3300"/>
                </a:solidFill>
                <a:latin typeface="Arial"/>
                <a:cs typeface="Arial"/>
              </a:rPr>
              <a:t>real</a:t>
            </a:r>
            <a:r>
              <a:rPr dirty="0" sz="2600" spc="-1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66675" marR="664845">
              <a:lnSpc>
                <a:spcPct val="119900"/>
              </a:lnSpc>
              <a:spcBef>
                <a:spcPts val="2690"/>
              </a:spcBef>
            </a:pPr>
            <a:r>
              <a:rPr dirty="0" sz="2600">
                <a:latin typeface="Microsoft Sans Serif"/>
                <a:cs typeface="Microsoft Sans Serif"/>
              </a:rPr>
              <a:t>All</a:t>
            </a:r>
            <a:r>
              <a:rPr dirty="0" sz="2600" spc="-5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eigenvalues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of</a:t>
            </a:r>
            <a:r>
              <a:rPr dirty="0" sz="2600" spc="-5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a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positive</a:t>
            </a:r>
            <a:r>
              <a:rPr dirty="0" sz="2600" spc="-5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semidefinite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matrix </a:t>
            </a:r>
            <a:r>
              <a:rPr dirty="0" sz="2600">
                <a:latin typeface="Microsoft Sans Serif"/>
                <a:cs typeface="Microsoft Sans Serif"/>
              </a:rPr>
              <a:t>are</a:t>
            </a:r>
            <a:r>
              <a:rPr dirty="0" sz="2600" spc="5">
                <a:latin typeface="Microsoft Sans Serif"/>
                <a:cs typeface="Microsoft Sans Serif"/>
              </a:rPr>
              <a:t> </a:t>
            </a:r>
            <a:r>
              <a:rPr dirty="0" sz="2600" spc="-10" b="1">
                <a:solidFill>
                  <a:srgbClr val="FF3300"/>
                </a:solidFill>
                <a:latin typeface="Arial"/>
                <a:cs typeface="Arial"/>
              </a:rPr>
              <a:t>non-negative</a:t>
            </a:r>
            <a:endParaRPr sz="2600">
              <a:latin typeface="Arial"/>
              <a:cs typeface="Arial"/>
            </a:endParaRPr>
          </a:p>
          <a:p>
            <a:pPr algn="ctr" marL="832485">
              <a:lnSpc>
                <a:spcPct val="100000"/>
              </a:lnSpc>
              <a:spcBef>
                <a:spcPts val="1155"/>
              </a:spcBef>
            </a:pPr>
            <a:r>
              <a:rPr dirty="0" sz="3000" spc="180">
                <a:latin typeface="Microsoft YaHei UI"/>
                <a:cs typeface="Microsoft YaHei UI"/>
              </a:rPr>
              <a:t>6</a:t>
            </a:r>
            <a:r>
              <a:rPr dirty="0" sz="3000" spc="180" i="1">
                <a:latin typeface="Times New Roman"/>
                <a:cs typeface="Times New Roman"/>
              </a:rPr>
              <a:t>w</a:t>
            </a:r>
            <a:r>
              <a:rPr dirty="0" sz="3000" spc="-465" i="1">
                <a:latin typeface="Times New Roman"/>
                <a:cs typeface="Times New Roman"/>
              </a:rPr>
              <a:t> </a:t>
            </a:r>
            <a:r>
              <a:rPr dirty="0" sz="3000" spc="440">
                <a:latin typeface="Microsoft YaHei UI"/>
                <a:cs typeface="Microsoft YaHei UI"/>
              </a:rPr>
              <a:t>ϵA</a:t>
            </a:r>
            <a:r>
              <a:rPr dirty="0" baseline="42857" sz="2625" spc="660" i="1">
                <a:latin typeface="Times New Roman"/>
                <a:cs typeface="Times New Roman"/>
              </a:rPr>
              <a:t>n</a:t>
            </a:r>
            <a:r>
              <a:rPr dirty="0" baseline="42857" sz="2625" spc="-165" i="1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,</a:t>
            </a:r>
            <a:r>
              <a:rPr dirty="0" sz="3000" spc="-465">
                <a:latin typeface="Microsoft YaHei UI"/>
                <a:cs typeface="Microsoft YaHei UI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w</a:t>
            </a:r>
            <a:r>
              <a:rPr dirty="0" baseline="42857" sz="2625" i="1">
                <a:latin typeface="Times New Roman"/>
                <a:cs typeface="Times New Roman"/>
              </a:rPr>
              <a:t>T</a:t>
            </a:r>
            <a:r>
              <a:rPr dirty="0" baseline="42857" sz="2625" spc="-15" i="1">
                <a:latin typeface="Times New Roman"/>
                <a:cs typeface="Times New Roman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Sw</a:t>
            </a:r>
            <a:r>
              <a:rPr dirty="0" sz="3000" spc="-180" i="1">
                <a:latin typeface="Times New Roman"/>
                <a:cs typeface="Times New Roman"/>
              </a:rPr>
              <a:t> </a:t>
            </a:r>
            <a:r>
              <a:rPr dirty="0" sz="3000" spc="-1350">
                <a:latin typeface="Microsoft YaHei UI"/>
                <a:cs typeface="Microsoft YaHei UI"/>
              </a:rPr>
              <a:t></a:t>
            </a:r>
            <a:r>
              <a:rPr dirty="0" sz="3000" spc="-235">
                <a:latin typeface="Microsoft YaHei UI"/>
                <a:cs typeface="Microsoft YaHei UI"/>
              </a:rPr>
              <a:t> </a:t>
            </a:r>
            <a:r>
              <a:rPr dirty="0" sz="3000" spc="-145">
                <a:latin typeface="Microsoft YaHei UI"/>
                <a:cs typeface="Microsoft YaHei UI"/>
              </a:rPr>
              <a:t>0,</a:t>
            </a:r>
            <a:r>
              <a:rPr dirty="0" sz="3000" spc="-260">
                <a:latin typeface="Microsoft YaHei UI"/>
                <a:cs typeface="Microsoft YaHei UI"/>
              </a:rPr>
              <a:t> </a:t>
            </a:r>
            <a:r>
              <a:rPr dirty="0" sz="3000" spc="-340">
                <a:latin typeface="Microsoft YaHei UI"/>
                <a:cs typeface="Microsoft YaHei UI"/>
              </a:rPr>
              <a:t>then</a:t>
            </a:r>
            <a:r>
              <a:rPr dirty="0" sz="3000" spc="-305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if</a:t>
            </a:r>
            <a:r>
              <a:rPr dirty="0" sz="3000" spc="5">
                <a:latin typeface="Microsoft YaHei UI"/>
                <a:cs typeface="Microsoft YaHei UI"/>
              </a:rPr>
              <a:t> </a:t>
            </a:r>
            <a:r>
              <a:rPr dirty="0" sz="3000" spc="-65">
                <a:latin typeface="Microsoft YaHei UI"/>
                <a:cs typeface="Microsoft YaHei UI"/>
              </a:rPr>
              <a:t>Sv</a:t>
            </a:r>
            <a:r>
              <a:rPr dirty="0" sz="3000" spc="-175">
                <a:latin typeface="Microsoft YaHei UI"/>
                <a:cs typeface="Microsoft YaHei UI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235">
                <a:latin typeface="Microsoft YaHei UI"/>
                <a:cs typeface="Microsoft YaHei UI"/>
              </a:rPr>
              <a:t> </a:t>
            </a:r>
            <a:r>
              <a:rPr dirty="0" sz="3200" spc="-170" i="1">
                <a:latin typeface="Verdana"/>
                <a:cs typeface="Verdana"/>
              </a:rPr>
              <a:t>λ</a:t>
            </a:r>
            <a:r>
              <a:rPr dirty="0" sz="3000" spc="-170">
                <a:latin typeface="Microsoft YaHei UI"/>
                <a:cs typeface="Microsoft YaHei UI"/>
              </a:rPr>
              <a:t>v</a:t>
            </a:r>
            <a:r>
              <a:rPr dirty="0" sz="3000" spc="-275">
                <a:latin typeface="Microsoft YaHei UI"/>
                <a:cs typeface="Microsoft YaHei UI"/>
              </a:rPr>
              <a:t> </a:t>
            </a:r>
            <a:r>
              <a:rPr dirty="0" sz="3000" spc="-30">
                <a:latin typeface="Microsoft YaHei UI"/>
                <a:cs typeface="Microsoft YaHei UI"/>
              </a:rPr>
              <a:t></a:t>
            </a:r>
            <a:r>
              <a:rPr dirty="0" sz="3000" spc="-240">
                <a:latin typeface="Microsoft YaHei UI"/>
                <a:cs typeface="Microsoft YaHei UI"/>
              </a:rPr>
              <a:t> </a:t>
            </a:r>
            <a:r>
              <a:rPr dirty="0" sz="3200" spc="-254" i="1">
                <a:latin typeface="Verdana"/>
                <a:cs typeface="Verdana"/>
              </a:rPr>
              <a:t>λ</a:t>
            </a:r>
            <a:r>
              <a:rPr dirty="0" sz="3200" spc="-280" i="1">
                <a:latin typeface="Verdana"/>
                <a:cs typeface="Verdana"/>
              </a:rPr>
              <a:t> </a:t>
            </a:r>
            <a:r>
              <a:rPr dirty="0" sz="3000" spc="-1350">
                <a:latin typeface="Microsoft YaHei UI"/>
                <a:cs typeface="Microsoft YaHei UI"/>
              </a:rPr>
              <a:t></a:t>
            </a:r>
            <a:r>
              <a:rPr dirty="0" sz="3000" spc="-235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0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grpSp>
        <p:nvGrpSpPr>
          <p:cNvPr id="5" name="object 5" descr=""/>
          <p:cNvGrpSpPr/>
          <p:nvPr/>
        </p:nvGrpSpPr>
        <p:grpSpPr>
          <a:xfrm>
            <a:off x="1170131" y="131884"/>
            <a:ext cx="2635885" cy="404495"/>
            <a:chOff x="1170131" y="131884"/>
            <a:chExt cx="2635885" cy="40449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0131" y="131884"/>
              <a:ext cx="2635807" cy="40446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782119" y="507272"/>
              <a:ext cx="8890" cy="10160"/>
            </a:xfrm>
            <a:custGeom>
              <a:avLst/>
              <a:gdLst/>
              <a:ahLst/>
              <a:cxnLst/>
              <a:rect l="l" t="t" r="r" b="b"/>
              <a:pathLst>
                <a:path w="8889" h="10159">
                  <a:moveTo>
                    <a:pt x="3089" y="0"/>
                  </a:moveTo>
                  <a:lnTo>
                    <a:pt x="1163" y="989"/>
                  </a:lnTo>
                  <a:lnTo>
                    <a:pt x="586" y="2787"/>
                  </a:lnTo>
                  <a:lnTo>
                    <a:pt x="0" y="4890"/>
                  </a:lnTo>
                  <a:lnTo>
                    <a:pt x="245" y="7152"/>
                  </a:lnTo>
                  <a:lnTo>
                    <a:pt x="3163" y="9770"/>
                  </a:lnTo>
                  <a:lnTo>
                    <a:pt x="5701" y="9770"/>
                  </a:lnTo>
                  <a:lnTo>
                    <a:pt x="7912" y="9251"/>
                  </a:lnTo>
                  <a:lnTo>
                    <a:pt x="8708" y="7966"/>
                  </a:lnTo>
                  <a:lnTo>
                    <a:pt x="8237" y="5953"/>
                  </a:lnTo>
                  <a:lnTo>
                    <a:pt x="7733" y="5346"/>
                  </a:lnTo>
                  <a:lnTo>
                    <a:pt x="7047" y="5044"/>
                  </a:lnTo>
                  <a:lnTo>
                    <a:pt x="7675" y="3079"/>
                  </a:lnTo>
                  <a:lnTo>
                    <a:pt x="6685" y="1154"/>
                  </a:lnTo>
                  <a:lnTo>
                    <a:pt x="30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438" y="2082492"/>
            <a:ext cx="1602161" cy="296974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000493" y="2314797"/>
            <a:ext cx="35560" cy="40005"/>
          </a:xfrm>
          <a:custGeom>
            <a:avLst/>
            <a:gdLst/>
            <a:ahLst/>
            <a:cxnLst/>
            <a:rect l="l" t="t" r="r" b="b"/>
            <a:pathLst>
              <a:path w="35560" h="40005">
                <a:moveTo>
                  <a:pt x="31556" y="0"/>
                </a:moveTo>
                <a:lnTo>
                  <a:pt x="29234" y="184"/>
                </a:lnTo>
                <a:lnTo>
                  <a:pt x="0" y="32924"/>
                </a:lnTo>
                <a:lnTo>
                  <a:pt x="168" y="35909"/>
                </a:lnTo>
                <a:lnTo>
                  <a:pt x="4058" y="39383"/>
                </a:lnTo>
                <a:lnTo>
                  <a:pt x="7043" y="39215"/>
                </a:lnTo>
                <a:lnTo>
                  <a:pt x="8920" y="37105"/>
                </a:lnTo>
                <a:lnTo>
                  <a:pt x="35029" y="5036"/>
                </a:lnTo>
                <a:lnTo>
                  <a:pt x="34782" y="2626"/>
                </a:lnTo>
                <a:lnTo>
                  <a:pt x="315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06078" y="2098654"/>
            <a:ext cx="1059808" cy="2976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29838" y="2107460"/>
            <a:ext cx="461035" cy="26693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73715" y="2168493"/>
            <a:ext cx="291131" cy="246739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6135439" y="2107820"/>
            <a:ext cx="2504440" cy="299720"/>
            <a:chOff x="6135439" y="2107820"/>
            <a:chExt cx="2504440" cy="29972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5439" y="2107820"/>
              <a:ext cx="2454773" cy="29939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627968" y="2368058"/>
              <a:ext cx="12065" cy="11430"/>
            </a:xfrm>
            <a:custGeom>
              <a:avLst/>
              <a:gdLst/>
              <a:ahLst/>
              <a:cxnLst/>
              <a:rect l="l" t="t" r="r" b="b"/>
              <a:pathLst>
                <a:path w="12065" h="11430">
                  <a:moveTo>
                    <a:pt x="7232" y="0"/>
                  </a:moveTo>
                  <a:lnTo>
                    <a:pt x="3644" y="2379"/>
                  </a:lnTo>
                  <a:lnTo>
                    <a:pt x="433" y="3994"/>
                  </a:lnTo>
                  <a:lnTo>
                    <a:pt x="0" y="8364"/>
                  </a:lnTo>
                  <a:lnTo>
                    <a:pt x="1142" y="9992"/>
                  </a:lnTo>
                  <a:lnTo>
                    <a:pt x="5401" y="11070"/>
                  </a:lnTo>
                  <a:lnTo>
                    <a:pt x="8009" y="8595"/>
                  </a:lnTo>
                  <a:lnTo>
                    <a:pt x="11529" y="5982"/>
                  </a:lnTo>
                  <a:lnTo>
                    <a:pt x="11822" y="3994"/>
                  </a:lnTo>
                  <a:lnTo>
                    <a:pt x="11874" y="3642"/>
                  </a:lnTo>
                  <a:lnTo>
                    <a:pt x="9458" y="388"/>
                  </a:lnTo>
                  <a:lnTo>
                    <a:pt x="7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1575942" y="4056539"/>
            <a:ext cx="6395720" cy="0"/>
          </a:xfrm>
          <a:custGeom>
            <a:avLst/>
            <a:gdLst/>
            <a:ahLst/>
            <a:cxnLst/>
            <a:rect l="l" t="t" r="r" b="b"/>
            <a:pathLst>
              <a:path w="6395720" h="0">
                <a:moveTo>
                  <a:pt x="0" y="0"/>
                </a:moveTo>
                <a:lnTo>
                  <a:pt x="6395353" y="0"/>
                </a:lnTo>
              </a:path>
            </a:pathLst>
          </a:custGeom>
          <a:ln w="14400">
            <a:solidFill>
              <a:srgbClr val="D2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692393" y="4658023"/>
            <a:ext cx="146050" cy="23495"/>
          </a:xfrm>
          <a:custGeom>
            <a:avLst/>
            <a:gdLst/>
            <a:ahLst/>
            <a:cxnLst/>
            <a:rect l="l" t="t" r="r" b="b"/>
            <a:pathLst>
              <a:path w="146050" h="23495">
                <a:moveTo>
                  <a:pt x="69305" y="6893"/>
                </a:moveTo>
                <a:lnTo>
                  <a:pt x="64900" y="7171"/>
                </a:lnTo>
                <a:lnTo>
                  <a:pt x="60717" y="7501"/>
                </a:lnTo>
                <a:lnTo>
                  <a:pt x="57560" y="11201"/>
                </a:lnTo>
                <a:lnTo>
                  <a:pt x="57837" y="14706"/>
                </a:lnTo>
                <a:lnTo>
                  <a:pt x="57942" y="16027"/>
                </a:lnTo>
                <a:lnTo>
                  <a:pt x="57996" y="16710"/>
                </a:lnTo>
                <a:lnTo>
                  <a:pt x="58120" y="18285"/>
                </a:lnTo>
                <a:lnTo>
                  <a:pt x="58240" y="19799"/>
                </a:lnTo>
                <a:lnTo>
                  <a:pt x="58432" y="19799"/>
                </a:lnTo>
                <a:lnTo>
                  <a:pt x="61863" y="22766"/>
                </a:lnTo>
                <a:lnTo>
                  <a:pt x="38027" y="22766"/>
                </a:lnTo>
                <a:lnTo>
                  <a:pt x="45367" y="22967"/>
                </a:lnTo>
                <a:lnTo>
                  <a:pt x="54673" y="22967"/>
                </a:lnTo>
                <a:lnTo>
                  <a:pt x="66034" y="22491"/>
                </a:lnTo>
                <a:lnTo>
                  <a:pt x="67627" y="22359"/>
                </a:lnTo>
                <a:lnTo>
                  <a:pt x="70150" y="22359"/>
                </a:lnTo>
                <a:lnTo>
                  <a:pt x="73485" y="18577"/>
                </a:lnTo>
                <a:lnTo>
                  <a:pt x="73367" y="16710"/>
                </a:lnTo>
                <a:lnTo>
                  <a:pt x="73241" y="14706"/>
                </a:lnTo>
                <a:lnTo>
                  <a:pt x="73115" y="12692"/>
                </a:lnTo>
                <a:lnTo>
                  <a:pt x="73021" y="11201"/>
                </a:lnTo>
                <a:lnTo>
                  <a:pt x="72952" y="10110"/>
                </a:lnTo>
                <a:lnTo>
                  <a:pt x="69305" y="6893"/>
                </a:lnTo>
                <a:close/>
              </a:path>
              <a:path w="146050" h="23495">
                <a:moveTo>
                  <a:pt x="21458" y="21928"/>
                </a:moveTo>
                <a:lnTo>
                  <a:pt x="20801" y="21928"/>
                </a:lnTo>
                <a:lnTo>
                  <a:pt x="36579" y="22766"/>
                </a:lnTo>
                <a:lnTo>
                  <a:pt x="61863" y="22766"/>
                </a:lnTo>
                <a:lnTo>
                  <a:pt x="61393" y="22359"/>
                </a:lnTo>
                <a:lnTo>
                  <a:pt x="28213" y="22359"/>
                </a:lnTo>
                <a:lnTo>
                  <a:pt x="21458" y="21928"/>
                </a:lnTo>
                <a:close/>
              </a:path>
              <a:path w="146050" h="23495">
                <a:moveTo>
                  <a:pt x="66037" y="22491"/>
                </a:moveTo>
                <a:lnTo>
                  <a:pt x="59481" y="22766"/>
                </a:lnTo>
                <a:lnTo>
                  <a:pt x="61863" y="22766"/>
                </a:lnTo>
                <a:lnTo>
                  <a:pt x="66037" y="22491"/>
                </a:lnTo>
                <a:close/>
              </a:path>
              <a:path w="146050" h="23495">
                <a:moveTo>
                  <a:pt x="68140" y="22359"/>
                </a:moveTo>
                <a:lnTo>
                  <a:pt x="67627" y="22359"/>
                </a:lnTo>
                <a:lnTo>
                  <a:pt x="66041" y="22491"/>
                </a:lnTo>
                <a:lnTo>
                  <a:pt x="68140" y="22359"/>
                </a:lnTo>
                <a:close/>
              </a:path>
              <a:path w="146050" h="23495">
                <a:moveTo>
                  <a:pt x="24878" y="9437"/>
                </a:moveTo>
                <a:lnTo>
                  <a:pt x="21490" y="9437"/>
                </a:lnTo>
                <a:lnTo>
                  <a:pt x="18469" y="12692"/>
                </a:lnTo>
                <a:lnTo>
                  <a:pt x="18637" y="12692"/>
                </a:lnTo>
                <a:lnTo>
                  <a:pt x="18760" y="16027"/>
                </a:lnTo>
                <a:lnTo>
                  <a:pt x="18882" y="19288"/>
                </a:lnTo>
                <a:lnTo>
                  <a:pt x="21458" y="21928"/>
                </a:lnTo>
                <a:lnTo>
                  <a:pt x="28213" y="22359"/>
                </a:lnTo>
                <a:lnTo>
                  <a:pt x="31123" y="19799"/>
                </a:lnTo>
                <a:lnTo>
                  <a:pt x="31262" y="19288"/>
                </a:lnTo>
                <a:lnTo>
                  <a:pt x="31683" y="12692"/>
                </a:lnTo>
                <a:lnTo>
                  <a:pt x="29080" y="9734"/>
                </a:lnTo>
                <a:lnTo>
                  <a:pt x="16870" y="9734"/>
                </a:lnTo>
                <a:lnTo>
                  <a:pt x="24878" y="9437"/>
                </a:lnTo>
                <a:close/>
              </a:path>
              <a:path w="146050" h="23495">
                <a:moveTo>
                  <a:pt x="64900" y="7171"/>
                </a:moveTo>
                <a:lnTo>
                  <a:pt x="54923" y="7916"/>
                </a:lnTo>
                <a:lnTo>
                  <a:pt x="44914" y="8527"/>
                </a:lnTo>
                <a:lnTo>
                  <a:pt x="24642" y="9437"/>
                </a:lnTo>
                <a:lnTo>
                  <a:pt x="25380" y="9437"/>
                </a:lnTo>
                <a:lnTo>
                  <a:pt x="30039" y="9734"/>
                </a:lnTo>
                <a:lnTo>
                  <a:pt x="29080" y="9734"/>
                </a:lnTo>
                <a:lnTo>
                  <a:pt x="31683" y="12692"/>
                </a:lnTo>
                <a:lnTo>
                  <a:pt x="31554" y="14706"/>
                </a:lnTo>
                <a:lnTo>
                  <a:pt x="31470" y="16027"/>
                </a:lnTo>
                <a:lnTo>
                  <a:pt x="31426" y="16710"/>
                </a:lnTo>
                <a:lnTo>
                  <a:pt x="31326" y="18285"/>
                </a:lnTo>
                <a:lnTo>
                  <a:pt x="31262" y="19288"/>
                </a:lnTo>
                <a:lnTo>
                  <a:pt x="31123" y="19799"/>
                </a:lnTo>
                <a:lnTo>
                  <a:pt x="28213" y="22359"/>
                </a:lnTo>
                <a:lnTo>
                  <a:pt x="61393" y="22359"/>
                </a:lnTo>
                <a:lnTo>
                  <a:pt x="58432" y="19799"/>
                </a:lnTo>
                <a:lnTo>
                  <a:pt x="58240" y="19799"/>
                </a:lnTo>
                <a:lnTo>
                  <a:pt x="57678" y="12692"/>
                </a:lnTo>
                <a:lnTo>
                  <a:pt x="57560" y="11201"/>
                </a:lnTo>
                <a:lnTo>
                  <a:pt x="60717" y="7501"/>
                </a:lnTo>
                <a:lnTo>
                  <a:pt x="64900" y="7171"/>
                </a:lnTo>
                <a:close/>
              </a:path>
              <a:path w="146050" h="23495">
                <a:moveTo>
                  <a:pt x="145475" y="6893"/>
                </a:moveTo>
                <a:lnTo>
                  <a:pt x="69305" y="6893"/>
                </a:lnTo>
                <a:lnTo>
                  <a:pt x="72952" y="10110"/>
                </a:lnTo>
                <a:lnTo>
                  <a:pt x="73021" y="11201"/>
                </a:lnTo>
                <a:lnTo>
                  <a:pt x="73115" y="12692"/>
                </a:lnTo>
                <a:lnTo>
                  <a:pt x="73241" y="14706"/>
                </a:lnTo>
                <a:lnTo>
                  <a:pt x="73367" y="16710"/>
                </a:lnTo>
                <a:lnTo>
                  <a:pt x="73485" y="18577"/>
                </a:lnTo>
                <a:lnTo>
                  <a:pt x="70150" y="22359"/>
                </a:lnTo>
                <a:lnTo>
                  <a:pt x="67627" y="22359"/>
                </a:lnTo>
                <a:lnTo>
                  <a:pt x="72799" y="21928"/>
                </a:lnTo>
                <a:lnTo>
                  <a:pt x="73150" y="21928"/>
                </a:lnTo>
                <a:lnTo>
                  <a:pt x="82119" y="20905"/>
                </a:lnTo>
                <a:lnTo>
                  <a:pt x="129682" y="12692"/>
                </a:lnTo>
                <a:lnTo>
                  <a:pt x="145406" y="7171"/>
                </a:lnTo>
                <a:lnTo>
                  <a:pt x="145475" y="6893"/>
                </a:lnTo>
                <a:close/>
              </a:path>
              <a:path w="146050" h="23495">
                <a:moveTo>
                  <a:pt x="9114" y="6893"/>
                </a:moveTo>
                <a:lnTo>
                  <a:pt x="2500" y="6893"/>
                </a:lnTo>
                <a:lnTo>
                  <a:pt x="434" y="9437"/>
                </a:lnTo>
                <a:lnTo>
                  <a:pt x="292" y="9734"/>
                </a:lnTo>
                <a:lnTo>
                  <a:pt x="109" y="11201"/>
                </a:lnTo>
                <a:lnTo>
                  <a:pt x="0" y="12692"/>
                </a:lnTo>
                <a:lnTo>
                  <a:pt x="2636" y="17043"/>
                </a:lnTo>
                <a:lnTo>
                  <a:pt x="4703" y="18285"/>
                </a:lnTo>
                <a:lnTo>
                  <a:pt x="12389" y="21351"/>
                </a:lnTo>
                <a:lnTo>
                  <a:pt x="21454" y="21928"/>
                </a:lnTo>
                <a:lnTo>
                  <a:pt x="18882" y="19288"/>
                </a:lnTo>
                <a:lnTo>
                  <a:pt x="18760" y="16027"/>
                </a:lnTo>
                <a:lnTo>
                  <a:pt x="18637" y="12692"/>
                </a:lnTo>
                <a:lnTo>
                  <a:pt x="18469" y="12692"/>
                </a:lnTo>
                <a:lnTo>
                  <a:pt x="21028" y="9935"/>
                </a:lnTo>
                <a:lnTo>
                  <a:pt x="14615" y="9935"/>
                </a:lnTo>
                <a:lnTo>
                  <a:pt x="9695" y="9027"/>
                </a:lnTo>
                <a:lnTo>
                  <a:pt x="9538" y="8527"/>
                </a:lnTo>
                <a:lnTo>
                  <a:pt x="9379" y="7916"/>
                </a:lnTo>
                <a:lnTo>
                  <a:pt x="9272" y="7501"/>
                </a:lnTo>
                <a:lnTo>
                  <a:pt x="9147" y="7021"/>
                </a:lnTo>
                <a:lnTo>
                  <a:pt x="9114" y="6893"/>
                </a:lnTo>
                <a:close/>
              </a:path>
              <a:path w="146050" h="23495">
                <a:moveTo>
                  <a:pt x="21214" y="9734"/>
                </a:moveTo>
                <a:lnTo>
                  <a:pt x="17998" y="9734"/>
                </a:lnTo>
                <a:lnTo>
                  <a:pt x="14615" y="9935"/>
                </a:lnTo>
                <a:lnTo>
                  <a:pt x="21028" y="9935"/>
                </a:lnTo>
                <a:lnTo>
                  <a:pt x="21214" y="9734"/>
                </a:lnTo>
                <a:close/>
              </a:path>
              <a:path w="146050" h="23495">
                <a:moveTo>
                  <a:pt x="25380" y="9437"/>
                </a:moveTo>
                <a:lnTo>
                  <a:pt x="24878" y="9437"/>
                </a:lnTo>
                <a:lnTo>
                  <a:pt x="16870" y="9734"/>
                </a:lnTo>
                <a:lnTo>
                  <a:pt x="30039" y="9734"/>
                </a:lnTo>
                <a:lnTo>
                  <a:pt x="25380" y="9437"/>
                </a:lnTo>
                <a:close/>
              </a:path>
              <a:path w="146050" h="23495">
                <a:moveTo>
                  <a:pt x="142001" y="0"/>
                </a:moveTo>
                <a:lnTo>
                  <a:pt x="64903" y="7171"/>
                </a:lnTo>
                <a:lnTo>
                  <a:pt x="69305" y="6893"/>
                </a:lnTo>
                <a:lnTo>
                  <a:pt x="145475" y="6893"/>
                </a:lnTo>
                <a:lnTo>
                  <a:pt x="144449" y="2107"/>
                </a:lnTo>
                <a:lnTo>
                  <a:pt x="144367" y="1725"/>
                </a:lnTo>
                <a:lnTo>
                  <a:pt x="142001" y="0"/>
                </a:lnTo>
                <a:close/>
              </a:path>
              <a:path w="146050" h="23495">
                <a:moveTo>
                  <a:pt x="6690" y="5312"/>
                </a:moveTo>
                <a:lnTo>
                  <a:pt x="3477" y="6156"/>
                </a:lnTo>
                <a:lnTo>
                  <a:pt x="2333" y="6893"/>
                </a:lnTo>
                <a:lnTo>
                  <a:pt x="9394" y="6893"/>
                </a:lnTo>
                <a:lnTo>
                  <a:pt x="6690" y="5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915766" y="4483371"/>
            <a:ext cx="5737860" cy="1346200"/>
            <a:chOff x="1915766" y="4483371"/>
            <a:chExt cx="5737860" cy="1346200"/>
          </a:xfrm>
        </p:grpSpPr>
        <p:sp>
          <p:nvSpPr>
            <p:cNvPr id="19" name="object 19" descr=""/>
            <p:cNvSpPr/>
            <p:nvPr/>
          </p:nvSpPr>
          <p:spPr>
            <a:xfrm>
              <a:off x="3553820" y="4497916"/>
              <a:ext cx="2131060" cy="0"/>
            </a:xfrm>
            <a:custGeom>
              <a:avLst/>
              <a:gdLst/>
              <a:ahLst/>
              <a:cxnLst/>
              <a:rect l="l" t="t" r="r" b="b"/>
              <a:pathLst>
                <a:path w="2131060" h="0">
                  <a:moveTo>
                    <a:pt x="0" y="0"/>
                  </a:moveTo>
                  <a:lnTo>
                    <a:pt x="2130690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15766" y="4483371"/>
              <a:ext cx="3700547" cy="34015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646345" y="4767290"/>
              <a:ext cx="8255" cy="6985"/>
            </a:xfrm>
            <a:custGeom>
              <a:avLst/>
              <a:gdLst/>
              <a:ahLst/>
              <a:cxnLst/>
              <a:rect l="l" t="t" r="r" b="b"/>
              <a:pathLst>
                <a:path w="8254" h="6985">
                  <a:moveTo>
                    <a:pt x="6492" y="0"/>
                  </a:moveTo>
                  <a:lnTo>
                    <a:pt x="1559" y="0"/>
                  </a:lnTo>
                  <a:lnTo>
                    <a:pt x="0" y="1559"/>
                  </a:lnTo>
                  <a:lnTo>
                    <a:pt x="0" y="5407"/>
                  </a:lnTo>
                  <a:lnTo>
                    <a:pt x="1560" y="6968"/>
                  </a:lnTo>
                  <a:lnTo>
                    <a:pt x="6490" y="6968"/>
                  </a:lnTo>
                  <a:lnTo>
                    <a:pt x="8051" y="5407"/>
                  </a:lnTo>
                  <a:lnTo>
                    <a:pt x="8051" y="1559"/>
                  </a:lnTo>
                  <a:lnTo>
                    <a:pt x="6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71654" y="5510532"/>
              <a:ext cx="3781647" cy="318445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3640" y="6442558"/>
            <a:ext cx="567836" cy="20466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9836" y="6402145"/>
            <a:ext cx="3994817" cy="321469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2590989" y="2085380"/>
            <a:ext cx="1362710" cy="285750"/>
            <a:chOff x="2590989" y="2085380"/>
            <a:chExt cx="1362710" cy="285750"/>
          </a:xfrm>
        </p:grpSpPr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90989" y="2085380"/>
              <a:ext cx="1178304" cy="28551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98550" y="2105067"/>
              <a:ext cx="155037" cy="248809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44419" y="6503662"/>
            <a:ext cx="707712" cy="24198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35400" y="6481949"/>
            <a:ext cx="2133290" cy="32268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938975" y="6549176"/>
            <a:ext cx="369131" cy="257857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61771" y="2827996"/>
            <a:ext cx="2048377" cy="348405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7760752" y="3179297"/>
            <a:ext cx="19685" cy="8255"/>
          </a:xfrm>
          <a:custGeom>
            <a:avLst/>
            <a:gdLst/>
            <a:ahLst/>
            <a:cxnLst/>
            <a:rect l="l" t="t" r="r" b="b"/>
            <a:pathLst>
              <a:path w="19684" h="8255">
                <a:moveTo>
                  <a:pt x="17774" y="0"/>
                </a:moveTo>
                <a:lnTo>
                  <a:pt x="1795" y="0"/>
                </a:lnTo>
                <a:lnTo>
                  <a:pt x="7" y="1781"/>
                </a:lnTo>
                <a:lnTo>
                  <a:pt x="0" y="6252"/>
                </a:lnTo>
                <a:lnTo>
                  <a:pt x="1808" y="8067"/>
                </a:lnTo>
                <a:lnTo>
                  <a:pt x="4274" y="8067"/>
                </a:lnTo>
                <a:lnTo>
                  <a:pt x="18210" y="6771"/>
                </a:lnTo>
                <a:lnTo>
                  <a:pt x="19618" y="5074"/>
                </a:lnTo>
                <a:lnTo>
                  <a:pt x="19313" y="1781"/>
                </a:lnTo>
                <a:lnTo>
                  <a:pt x="19274" y="1369"/>
                </a:lnTo>
                <a:lnTo>
                  <a:pt x="17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09768" y="2920227"/>
            <a:ext cx="733348" cy="257648"/>
          </a:xfrm>
          <a:prstGeom prst="rect">
            <a:avLst/>
          </a:prstGeom>
        </p:spPr>
      </p:pic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606805" y="2420620"/>
            <a:ext cx="1445895" cy="1346200"/>
            <a:chOff x="606805" y="2420620"/>
            <a:chExt cx="1445895" cy="1346200"/>
          </a:xfrm>
        </p:grpSpPr>
        <p:sp>
          <p:nvSpPr>
            <p:cNvPr id="4" name="object 4" descr=""/>
            <p:cNvSpPr/>
            <p:nvPr/>
          </p:nvSpPr>
          <p:spPr>
            <a:xfrm>
              <a:off x="606806" y="2420619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35"/>
                  </a:moveTo>
                  <a:lnTo>
                    <a:pt x="1437322" y="1291361"/>
                  </a:lnTo>
                  <a:lnTo>
                    <a:pt x="1361859" y="1248257"/>
                  </a:lnTo>
                  <a:lnTo>
                    <a:pt x="1360271" y="1247673"/>
                  </a:lnTo>
                  <a:lnTo>
                    <a:pt x="1358607" y="1247673"/>
                  </a:lnTo>
                  <a:lnTo>
                    <a:pt x="1357058" y="1248257"/>
                  </a:lnTo>
                  <a:lnTo>
                    <a:pt x="1355801" y="1249324"/>
                  </a:lnTo>
                  <a:lnTo>
                    <a:pt x="1354975" y="1250759"/>
                  </a:lnTo>
                  <a:lnTo>
                    <a:pt x="1354696" y="1252385"/>
                  </a:lnTo>
                  <a:lnTo>
                    <a:pt x="1354988" y="1254010"/>
                  </a:lnTo>
                  <a:lnTo>
                    <a:pt x="1355826" y="1255445"/>
                  </a:lnTo>
                  <a:lnTo>
                    <a:pt x="1357096" y="1256499"/>
                  </a:lnTo>
                  <a:lnTo>
                    <a:pt x="1418412" y="1291526"/>
                  </a:lnTo>
                  <a:lnTo>
                    <a:pt x="53911" y="1303934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86" y="27076"/>
                  </a:lnTo>
                  <a:lnTo>
                    <a:pt x="44386" y="1308735"/>
                  </a:lnTo>
                  <a:lnTo>
                    <a:pt x="49149" y="1308735"/>
                  </a:lnTo>
                  <a:lnTo>
                    <a:pt x="49187" y="1313497"/>
                  </a:lnTo>
                  <a:lnTo>
                    <a:pt x="1418488" y="1301051"/>
                  </a:lnTo>
                  <a:lnTo>
                    <a:pt x="1357833" y="1337170"/>
                  </a:lnTo>
                  <a:lnTo>
                    <a:pt x="1356575" y="1338249"/>
                  </a:lnTo>
                  <a:lnTo>
                    <a:pt x="1355775" y="1339697"/>
                  </a:lnTo>
                  <a:lnTo>
                    <a:pt x="1355509" y="1341323"/>
                  </a:lnTo>
                  <a:lnTo>
                    <a:pt x="1355813" y="1342948"/>
                  </a:lnTo>
                  <a:lnTo>
                    <a:pt x="1356664" y="1344371"/>
                  </a:lnTo>
                  <a:lnTo>
                    <a:pt x="1357947" y="1345412"/>
                  </a:lnTo>
                  <a:lnTo>
                    <a:pt x="1359509" y="1345958"/>
                  </a:lnTo>
                  <a:lnTo>
                    <a:pt x="1361122" y="1345958"/>
                  </a:lnTo>
                  <a:lnTo>
                    <a:pt x="1362544" y="1345412"/>
                  </a:lnTo>
                  <a:lnTo>
                    <a:pt x="1364348" y="1344371"/>
                  </a:lnTo>
                  <a:lnTo>
                    <a:pt x="1445514" y="1296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3237" y="3140710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4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4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4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4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6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4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4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95069" y="286702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039991" y="2348864"/>
            <a:ext cx="1445895" cy="1346200"/>
            <a:chOff x="7039991" y="2348864"/>
            <a:chExt cx="1445895" cy="1346200"/>
          </a:xfrm>
        </p:grpSpPr>
        <p:sp>
          <p:nvSpPr>
            <p:cNvPr id="8" name="object 8" descr=""/>
            <p:cNvSpPr/>
            <p:nvPr/>
          </p:nvSpPr>
          <p:spPr>
            <a:xfrm>
              <a:off x="7039991" y="2348864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35"/>
                  </a:moveTo>
                  <a:lnTo>
                    <a:pt x="1437322" y="1291361"/>
                  </a:lnTo>
                  <a:lnTo>
                    <a:pt x="1361859" y="1248257"/>
                  </a:lnTo>
                  <a:lnTo>
                    <a:pt x="1360271" y="1247673"/>
                  </a:lnTo>
                  <a:lnTo>
                    <a:pt x="1358607" y="1247673"/>
                  </a:lnTo>
                  <a:lnTo>
                    <a:pt x="1357058" y="1248257"/>
                  </a:lnTo>
                  <a:lnTo>
                    <a:pt x="1355801" y="1249324"/>
                  </a:lnTo>
                  <a:lnTo>
                    <a:pt x="1354975" y="1250759"/>
                  </a:lnTo>
                  <a:lnTo>
                    <a:pt x="1354696" y="1252385"/>
                  </a:lnTo>
                  <a:lnTo>
                    <a:pt x="1354988" y="1254010"/>
                  </a:lnTo>
                  <a:lnTo>
                    <a:pt x="1355826" y="1255445"/>
                  </a:lnTo>
                  <a:lnTo>
                    <a:pt x="1357096" y="1256499"/>
                  </a:lnTo>
                  <a:lnTo>
                    <a:pt x="1418412" y="1291526"/>
                  </a:lnTo>
                  <a:lnTo>
                    <a:pt x="53911" y="1303934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73" y="27076"/>
                  </a:lnTo>
                  <a:lnTo>
                    <a:pt x="44386" y="9448"/>
                  </a:lnTo>
                  <a:lnTo>
                    <a:pt x="44386" y="27076"/>
                  </a:lnTo>
                  <a:lnTo>
                    <a:pt x="44386" y="1308735"/>
                  </a:lnTo>
                  <a:lnTo>
                    <a:pt x="49149" y="1308735"/>
                  </a:lnTo>
                  <a:lnTo>
                    <a:pt x="49187" y="1313497"/>
                  </a:lnTo>
                  <a:lnTo>
                    <a:pt x="1418488" y="1301051"/>
                  </a:lnTo>
                  <a:lnTo>
                    <a:pt x="1357833" y="1337170"/>
                  </a:lnTo>
                  <a:lnTo>
                    <a:pt x="1356575" y="1338249"/>
                  </a:lnTo>
                  <a:lnTo>
                    <a:pt x="1355775" y="1339697"/>
                  </a:lnTo>
                  <a:lnTo>
                    <a:pt x="1355509" y="1341323"/>
                  </a:lnTo>
                  <a:lnTo>
                    <a:pt x="1355813" y="1342948"/>
                  </a:lnTo>
                  <a:lnTo>
                    <a:pt x="1356664" y="1344371"/>
                  </a:lnTo>
                  <a:lnTo>
                    <a:pt x="1357947" y="1345412"/>
                  </a:lnTo>
                  <a:lnTo>
                    <a:pt x="1359509" y="1345958"/>
                  </a:lnTo>
                  <a:lnTo>
                    <a:pt x="1361122" y="1345958"/>
                  </a:lnTo>
                  <a:lnTo>
                    <a:pt x="1362544" y="1345412"/>
                  </a:lnTo>
                  <a:lnTo>
                    <a:pt x="1364348" y="1344371"/>
                  </a:lnTo>
                  <a:lnTo>
                    <a:pt x="1445514" y="1296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086422" y="3068954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5" h="575945">
                  <a:moveTo>
                    <a:pt x="818127" y="10802"/>
                  </a:moveTo>
                  <a:lnTo>
                    <a:pt x="807775" y="10802"/>
                  </a:lnTo>
                  <a:lnTo>
                    <a:pt x="810450" y="14643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70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18127" y="10802"/>
                  </a:lnTo>
                  <a:close/>
                </a:path>
                <a:path w="823595" h="575945">
                  <a:moveTo>
                    <a:pt x="742480" y="50380"/>
                  </a:moveTo>
                  <a:lnTo>
                    <a:pt x="719035" y="66713"/>
                  </a:lnTo>
                  <a:lnTo>
                    <a:pt x="724484" y="74523"/>
                  </a:lnTo>
                  <a:lnTo>
                    <a:pt x="747928" y="58191"/>
                  </a:lnTo>
                  <a:lnTo>
                    <a:pt x="742480" y="50380"/>
                  </a:lnTo>
                  <a:close/>
                </a:path>
                <a:path w="823595" h="575945">
                  <a:moveTo>
                    <a:pt x="773747" y="28600"/>
                  </a:moveTo>
                  <a:lnTo>
                    <a:pt x="750303" y="44932"/>
                  </a:lnTo>
                  <a:lnTo>
                    <a:pt x="755738" y="52755"/>
                  </a:lnTo>
                  <a:lnTo>
                    <a:pt x="779195" y="36410"/>
                  </a:lnTo>
                  <a:lnTo>
                    <a:pt x="773747" y="28600"/>
                  </a:lnTo>
                  <a:close/>
                </a:path>
                <a:path w="823595" h="575945">
                  <a:moveTo>
                    <a:pt x="807627" y="10802"/>
                  </a:moveTo>
                  <a:lnTo>
                    <a:pt x="798193" y="11563"/>
                  </a:lnTo>
                  <a:lnTo>
                    <a:pt x="781557" y="23152"/>
                  </a:lnTo>
                  <a:lnTo>
                    <a:pt x="787006" y="30975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5" h="575945">
                  <a:moveTo>
                    <a:pt x="82155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0450" y="14643"/>
                  </a:lnTo>
                  <a:lnTo>
                    <a:pt x="807775" y="10802"/>
                  </a:lnTo>
                  <a:lnTo>
                    <a:pt x="818127" y="10802"/>
                  </a:lnTo>
                  <a:lnTo>
                    <a:pt x="821559" y="3403"/>
                  </a:lnTo>
                  <a:close/>
                </a:path>
                <a:path w="823595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7" y="17233"/>
                  </a:lnTo>
                  <a:lnTo>
                    <a:pt x="798193" y="11563"/>
                  </a:lnTo>
                  <a:lnTo>
                    <a:pt x="805002" y="6819"/>
                  </a:lnTo>
                  <a:lnTo>
                    <a:pt x="809475" y="6819"/>
                  </a:lnTo>
                  <a:lnTo>
                    <a:pt x="811060" y="3403"/>
                  </a:lnTo>
                  <a:lnTo>
                    <a:pt x="821559" y="3403"/>
                  </a:lnTo>
                  <a:lnTo>
                    <a:pt x="823137" y="0"/>
                  </a:lnTo>
                  <a:close/>
                </a:path>
                <a:path w="823595" h="575945">
                  <a:moveTo>
                    <a:pt x="805002" y="6819"/>
                  </a:moveTo>
                  <a:lnTo>
                    <a:pt x="798193" y="11563"/>
                  </a:lnTo>
                  <a:lnTo>
                    <a:pt x="807627" y="10802"/>
                  </a:lnTo>
                  <a:lnTo>
                    <a:pt x="807775" y="10802"/>
                  </a:lnTo>
                  <a:lnTo>
                    <a:pt x="805002" y="6819"/>
                  </a:lnTo>
                  <a:close/>
                </a:path>
                <a:path w="823595" h="575945">
                  <a:moveTo>
                    <a:pt x="809475" y="6819"/>
                  </a:moveTo>
                  <a:lnTo>
                    <a:pt x="805002" y="6819"/>
                  </a:lnTo>
                  <a:lnTo>
                    <a:pt x="807775" y="10802"/>
                  </a:lnTo>
                  <a:lnTo>
                    <a:pt x="807627" y="10802"/>
                  </a:lnTo>
                  <a:lnTo>
                    <a:pt x="809475" y="6819"/>
                  </a:lnTo>
                  <a:close/>
                </a:path>
                <a:path w="823595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  <a:path w="823595" h="575945">
                  <a:moveTo>
                    <a:pt x="23444" y="551256"/>
                  </a:moveTo>
                  <a:lnTo>
                    <a:pt x="0" y="567588"/>
                  </a:lnTo>
                  <a:lnTo>
                    <a:pt x="5435" y="575411"/>
                  </a:lnTo>
                  <a:lnTo>
                    <a:pt x="28879" y="559079"/>
                  </a:lnTo>
                  <a:lnTo>
                    <a:pt x="23444" y="551256"/>
                  </a:lnTo>
                  <a:close/>
                </a:path>
                <a:path w="823595" h="575945">
                  <a:moveTo>
                    <a:pt x="54698" y="529475"/>
                  </a:moveTo>
                  <a:lnTo>
                    <a:pt x="31254" y="545820"/>
                  </a:lnTo>
                  <a:lnTo>
                    <a:pt x="36702" y="553631"/>
                  </a:lnTo>
                  <a:lnTo>
                    <a:pt x="60147" y="537298"/>
                  </a:lnTo>
                  <a:lnTo>
                    <a:pt x="54698" y="529475"/>
                  </a:lnTo>
                  <a:close/>
                </a:path>
                <a:path w="823595" h="575945">
                  <a:moveTo>
                    <a:pt x="85966" y="507707"/>
                  </a:moveTo>
                  <a:lnTo>
                    <a:pt x="62522" y="524040"/>
                  </a:lnTo>
                  <a:lnTo>
                    <a:pt x="67970" y="531850"/>
                  </a:lnTo>
                  <a:lnTo>
                    <a:pt x="91414" y="515518"/>
                  </a:lnTo>
                  <a:lnTo>
                    <a:pt x="85966" y="507707"/>
                  </a:lnTo>
                  <a:close/>
                </a:path>
                <a:path w="823595" h="575945">
                  <a:moveTo>
                    <a:pt x="117233" y="485927"/>
                  </a:moveTo>
                  <a:lnTo>
                    <a:pt x="93776" y="502259"/>
                  </a:lnTo>
                  <a:lnTo>
                    <a:pt x="99225" y="510070"/>
                  </a:lnTo>
                  <a:lnTo>
                    <a:pt x="122669" y="493737"/>
                  </a:lnTo>
                  <a:lnTo>
                    <a:pt x="117233" y="485927"/>
                  </a:lnTo>
                  <a:close/>
                </a:path>
                <a:path w="823595" h="575945">
                  <a:moveTo>
                    <a:pt x="148488" y="464146"/>
                  </a:moveTo>
                  <a:lnTo>
                    <a:pt x="125044" y="480479"/>
                  </a:lnTo>
                  <a:lnTo>
                    <a:pt x="130492" y="488302"/>
                  </a:lnTo>
                  <a:lnTo>
                    <a:pt x="153936" y="471970"/>
                  </a:lnTo>
                  <a:lnTo>
                    <a:pt x="148488" y="464146"/>
                  </a:lnTo>
                  <a:close/>
                </a:path>
                <a:path w="823595" h="575945">
                  <a:moveTo>
                    <a:pt x="179755" y="442366"/>
                  </a:moveTo>
                  <a:lnTo>
                    <a:pt x="156311" y="458711"/>
                  </a:lnTo>
                  <a:lnTo>
                    <a:pt x="161747" y="466521"/>
                  </a:lnTo>
                  <a:lnTo>
                    <a:pt x="185204" y="450189"/>
                  </a:lnTo>
                  <a:lnTo>
                    <a:pt x="179755" y="442366"/>
                  </a:lnTo>
                  <a:close/>
                </a:path>
                <a:path w="823595" h="575945">
                  <a:moveTo>
                    <a:pt x="211023" y="420598"/>
                  </a:moveTo>
                  <a:lnTo>
                    <a:pt x="187566" y="436930"/>
                  </a:lnTo>
                  <a:lnTo>
                    <a:pt x="193014" y="444741"/>
                  </a:lnTo>
                  <a:lnTo>
                    <a:pt x="216458" y="428409"/>
                  </a:lnTo>
                  <a:lnTo>
                    <a:pt x="211023" y="420598"/>
                  </a:lnTo>
                  <a:close/>
                </a:path>
                <a:path w="823595" h="575945">
                  <a:moveTo>
                    <a:pt x="242277" y="398818"/>
                  </a:moveTo>
                  <a:lnTo>
                    <a:pt x="218833" y="415150"/>
                  </a:lnTo>
                  <a:lnTo>
                    <a:pt x="224281" y="422960"/>
                  </a:lnTo>
                  <a:lnTo>
                    <a:pt x="247726" y="406628"/>
                  </a:lnTo>
                  <a:lnTo>
                    <a:pt x="242277" y="398818"/>
                  </a:lnTo>
                  <a:close/>
                </a:path>
                <a:path w="823595" h="575945">
                  <a:moveTo>
                    <a:pt x="273545" y="377037"/>
                  </a:moveTo>
                  <a:lnTo>
                    <a:pt x="250101" y="393369"/>
                  </a:lnTo>
                  <a:lnTo>
                    <a:pt x="255536" y="401193"/>
                  </a:lnTo>
                  <a:lnTo>
                    <a:pt x="278993" y="384860"/>
                  </a:lnTo>
                  <a:lnTo>
                    <a:pt x="273545" y="377037"/>
                  </a:lnTo>
                  <a:close/>
                </a:path>
                <a:path w="823595" h="575945">
                  <a:moveTo>
                    <a:pt x="304800" y="355257"/>
                  </a:moveTo>
                  <a:lnTo>
                    <a:pt x="281355" y="371589"/>
                  </a:lnTo>
                  <a:lnTo>
                    <a:pt x="286804" y="379412"/>
                  </a:lnTo>
                  <a:lnTo>
                    <a:pt x="310248" y="363080"/>
                  </a:lnTo>
                  <a:lnTo>
                    <a:pt x="304800" y="355257"/>
                  </a:lnTo>
                  <a:close/>
                </a:path>
                <a:path w="823595" h="575945">
                  <a:moveTo>
                    <a:pt x="336067" y="333489"/>
                  </a:moveTo>
                  <a:lnTo>
                    <a:pt x="312623" y="349821"/>
                  </a:lnTo>
                  <a:lnTo>
                    <a:pt x="318071" y="357632"/>
                  </a:lnTo>
                  <a:lnTo>
                    <a:pt x="341515" y="341299"/>
                  </a:lnTo>
                  <a:lnTo>
                    <a:pt x="336067" y="333489"/>
                  </a:lnTo>
                  <a:close/>
                </a:path>
                <a:path w="823595" h="575945">
                  <a:moveTo>
                    <a:pt x="367334" y="311708"/>
                  </a:moveTo>
                  <a:lnTo>
                    <a:pt x="343890" y="328041"/>
                  </a:lnTo>
                  <a:lnTo>
                    <a:pt x="349326" y="335851"/>
                  </a:lnTo>
                  <a:lnTo>
                    <a:pt x="372770" y="319519"/>
                  </a:lnTo>
                  <a:lnTo>
                    <a:pt x="367334" y="311708"/>
                  </a:lnTo>
                  <a:close/>
                </a:path>
                <a:path w="823595" h="575945">
                  <a:moveTo>
                    <a:pt x="398589" y="289928"/>
                  </a:moveTo>
                  <a:lnTo>
                    <a:pt x="375145" y="306260"/>
                  </a:lnTo>
                  <a:lnTo>
                    <a:pt x="380593" y="314083"/>
                  </a:lnTo>
                  <a:lnTo>
                    <a:pt x="404037" y="297751"/>
                  </a:lnTo>
                  <a:lnTo>
                    <a:pt x="398589" y="289928"/>
                  </a:lnTo>
                  <a:close/>
                </a:path>
                <a:path w="823595" h="575945">
                  <a:moveTo>
                    <a:pt x="429856" y="268147"/>
                  </a:moveTo>
                  <a:lnTo>
                    <a:pt x="406412" y="284480"/>
                  </a:lnTo>
                  <a:lnTo>
                    <a:pt x="411848" y="292303"/>
                  </a:lnTo>
                  <a:lnTo>
                    <a:pt x="435305" y="275971"/>
                  </a:lnTo>
                  <a:lnTo>
                    <a:pt x="429856" y="268147"/>
                  </a:lnTo>
                  <a:close/>
                </a:path>
                <a:path w="823595" h="575945">
                  <a:moveTo>
                    <a:pt x="461124" y="246380"/>
                  </a:moveTo>
                  <a:lnTo>
                    <a:pt x="437667" y="262712"/>
                  </a:lnTo>
                  <a:lnTo>
                    <a:pt x="443115" y="270522"/>
                  </a:lnTo>
                  <a:lnTo>
                    <a:pt x="466559" y="254190"/>
                  </a:lnTo>
                  <a:lnTo>
                    <a:pt x="461124" y="246380"/>
                  </a:lnTo>
                  <a:close/>
                </a:path>
                <a:path w="823595" h="575945">
                  <a:moveTo>
                    <a:pt x="492378" y="224599"/>
                  </a:moveTo>
                  <a:lnTo>
                    <a:pt x="468934" y="240931"/>
                  </a:lnTo>
                  <a:lnTo>
                    <a:pt x="474383" y="248742"/>
                  </a:lnTo>
                  <a:lnTo>
                    <a:pt x="497827" y="232410"/>
                  </a:lnTo>
                  <a:lnTo>
                    <a:pt x="492378" y="224599"/>
                  </a:lnTo>
                  <a:close/>
                </a:path>
                <a:path w="823595" h="575945">
                  <a:moveTo>
                    <a:pt x="523646" y="202819"/>
                  </a:moveTo>
                  <a:lnTo>
                    <a:pt x="500202" y="219151"/>
                  </a:lnTo>
                  <a:lnTo>
                    <a:pt x="505637" y="226974"/>
                  </a:lnTo>
                  <a:lnTo>
                    <a:pt x="529094" y="210642"/>
                  </a:lnTo>
                  <a:lnTo>
                    <a:pt x="523646" y="202819"/>
                  </a:lnTo>
                  <a:close/>
                </a:path>
                <a:path w="823595" h="575945">
                  <a:moveTo>
                    <a:pt x="554913" y="181038"/>
                  </a:moveTo>
                  <a:lnTo>
                    <a:pt x="531456" y="197370"/>
                  </a:lnTo>
                  <a:lnTo>
                    <a:pt x="536905" y="205193"/>
                  </a:lnTo>
                  <a:lnTo>
                    <a:pt x="560349" y="188861"/>
                  </a:lnTo>
                  <a:lnTo>
                    <a:pt x="554913" y="181038"/>
                  </a:lnTo>
                  <a:close/>
                </a:path>
                <a:path w="823595" h="575945">
                  <a:moveTo>
                    <a:pt x="586168" y="159270"/>
                  </a:moveTo>
                  <a:lnTo>
                    <a:pt x="562724" y="175602"/>
                  </a:lnTo>
                  <a:lnTo>
                    <a:pt x="568172" y="183413"/>
                  </a:lnTo>
                  <a:lnTo>
                    <a:pt x="591616" y="167081"/>
                  </a:lnTo>
                  <a:lnTo>
                    <a:pt x="586168" y="159270"/>
                  </a:lnTo>
                  <a:close/>
                </a:path>
                <a:path w="823595" h="575945">
                  <a:moveTo>
                    <a:pt x="617435" y="137490"/>
                  </a:moveTo>
                  <a:lnTo>
                    <a:pt x="593991" y="153822"/>
                  </a:lnTo>
                  <a:lnTo>
                    <a:pt x="599427" y="161632"/>
                  </a:lnTo>
                  <a:lnTo>
                    <a:pt x="622871" y="145300"/>
                  </a:lnTo>
                  <a:lnTo>
                    <a:pt x="617435" y="137490"/>
                  </a:lnTo>
                  <a:close/>
                </a:path>
                <a:path w="823595" h="575945">
                  <a:moveTo>
                    <a:pt x="648690" y="115709"/>
                  </a:moveTo>
                  <a:lnTo>
                    <a:pt x="625246" y="132041"/>
                  </a:lnTo>
                  <a:lnTo>
                    <a:pt x="630694" y="139865"/>
                  </a:lnTo>
                  <a:lnTo>
                    <a:pt x="654138" y="123532"/>
                  </a:lnTo>
                  <a:lnTo>
                    <a:pt x="648690" y="115709"/>
                  </a:lnTo>
                  <a:close/>
                </a:path>
                <a:path w="823595" h="575945">
                  <a:moveTo>
                    <a:pt x="679957" y="93929"/>
                  </a:moveTo>
                  <a:lnTo>
                    <a:pt x="656513" y="110261"/>
                  </a:lnTo>
                  <a:lnTo>
                    <a:pt x="661949" y="118084"/>
                  </a:lnTo>
                  <a:lnTo>
                    <a:pt x="685406" y="101752"/>
                  </a:lnTo>
                  <a:lnTo>
                    <a:pt x="679957" y="93929"/>
                  </a:lnTo>
                  <a:close/>
                </a:path>
                <a:path w="823595" h="575945">
                  <a:moveTo>
                    <a:pt x="711225" y="72161"/>
                  </a:moveTo>
                  <a:lnTo>
                    <a:pt x="687768" y="88493"/>
                  </a:lnTo>
                  <a:lnTo>
                    <a:pt x="693216" y="96304"/>
                  </a:lnTo>
                  <a:lnTo>
                    <a:pt x="716661" y="79971"/>
                  </a:lnTo>
                  <a:lnTo>
                    <a:pt x="711225" y="721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28255" y="27952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312370" y="2976879"/>
            <a:ext cx="5053965" cy="1077595"/>
            <a:chOff x="2312370" y="2976879"/>
            <a:chExt cx="5053965" cy="1077595"/>
          </a:xfrm>
        </p:grpSpPr>
        <p:sp>
          <p:nvSpPr>
            <p:cNvPr id="12" name="object 12" descr=""/>
            <p:cNvSpPr/>
            <p:nvPr/>
          </p:nvSpPr>
          <p:spPr>
            <a:xfrm>
              <a:off x="2987040" y="3528059"/>
              <a:ext cx="2664460" cy="146685"/>
            </a:xfrm>
            <a:custGeom>
              <a:avLst/>
              <a:gdLst/>
              <a:ahLst/>
              <a:cxnLst/>
              <a:rect l="l" t="t" r="r" b="b"/>
              <a:pathLst>
                <a:path w="2664460" h="146685">
                  <a:moveTo>
                    <a:pt x="2590800" y="0"/>
                  </a:moveTo>
                  <a:lnTo>
                    <a:pt x="2590800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2590800" y="109727"/>
                  </a:lnTo>
                  <a:lnTo>
                    <a:pt x="2590800" y="146303"/>
                  </a:lnTo>
                  <a:lnTo>
                    <a:pt x="2663952" y="73151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981642" y="3516566"/>
              <a:ext cx="2676525" cy="170180"/>
            </a:xfrm>
            <a:custGeom>
              <a:avLst/>
              <a:gdLst/>
              <a:ahLst/>
              <a:cxnLst/>
              <a:rect l="l" t="t" r="r" b="b"/>
              <a:pathLst>
                <a:path w="2676525" h="170179">
                  <a:moveTo>
                    <a:pt x="2591117" y="121500"/>
                  </a:moveTo>
                  <a:lnTo>
                    <a:pt x="2591117" y="169672"/>
                  </a:lnTo>
                  <a:lnTo>
                    <a:pt x="2602611" y="158178"/>
                  </a:lnTo>
                  <a:lnTo>
                    <a:pt x="2600642" y="158178"/>
                  </a:lnTo>
                  <a:lnTo>
                    <a:pt x="2592514" y="154813"/>
                  </a:lnTo>
                  <a:lnTo>
                    <a:pt x="2600642" y="146685"/>
                  </a:lnTo>
                  <a:lnTo>
                    <a:pt x="2600642" y="126263"/>
                  </a:lnTo>
                  <a:lnTo>
                    <a:pt x="2595880" y="126263"/>
                  </a:lnTo>
                  <a:lnTo>
                    <a:pt x="2591117" y="121500"/>
                  </a:lnTo>
                  <a:close/>
                </a:path>
                <a:path w="2676525" h="170179">
                  <a:moveTo>
                    <a:pt x="2600642" y="146685"/>
                  </a:moveTo>
                  <a:lnTo>
                    <a:pt x="2592514" y="154813"/>
                  </a:lnTo>
                  <a:lnTo>
                    <a:pt x="2600642" y="158178"/>
                  </a:lnTo>
                  <a:lnTo>
                    <a:pt x="2600642" y="146685"/>
                  </a:lnTo>
                  <a:close/>
                </a:path>
                <a:path w="2676525" h="170179">
                  <a:moveTo>
                    <a:pt x="2662491" y="84836"/>
                  </a:moveTo>
                  <a:lnTo>
                    <a:pt x="2600642" y="146685"/>
                  </a:lnTo>
                  <a:lnTo>
                    <a:pt x="2600642" y="158178"/>
                  </a:lnTo>
                  <a:lnTo>
                    <a:pt x="2602611" y="158178"/>
                  </a:lnTo>
                  <a:lnTo>
                    <a:pt x="2672588" y="88201"/>
                  </a:lnTo>
                  <a:lnTo>
                    <a:pt x="2665857" y="88201"/>
                  </a:lnTo>
                  <a:lnTo>
                    <a:pt x="2662491" y="84836"/>
                  </a:lnTo>
                  <a:close/>
                </a:path>
                <a:path w="2676525" h="170179">
                  <a:moveTo>
                    <a:pt x="2591117" y="43395"/>
                  </a:moveTo>
                  <a:lnTo>
                    <a:pt x="0" y="43395"/>
                  </a:lnTo>
                  <a:lnTo>
                    <a:pt x="0" y="126263"/>
                  </a:lnTo>
                  <a:lnTo>
                    <a:pt x="2591117" y="126263"/>
                  </a:lnTo>
                  <a:lnTo>
                    <a:pt x="2591117" y="121500"/>
                  </a:lnTo>
                  <a:lnTo>
                    <a:pt x="9525" y="121500"/>
                  </a:lnTo>
                  <a:lnTo>
                    <a:pt x="4762" y="116738"/>
                  </a:lnTo>
                  <a:lnTo>
                    <a:pt x="9525" y="116738"/>
                  </a:lnTo>
                  <a:lnTo>
                    <a:pt x="9525" y="52920"/>
                  </a:lnTo>
                  <a:lnTo>
                    <a:pt x="4762" y="52920"/>
                  </a:lnTo>
                  <a:lnTo>
                    <a:pt x="9525" y="48171"/>
                  </a:lnTo>
                  <a:lnTo>
                    <a:pt x="2591117" y="48171"/>
                  </a:lnTo>
                  <a:lnTo>
                    <a:pt x="2591117" y="43395"/>
                  </a:lnTo>
                  <a:close/>
                </a:path>
                <a:path w="2676525" h="170179">
                  <a:moveTo>
                    <a:pt x="2600642" y="116738"/>
                  </a:moveTo>
                  <a:lnTo>
                    <a:pt x="9525" y="116738"/>
                  </a:lnTo>
                  <a:lnTo>
                    <a:pt x="9525" y="121500"/>
                  </a:lnTo>
                  <a:lnTo>
                    <a:pt x="2591117" y="121500"/>
                  </a:lnTo>
                  <a:lnTo>
                    <a:pt x="2595880" y="126263"/>
                  </a:lnTo>
                  <a:lnTo>
                    <a:pt x="2600642" y="126263"/>
                  </a:lnTo>
                  <a:lnTo>
                    <a:pt x="2600642" y="116738"/>
                  </a:lnTo>
                  <a:close/>
                </a:path>
                <a:path w="2676525" h="170179">
                  <a:moveTo>
                    <a:pt x="9525" y="116738"/>
                  </a:moveTo>
                  <a:lnTo>
                    <a:pt x="4762" y="116738"/>
                  </a:lnTo>
                  <a:lnTo>
                    <a:pt x="9525" y="121500"/>
                  </a:lnTo>
                  <a:lnTo>
                    <a:pt x="9525" y="116738"/>
                  </a:lnTo>
                  <a:close/>
                </a:path>
                <a:path w="2676525" h="170179">
                  <a:moveTo>
                    <a:pt x="2665857" y="81470"/>
                  </a:moveTo>
                  <a:lnTo>
                    <a:pt x="2662491" y="84836"/>
                  </a:lnTo>
                  <a:lnTo>
                    <a:pt x="2665857" y="88201"/>
                  </a:lnTo>
                  <a:lnTo>
                    <a:pt x="2665857" y="81470"/>
                  </a:lnTo>
                  <a:close/>
                </a:path>
                <a:path w="2676525" h="170179">
                  <a:moveTo>
                    <a:pt x="2672588" y="81470"/>
                  </a:moveTo>
                  <a:lnTo>
                    <a:pt x="2665857" y="81470"/>
                  </a:lnTo>
                  <a:lnTo>
                    <a:pt x="2665857" y="88201"/>
                  </a:lnTo>
                  <a:lnTo>
                    <a:pt x="2672588" y="88201"/>
                  </a:lnTo>
                  <a:lnTo>
                    <a:pt x="2675953" y="84836"/>
                  </a:lnTo>
                  <a:lnTo>
                    <a:pt x="2672588" y="81470"/>
                  </a:lnTo>
                  <a:close/>
                </a:path>
                <a:path w="2676525" h="170179">
                  <a:moveTo>
                    <a:pt x="2602611" y="11493"/>
                  </a:moveTo>
                  <a:lnTo>
                    <a:pt x="2600642" y="11493"/>
                  </a:lnTo>
                  <a:lnTo>
                    <a:pt x="2600642" y="22987"/>
                  </a:lnTo>
                  <a:lnTo>
                    <a:pt x="2662491" y="84836"/>
                  </a:lnTo>
                  <a:lnTo>
                    <a:pt x="2665857" y="81470"/>
                  </a:lnTo>
                  <a:lnTo>
                    <a:pt x="2672588" y="81470"/>
                  </a:lnTo>
                  <a:lnTo>
                    <a:pt x="2602611" y="11493"/>
                  </a:lnTo>
                  <a:close/>
                </a:path>
                <a:path w="2676525" h="170179">
                  <a:moveTo>
                    <a:pt x="9525" y="48171"/>
                  </a:moveTo>
                  <a:lnTo>
                    <a:pt x="4762" y="52920"/>
                  </a:lnTo>
                  <a:lnTo>
                    <a:pt x="9525" y="52920"/>
                  </a:lnTo>
                  <a:lnTo>
                    <a:pt x="9525" y="48171"/>
                  </a:lnTo>
                  <a:close/>
                </a:path>
                <a:path w="2676525" h="170179">
                  <a:moveTo>
                    <a:pt x="2600642" y="43395"/>
                  </a:moveTo>
                  <a:lnTo>
                    <a:pt x="2595880" y="43395"/>
                  </a:lnTo>
                  <a:lnTo>
                    <a:pt x="2591117" y="48171"/>
                  </a:lnTo>
                  <a:lnTo>
                    <a:pt x="9525" y="48171"/>
                  </a:lnTo>
                  <a:lnTo>
                    <a:pt x="9525" y="52920"/>
                  </a:lnTo>
                  <a:lnTo>
                    <a:pt x="2600642" y="52920"/>
                  </a:lnTo>
                  <a:lnTo>
                    <a:pt x="2600642" y="43395"/>
                  </a:lnTo>
                  <a:close/>
                </a:path>
                <a:path w="2676525" h="170179">
                  <a:moveTo>
                    <a:pt x="2591117" y="0"/>
                  </a:moveTo>
                  <a:lnTo>
                    <a:pt x="2591117" y="48171"/>
                  </a:lnTo>
                  <a:lnTo>
                    <a:pt x="2595880" y="43395"/>
                  </a:lnTo>
                  <a:lnTo>
                    <a:pt x="2600642" y="43395"/>
                  </a:lnTo>
                  <a:lnTo>
                    <a:pt x="2600642" y="22987"/>
                  </a:lnTo>
                  <a:lnTo>
                    <a:pt x="2592514" y="14859"/>
                  </a:lnTo>
                  <a:lnTo>
                    <a:pt x="2600642" y="11493"/>
                  </a:lnTo>
                  <a:lnTo>
                    <a:pt x="2602611" y="11493"/>
                  </a:lnTo>
                  <a:lnTo>
                    <a:pt x="2591117" y="0"/>
                  </a:lnTo>
                  <a:close/>
                </a:path>
                <a:path w="2676525" h="170179">
                  <a:moveTo>
                    <a:pt x="2600642" y="11493"/>
                  </a:moveTo>
                  <a:lnTo>
                    <a:pt x="2592514" y="14859"/>
                  </a:lnTo>
                  <a:lnTo>
                    <a:pt x="2600642" y="22987"/>
                  </a:lnTo>
                  <a:lnTo>
                    <a:pt x="2600642" y="11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84707" y="2976879"/>
              <a:ext cx="281940" cy="669925"/>
            </a:xfrm>
            <a:custGeom>
              <a:avLst/>
              <a:gdLst/>
              <a:ahLst/>
              <a:cxnLst/>
              <a:rect l="l" t="t" r="r" b="b"/>
              <a:pathLst>
                <a:path w="281940" h="669925">
                  <a:moveTo>
                    <a:pt x="259774" y="17595"/>
                  </a:moveTo>
                  <a:lnTo>
                    <a:pt x="252367" y="23447"/>
                  </a:lnTo>
                  <a:lnTo>
                    <a:pt x="0" y="666280"/>
                  </a:lnTo>
                  <a:lnTo>
                    <a:pt x="8864" y="669759"/>
                  </a:lnTo>
                  <a:lnTo>
                    <a:pt x="261226" y="26942"/>
                  </a:lnTo>
                  <a:lnTo>
                    <a:pt x="259774" y="17595"/>
                  </a:lnTo>
                  <a:close/>
                </a:path>
                <a:path w="281940" h="669925">
                  <a:moveTo>
                    <a:pt x="267783" y="7061"/>
                  </a:moveTo>
                  <a:lnTo>
                    <a:pt x="258800" y="7061"/>
                  </a:lnTo>
                  <a:lnTo>
                    <a:pt x="267665" y="10541"/>
                  </a:lnTo>
                  <a:lnTo>
                    <a:pt x="261226" y="26942"/>
                  </a:lnTo>
                  <a:lnTo>
                    <a:pt x="272059" y="96697"/>
                  </a:lnTo>
                  <a:lnTo>
                    <a:pt x="272592" y="98272"/>
                  </a:lnTo>
                  <a:lnTo>
                    <a:pt x="273621" y="99555"/>
                  </a:lnTo>
                  <a:lnTo>
                    <a:pt x="275171" y="100482"/>
                  </a:lnTo>
                  <a:lnTo>
                    <a:pt x="275419" y="100482"/>
                  </a:lnTo>
                  <a:lnTo>
                    <a:pt x="276669" y="100736"/>
                  </a:lnTo>
                  <a:lnTo>
                    <a:pt x="281470" y="95237"/>
                  </a:lnTo>
                  <a:lnTo>
                    <a:pt x="267783" y="7061"/>
                  </a:lnTo>
                  <a:close/>
                </a:path>
                <a:path w="281940" h="669925">
                  <a:moveTo>
                    <a:pt x="266687" y="0"/>
                  </a:moveTo>
                  <a:lnTo>
                    <a:pt x="191058" y="59753"/>
                  </a:lnTo>
                  <a:lnTo>
                    <a:pt x="189953" y="60985"/>
                  </a:lnTo>
                  <a:lnTo>
                    <a:pt x="189344" y="62522"/>
                  </a:lnTo>
                  <a:lnTo>
                    <a:pt x="189293" y="64173"/>
                  </a:lnTo>
                  <a:lnTo>
                    <a:pt x="189814" y="65747"/>
                  </a:lnTo>
                  <a:lnTo>
                    <a:pt x="190842" y="67043"/>
                  </a:lnTo>
                  <a:lnTo>
                    <a:pt x="192418" y="68008"/>
                  </a:lnTo>
                  <a:lnTo>
                    <a:pt x="192730" y="68008"/>
                  </a:lnTo>
                  <a:lnTo>
                    <a:pt x="193865" y="68249"/>
                  </a:lnTo>
                  <a:lnTo>
                    <a:pt x="195503" y="68008"/>
                  </a:lnTo>
                  <a:lnTo>
                    <a:pt x="196964" y="67221"/>
                  </a:lnTo>
                  <a:lnTo>
                    <a:pt x="252367" y="23447"/>
                  </a:lnTo>
                  <a:lnTo>
                    <a:pt x="258800" y="7061"/>
                  </a:lnTo>
                  <a:lnTo>
                    <a:pt x="267783" y="7061"/>
                  </a:lnTo>
                  <a:lnTo>
                    <a:pt x="266687" y="0"/>
                  </a:lnTo>
                  <a:close/>
                </a:path>
                <a:path w="281940" h="669925">
                  <a:moveTo>
                    <a:pt x="265076" y="9525"/>
                  </a:moveTo>
                  <a:lnTo>
                    <a:pt x="258521" y="9525"/>
                  </a:lnTo>
                  <a:lnTo>
                    <a:pt x="266179" y="12534"/>
                  </a:lnTo>
                  <a:lnTo>
                    <a:pt x="259774" y="17595"/>
                  </a:lnTo>
                  <a:lnTo>
                    <a:pt x="261226" y="26942"/>
                  </a:lnTo>
                  <a:lnTo>
                    <a:pt x="267665" y="10541"/>
                  </a:lnTo>
                  <a:lnTo>
                    <a:pt x="265076" y="9525"/>
                  </a:lnTo>
                  <a:close/>
                </a:path>
                <a:path w="281940" h="669925">
                  <a:moveTo>
                    <a:pt x="258800" y="7061"/>
                  </a:moveTo>
                  <a:lnTo>
                    <a:pt x="252367" y="23447"/>
                  </a:lnTo>
                  <a:lnTo>
                    <a:pt x="259774" y="17595"/>
                  </a:lnTo>
                  <a:lnTo>
                    <a:pt x="258521" y="9525"/>
                  </a:lnTo>
                  <a:lnTo>
                    <a:pt x="265076" y="9525"/>
                  </a:lnTo>
                  <a:lnTo>
                    <a:pt x="258800" y="7061"/>
                  </a:lnTo>
                  <a:close/>
                </a:path>
                <a:path w="281940" h="669925">
                  <a:moveTo>
                    <a:pt x="258521" y="9525"/>
                  </a:moveTo>
                  <a:lnTo>
                    <a:pt x="259774" y="17595"/>
                  </a:lnTo>
                  <a:lnTo>
                    <a:pt x="266179" y="12534"/>
                  </a:lnTo>
                  <a:lnTo>
                    <a:pt x="258521" y="9525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2370" y="3721275"/>
              <a:ext cx="2177289" cy="32473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6776" y="3714763"/>
              <a:ext cx="2466764" cy="33937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6151689" y="2980359"/>
            <a:ext cx="106045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50" i="1">
                <a:latin typeface="Times New Roman"/>
                <a:cs typeface="Times New Roman"/>
              </a:rPr>
              <a:t>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810332" y="2595803"/>
            <a:ext cx="78105" cy="1384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50" i="1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178035" y="2708808"/>
            <a:ext cx="1154430" cy="1384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04800" algn="l"/>
                <a:tab pos="648970" algn="l"/>
                <a:tab pos="1094105" algn="l"/>
              </a:tabLst>
            </a:pPr>
            <a:r>
              <a:rPr dirty="0" sz="700" spc="-50" i="1">
                <a:latin typeface="Times New Roman"/>
                <a:cs typeface="Times New Roman"/>
              </a:rPr>
              <a:t>i</a:t>
            </a:r>
            <a:r>
              <a:rPr dirty="0" sz="700" i="1">
                <a:latin typeface="Times New Roman"/>
                <a:cs typeface="Times New Roman"/>
              </a:rPr>
              <a:t>	i</a:t>
            </a:r>
            <a:r>
              <a:rPr dirty="0" sz="700" spc="445" i="1">
                <a:latin typeface="Times New Roman"/>
                <a:cs typeface="Times New Roman"/>
              </a:rPr>
              <a:t> </a:t>
            </a:r>
            <a:r>
              <a:rPr dirty="0" sz="700" spc="-50" i="1">
                <a:latin typeface="Times New Roman"/>
                <a:cs typeface="Times New Roman"/>
              </a:rPr>
              <a:t>i</a:t>
            </a:r>
            <a:r>
              <a:rPr dirty="0" sz="700" i="1">
                <a:latin typeface="Times New Roman"/>
                <a:cs typeface="Times New Roman"/>
              </a:rPr>
              <a:t>	</a:t>
            </a:r>
            <a:r>
              <a:rPr dirty="0" sz="700" spc="-50">
                <a:latin typeface="Microsoft YaHei UI"/>
                <a:cs typeface="Microsoft YaHei UI"/>
              </a:rPr>
              <a:t>1</a:t>
            </a:r>
            <a:r>
              <a:rPr dirty="0" sz="700">
                <a:latin typeface="Microsoft YaHei UI"/>
                <a:cs typeface="Microsoft YaHei UI"/>
              </a:rPr>
              <a:t>	</a:t>
            </a:r>
            <a:r>
              <a:rPr dirty="0" sz="700" spc="-50">
                <a:latin typeface="Microsoft YaHei UI"/>
                <a:cs typeface="Microsoft YaHei UI"/>
              </a:rPr>
              <a:t>2</a:t>
            </a:r>
            <a:endParaRPr sz="7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719577" y="3104337"/>
            <a:ext cx="3327400" cy="2578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905"/>
              </a:lnSpc>
              <a:spcBef>
                <a:spcPts val="114"/>
              </a:spcBef>
              <a:tabLst>
                <a:tab pos="1642745" algn="l"/>
              </a:tabLst>
            </a:pPr>
            <a:r>
              <a:rPr dirty="0" baseline="26666" sz="1875" spc="-540">
                <a:latin typeface="Microsoft YaHei UI"/>
                <a:cs typeface="Microsoft YaHei UI"/>
              </a:rPr>
              <a:t>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70">
                <a:latin typeface="Microsoft YaHei UI"/>
                <a:cs typeface="Microsoft YaHei UI"/>
              </a:rPr>
              <a:t>(2,1),</a:t>
            </a:r>
            <a:r>
              <a:rPr dirty="0" sz="1250" spc="-160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200">
                <a:latin typeface="Microsoft YaHei UI"/>
                <a:cs typeface="Microsoft YaHei UI"/>
              </a:rPr>
              <a:t>(2,2)</a:t>
            </a:r>
            <a:r>
              <a:rPr dirty="0" baseline="26666" sz="1875" spc="-300">
                <a:latin typeface="Microsoft YaHei UI"/>
                <a:cs typeface="Microsoft YaHei UI"/>
              </a:rPr>
              <a:t></a:t>
            </a:r>
            <a:r>
              <a:rPr dirty="0" sz="1250" spc="-200" i="1">
                <a:latin typeface="Times New Roman"/>
                <a:cs typeface="Times New Roman"/>
              </a:rPr>
              <a:t>d</a:t>
            </a:r>
            <a:r>
              <a:rPr dirty="0" sz="1250" spc="-150" i="1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Microsoft YaHei UI"/>
                <a:cs typeface="Microsoft YaHei UI"/>
              </a:rPr>
              <a:t>(2)</a:t>
            </a:r>
            <a:r>
              <a:rPr dirty="0" baseline="26666" sz="1875" spc="-30">
                <a:latin typeface="Microsoft YaHei UI"/>
                <a:cs typeface="Microsoft YaHei UI"/>
              </a:rPr>
              <a:t></a:t>
            </a:r>
            <a:r>
              <a:rPr dirty="0" baseline="26666" sz="1875">
                <a:latin typeface="Microsoft YaHei UI"/>
                <a:cs typeface="Microsoft YaHei UI"/>
              </a:rPr>
              <a:t>	</a:t>
            </a:r>
            <a:r>
              <a:rPr dirty="0" baseline="26666" sz="1875" spc="-540">
                <a:latin typeface="Microsoft YaHei UI"/>
                <a:cs typeface="Microsoft YaHei UI"/>
              </a:rPr>
              <a:t>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80" i="1">
                <a:latin typeface="Times New Roman"/>
                <a:cs typeface="Times New Roman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(2,1)</a:t>
            </a:r>
            <a:r>
              <a:rPr dirty="0" sz="1250" spc="-65" i="1">
                <a:latin typeface="Times New Roman"/>
                <a:cs typeface="Times New Roman"/>
              </a:rPr>
              <a:t>d</a:t>
            </a:r>
            <a:r>
              <a:rPr dirty="0" sz="1250" spc="-155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35">
                <a:latin typeface="Microsoft YaHei UI"/>
                <a:cs typeface="Microsoft YaHei UI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+</a:t>
            </a:r>
            <a:r>
              <a:rPr dirty="0" sz="1250" spc="-90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75" i="1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Microsoft YaHei UI"/>
                <a:cs typeface="Microsoft YaHei UI"/>
              </a:rPr>
              <a:t>(2,2)</a:t>
            </a:r>
            <a:r>
              <a:rPr dirty="0" sz="1250" spc="-25" i="1">
                <a:latin typeface="Times New Roman"/>
                <a:cs typeface="Times New Roman"/>
              </a:rPr>
              <a:t>d</a:t>
            </a:r>
            <a:r>
              <a:rPr dirty="0" sz="1250" spc="-155" i="1">
                <a:latin typeface="Times New Roman"/>
                <a:cs typeface="Times New Roman"/>
              </a:rPr>
              <a:t> </a:t>
            </a:r>
            <a:r>
              <a:rPr dirty="0" sz="1250" spc="-90">
                <a:latin typeface="Microsoft YaHei UI"/>
                <a:cs typeface="Microsoft YaHei UI"/>
              </a:rPr>
              <a:t>(2)</a:t>
            </a:r>
            <a:r>
              <a:rPr dirty="0" baseline="26666" sz="1875" spc="-135">
                <a:latin typeface="Microsoft YaHei UI"/>
                <a:cs typeface="Microsoft YaHei UI"/>
              </a:rPr>
              <a:t></a:t>
            </a:r>
            <a:endParaRPr baseline="26666" sz="1875">
              <a:latin typeface="Microsoft YaHei UI"/>
              <a:cs typeface="Microsoft YaHei UI"/>
            </a:endParaRPr>
          </a:p>
          <a:p>
            <a:pPr marL="50800">
              <a:lnSpc>
                <a:spcPts val="905"/>
              </a:lnSpc>
              <a:tabLst>
                <a:tab pos="975360" algn="l"/>
                <a:tab pos="1410335" algn="l"/>
                <a:tab pos="1642745" algn="l"/>
                <a:tab pos="3214370" algn="l"/>
              </a:tabLst>
            </a:pPr>
            <a:r>
              <a:rPr dirty="0" sz="1250" spc="-825">
                <a:latin typeface="Microsoft YaHei UI"/>
                <a:cs typeface="Microsoft YaHei UI"/>
              </a:rPr>
              <a:t>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765">
                <a:latin typeface="Microsoft YaHei UI"/>
                <a:cs typeface="Microsoft YaHei UI"/>
              </a:rPr>
              <a:t>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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</a:t>
            </a:r>
            <a:endParaRPr sz="125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01227" y="2861449"/>
            <a:ext cx="3905250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42222" sz="1875" spc="-135" i="1">
                <a:latin typeface="Times New Roman"/>
                <a:cs typeface="Times New Roman"/>
              </a:rPr>
              <a:t>S</a:t>
            </a:r>
            <a:r>
              <a:rPr dirty="0" baseline="-42222" sz="1875" spc="-135">
                <a:latin typeface="Microsoft YaHei UI"/>
                <a:cs typeface="Microsoft YaHei UI"/>
              </a:rPr>
              <a:t>d</a:t>
            </a:r>
            <a:r>
              <a:rPr dirty="0" baseline="-42222" sz="1875" spc="-75">
                <a:latin typeface="Microsoft YaHei UI"/>
                <a:cs typeface="Microsoft YaHei UI"/>
              </a:rPr>
              <a:t> </a:t>
            </a:r>
            <a:r>
              <a:rPr dirty="0" baseline="-42222" sz="1875" spc="-359">
                <a:latin typeface="Microsoft YaHei UI"/>
                <a:cs typeface="Microsoft YaHei UI"/>
              </a:rPr>
              <a:t>=</a:t>
            </a:r>
            <a:r>
              <a:rPr dirty="0" baseline="-42222" sz="1875" spc="-82">
                <a:latin typeface="Microsoft YaHei UI"/>
                <a:cs typeface="Microsoft YaHei UI"/>
              </a:rPr>
              <a:t> </a:t>
            </a:r>
            <a:r>
              <a:rPr dirty="0" baseline="-4444" sz="1875" spc="-540">
                <a:latin typeface="Microsoft YaHei UI"/>
                <a:cs typeface="Microsoft YaHei UI"/>
              </a:rPr>
              <a:t>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110">
                <a:latin typeface="Microsoft YaHei UI"/>
                <a:cs typeface="Microsoft YaHei UI"/>
              </a:rPr>
              <a:t>(1,1),</a:t>
            </a:r>
            <a:r>
              <a:rPr dirty="0" sz="1250" spc="-195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Microsoft YaHei UI"/>
                <a:cs typeface="Microsoft YaHei UI"/>
              </a:rPr>
              <a:t>(1,2)</a:t>
            </a:r>
            <a:r>
              <a:rPr dirty="0" sz="1250" spc="140">
                <a:latin typeface="Microsoft YaHei UI"/>
                <a:cs typeface="Microsoft YaHei UI"/>
              </a:rPr>
              <a:t> </a:t>
            </a:r>
            <a:r>
              <a:rPr dirty="0" baseline="-4444" sz="1875" spc="-712">
                <a:latin typeface="Microsoft YaHei UI"/>
                <a:cs typeface="Microsoft YaHei UI"/>
              </a:rPr>
              <a:t></a:t>
            </a:r>
            <a:r>
              <a:rPr dirty="0" sz="1250" spc="-475" i="1">
                <a:latin typeface="Times New Roman"/>
                <a:cs typeface="Times New Roman"/>
              </a:rPr>
              <a:t>d</a:t>
            </a:r>
            <a:r>
              <a:rPr dirty="0" sz="1250" spc="-175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00">
                <a:latin typeface="Microsoft YaHei UI"/>
                <a:cs typeface="Microsoft YaHei UI"/>
              </a:rPr>
              <a:t> </a:t>
            </a:r>
            <a:r>
              <a:rPr dirty="0" baseline="-4444" sz="1875" spc="-1162">
                <a:latin typeface="Microsoft YaHei UI"/>
                <a:cs typeface="Microsoft YaHei UI"/>
              </a:rPr>
              <a:t></a:t>
            </a:r>
            <a:r>
              <a:rPr dirty="0" baseline="-4444" sz="1875" spc="-67">
                <a:latin typeface="Microsoft YaHei UI"/>
                <a:cs typeface="Microsoft YaHei UI"/>
              </a:rPr>
              <a:t> </a:t>
            </a:r>
            <a:r>
              <a:rPr dirty="0" baseline="-42222" sz="1875" spc="-359">
                <a:latin typeface="Microsoft YaHei UI"/>
                <a:cs typeface="Microsoft YaHei UI"/>
              </a:rPr>
              <a:t>=</a:t>
            </a:r>
            <a:r>
              <a:rPr dirty="0" baseline="-42222" sz="1875" spc="-82">
                <a:latin typeface="Microsoft YaHei UI"/>
                <a:cs typeface="Microsoft YaHei UI"/>
              </a:rPr>
              <a:t> </a:t>
            </a:r>
            <a:r>
              <a:rPr dirty="0" baseline="-4444" sz="1875" spc="-540">
                <a:latin typeface="Microsoft YaHei UI"/>
                <a:cs typeface="Microsoft YaHei UI"/>
              </a:rPr>
              <a:t>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(1,1)</a:t>
            </a:r>
            <a:r>
              <a:rPr dirty="0" sz="1250" spc="-105" i="1">
                <a:latin typeface="Times New Roman"/>
                <a:cs typeface="Times New Roman"/>
              </a:rPr>
              <a:t>d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60">
                <a:latin typeface="Microsoft YaHei UI"/>
                <a:cs typeface="Microsoft YaHei UI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+</a:t>
            </a:r>
            <a:r>
              <a:rPr dirty="0" sz="1250" spc="-114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(1,2)</a:t>
            </a:r>
            <a:r>
              <a:rPr dirty="0" sz="1250" spc="-65" i="1">
                <a:latin typeface="Times New Roman"/>
                <a:cs typeface="Times New Roman"/>
              </a:rPr>
              <a:t>d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(2)</a:t>
            </a:r>
            <a:r>
              <a:rPr dirty="0" sz="1250" spc="140">
                <a:latin typeface="Microsoft YaHei UI"/>
                <a:cs typeface="Microsoft YaHei UI"/>
              </a:rPr>
              <a:t> </a:t>
            </a:r>
            <a:r>
              <a:rPr dirty="0" baseline="-4444" sz="1875" spc="-1162">
                <a:latin typeface="Microsoft YaHei UI"/>
                <a:cs typeface="Microsoft YaHei UI"/>
              </a:rPr>
              <a:t></a:t>
            </a:r>
            <a:r>
              <a:rPr dirty="0" baseline="-4444" sz="1875" spc="-60">
                <a:latin typeface="Microsoft YaHei UI"/>
                <a:cs typeface="Microsoft YaHei UI"/>
              </a:rPr>
              <a:t> </a:t>
            </a:r>
            <a:r>
              <a:rPr dirty="0" baseline="-42222" sz="1875" spc="-352">
                <a:latin typeface="Microsoft YaHei UI"/>
                <a:cs typeface="Microsoft YaHei UI"/>
              </a:rPr>
              <a:t>=</a:t>
            </a:r>
            <a:r>
              <a:rPr dirty="0" baseline="-42222" sz="1875" spc="89">
                <a:latin typeface="Microsoft YaHei UI"/>
                <a:cs typeface="Microsoft YaHei UI"/>
              </a:rPr>
              <a:t> </a:t>
            </a:r>
            <a:r>
              <a:rPr dirty="0" baseline="-4444" sz="1875" spc="-75">
                <a:latin typeface="Microsoft YaHei UI"/>
                <a:cs typeface="Microsoft YaHei UI"/>
              </a:rPr>
              <a:t>~</a:t>
            </a:r>
            <a:endParaRPr baseline="-4444" sz="1875">
              <a:latin typeface="Microsoft YaHei UI"/>
              <a:cs typeface="Microsoft Ya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736543" y="2549715"/>
            <a:ext cx="1031875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i="1">
                <a:latin typeface="Verdana"/>
                <a:cs typeface="Verdana"/>
              </a:rPr>
              <a:t>λ</a:t>
            </a:r>
            <a:r>
              <a:rPr dirty="0" sz="1300" spc="110" i="1">
                <a:latin typeface="Verdana"/>
                <a:cs typeface="Verdana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75">
                <a:latin typeface="Microsoft YaHei UI"/>
                <a:cs typeface="Microsoft YaHei UI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2,</a:t>
            </a:r>
            <a:r>
              <a:rPr dirty="0" sz="1250" spc="-229">
                <a:latin typeface="Microsoft YaHei UI"/>
                <a:cs typeface="Microsoft YaHei UI"/>
              </a:rPr>
              <a:t> </a:t>
            </a:r>
            <a:r>
              <a:rPr dirty="0" sz="1300" i="1">
                <a:latin typeface="Verdana"/>
                <a:cs typeface="Verdana"/>
              </a:rPr>
              <a:t>λ</a:t>
            </a:r>
            <a:r>
              <a:rPr dirty="0" sz="1300" spc="290" i="1">
                <a:latin typeface="Verdana"/>
                <a:cs typeface="Verdana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95">
                <a:latin typeface="Microsoft YaHei UI"/>
                <a:cs typeface="Microsoft YaHei UI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0.5</a:t>
            </a:r>
            <a:r>
              <a:rPr dirty="0" sz="1650" spc="-65">
                <a:latin typeface="Microsoft YaHei UI"/>
                <a:cs typeface="Microsoft YaHei UI"/>
              </a:rPr>
              <a:t>)</a:t>
            </a:r>
            <a:endParaRPr sz="1650">
              <a:latin typeface="Microsoft YaHei UI"/>
              <a:cs typeface="Microsoft YaHei U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53576" y="2549715"/>
            <a:ext cx="131445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95" i="1">
                <a:latin typeface="Times New Roman"/>
                <a:cs typeface="Times New Roman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45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265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，</a:t>
            </a:r>
            <a:r>
              <a:rPr dirty="0" sz="1250" i="1">
                <a:latin typeface="Times New Roman"/>
                <a:cs typeface="Times New Roman"/>
              </a:rPr>
              <a:t>Sv</a:t>
            </a:r>
            <a:r>
              <a:rPr dirty="0" sz="1250" spc="345" i="1">
                <a:latin typeface="Times New Roman"/>
                <a:cs typeface="Times New Roman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85">
                <a:latin typeface="Microsoft YaHei UI"/>
                <a:cs typeface="Microsoft YaHei UI"/>
              </a:rPr>
              <a:t> </a:t>
            </a:r>
            <a:r>
              <a:rPr dirty="0" sz="1300" spc="-95" i="1">
                <a:latin typeface="Verdana"/>
                <a:cs typeface="Verdana"/>
              </a:rPr>
              <a:t>λ</a:t>
            </a:r>
            <a:r>
              <a:rPr dirty="0" sz="1300" spc="-195" i="1">
                <a:latin typeface="Verdana"/>
                <a:cs typeface="Verdana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v</a:t>
            </a:r>
            <a:r>
              <a:rPr dirty="0" sz="1250" spc="40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,</a:t>
            </a:r>
            <a:r>
              <a:rPr dirty="0" sz="1250" spc="-145">
                <a:latin typeface="Microsoft YaHei UI"/>
                <a:cs typeface="Microsoft YaHei UI"/>
              </a:rPr>
              <a:t> </a:t>
            </a:r>
            <a:r>
              <a:rPr dirty="0" sz="1650" spc="-50">
                <a:latin typeface="Microsoft YaHei UI"/>
                <a:cs typeface="Microsoft YaHei UI"/>
              </a:rPr>
              <a:t>(</a:t>
            </a:r>
            <a:endParaRPr sz="1650">
              <a:latin typeface="Microsoft YaHei UI"/>
              <a:cs typeface="Microsoft YaHei U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332" y="4785258"/>
            <a:ext cx="248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344016" y="259647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0" i="1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370673" y="2433383"/>
            <a:ext cx="1631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470">
                <a:latin typeface="Microsoft YaHei UI"/>
                <a:cs typeface="Microsoft YaHei UI"/>
              </a:rPr>
              <a:t>~</a:t>
            </a:r>
            <a:endParaRPr sz="2000">
              <a:latin typeface="Microsoft YaHei UI"/>
              <a:cs typeface="Microsoft YaHei U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42152" y="3776684"/>
            <a:ext cx="1991360" cy="265430"/>
            <a:chOff x="242152" y="3776684"/>
            <a:chExt cx="1991360" cy="265430"/>
          </a:xfrm>
        </p:grpSpPr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152" y="3776684"/>
              <a:ext cx="440490" cy="257827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956" y="3858535"/>
              <a:ext cx="826350" cy="18091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1750" y="3791249"/>
              <a:ext cx="591488" cy="250393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758" y="4183920"/>
            <a:ext cx="542000" cy="240381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858330" y="4125293"/>
            <a:ext cx="6749415" cy="2599055"/>
            <a:chOff x="858330" y="4125293"/>
            <a:chExt cx="6749415" cy="2599055"/>
          </a:xfrm>
        </p:grpSpPr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330" y="4188581"/>
              <a:ext cx="857577" cy="32162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7668" y="4228735"/>
              <a:ext cx="180360" cy="24022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43885" y="4216006"/>
              <a:ext cx="124538" cy="20955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41945" y="4174301"/>
              <a:ext cx="225132" cy="229393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145083" y="4359367"/>
              <a:ext cx="22860" cy="45720"/>
            </a:xfrm>
            <a:custGeom>
              <a:avLst/>
              <a:gdLst/>
              <a:ahLst/>
              <a:cxnLst/>
              <a:rect l="l" t="t" r="r" b="b"/>
              <a:pathLst>
                <a:path w="22860" h="45720">
                  <a:moveTo>
                    <a:pt x="10630" y="18360"/>
                  </a:moveTo>
                  <a:lnTo>
                    <a:pt x="0" y="42110"/>
                  </a:lnTo>
                  <a:lnTo>
                    <a:pt x="811" y="43983"/>
                  </a:lnTo>
                  <a:lnTo>
                    <a:pt x="3891" y="45201"/>
                  </a:lnTo>
                  <a:lnTo>
                    <a:pt x="5515" y="44684"/>
                  </a:lnTo>
                  <a:lnTo>
                    <a:pt x="17622" y="22923"/>
                  </a:lnTo>
                  <a:lnTo>
                    <a:pt x="15198" y="22923"/>
                  </a:lnTo>
                  <a:lnTo>
                    <a:pt x="11285" y="20714"/>
                  </a:lnTo>
                  <a:lnTo>
                    <a:pt x="10630" y="18360"/>
                  </a:lnTo>
                  <a:close/>
                </a:path>
                <a:path w="22860" h="45720">
                  <a:moveTo>
                    <a:pt x="21262" y="0"/>
                  </a:moveTo>
                  <a:lnTo>
                    <a:pt x="17146" y="0"/>
                  </a:lnTo>
                  <a:lnTo>
                    <a:pt x="15765" y="1216"/>
                  </a:lnTo>
                  <a:lnTo>
                    <a:pt x="15353" y="7755"/>
                  </a:lnTo>
                  <a:lnTo>
                    <a:pt x="13972" y="12249"/>
                  </a:lnTo>
                  <a:lnTo>
                    <a:pt x="12666" y="14561"/>
                  </a:lnTo>
                  <a:lnTo>
                    <a:pt x="12180" y="15370"/>
                  </a:lnTo>
                  <a:lnTo>
                    <a:pt x="11652" y="16361"/>
                  </a:lnTo>
                  <a:lnTo>
                    <a:pt x="10695" y="18232"/>
                  </a:lnTo>
                  <a:lnTo>
                    <a:pt x="10630" y="18360"/>
                  </a:lnTo>
                  <a:lnTo>
                    <a:pt x="11064" y="19921"/>
                  </a:lnTo>
                  <a:lnTo>
                    <a:pt x="11163" y="20276"/>
                  </a:lnTo>
                  <a:lnTo>
                    <a:pt x="11285" y="20714"/>
                  </a:lnTo>
                  <a:lnTo>
                    <a:pt x="15198" y="22923"/>
                  </a:lnTo>
                  <a:lnTo>
                    <a:pt x="17583" y="22259"/>
                  </a:lnTo>
                  <a:lnTo>
                    <a:pt x="19617" y="18232"/>
                  </a:lnTo>
                  <a:lnTo>
                    <a:pt x="19803" y="17749"/>
                  </a:lnTo>
                  <a:lnTo>
                    <a:pt x="19282" y="16361"/>
                  </a:lnTo>
                  <a:lnTo>
                    <a:pt x="18869" y="15370"/>
                  </a:lnTo>
                  <a:lnTo>
                    <a:pt x="16907" y="14561"/>
                  </a:lnTo>
                  <a:lnTo>
                    <a:pt x="12509" y="14561"/>
                  </a:lnTo>
                  <a:lnTo>
                    <a:pt x="14859" y="13717"/>
                  </a:lnTo>
                  <a:lnTo>
                    <a:pt x="21217" y="13717"/>
                  </a:lnTo>
                  <a:lnTo>
                    <a:pt x="22249" y="9109"/>
                  </a:lnTo>
                  <a:lnTo>
                    <a:pt x="22599" y="3576"/>
                  </a:lnTo>
                  <a:lnTo>
                    <a:pt x="22720" y="1656"/>
                  </a:lnTo>
                  <a:lnTo>
                    <a:pt x="21262" y="0"/>
                  </a:lnTo>
                  <a:close/>
                </a:path>
                <a:path w="22860" h="45720">
                  <a:moveTo>
                    <a:pt x="18607" y="20714"/>
                  </a:moveTo>
                  <a:lnTo>
                    <a:pt x="17583" y="22259"/>
                  </a:lnTo>
                  <a:lnTo>
                    <a:pt x="15198" y="22923"/>
                  </a:lnTo>
                  <a:lnTo>
                    <a:pt x="17622" y="22923"/>
                  </a:lnTo>
                  <a:lnTo>
                    <a:pt x="18607" y="20714"/>
                  </a:lnTo>
                  <a:close/>
                </a:path>
                <a:path w="22860" h="45720">
                  <a:moveTo>
                    <a:pt x="21217" y="13717"/>
                  </a:moveTo>
                  <a:lnTo>
                    <a:pt x="14859" y="13717"/>
                  </a:lnTo>
                  <a:lnTo>
                    <a:pt x="18869" y="15370"/>
                  </a:lnTo>
                  <a:lnTo>
                    <a:pt x="19860" y="17749"/>
                  </a:lnTo>
                  <a:lnTo>
                    <a:pt x="20336" y="16361"/>
                  </a:lnTo>
                  <a:lnTo>
                    <a:pt x="21028" y="14561"/>
                  </a:lnTo>
                  <a:lnTo>
                    <a:pt x="21217" y="13717"/>
                  </a:lnTo>
                  <a:close/>
                </a:path>
                <a:path w="22860" h="45720">
                  <a:moveTo>
                    <a:pt x="14859" y="13717"/>
                  </a:moveTo>
                  <a:lnTo>
                    <a:pt x="12509" y="14561"/>
                  </a:lnTo>
                  <a:lnTo>
                    <a:pt x="16907" y="14561"/>
                  </a:lnTo>
                  <a:lnTo>
                    <a:pt x="14859" y="13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15750" y="4125293"/>
              <a:ext cx="1263435" cy="32380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4395" y="4157659"/>
              <a:ext cx="215147" cy="28970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46015" y="4132774"/>
              <a:ext cx="2240766" cy="30254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33574" y="4955684"/>
              <a:ext cx="916319" cy="26940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22088" y="4928106"/>
              <a:ext cx="301352" cy="24746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7556" y="5329366"/>
              <a:ext cx="640282" cy="18910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64653" y="5306138"/>
              <a:ext cx="831214" cy="24178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3550" y="4174633"/>
              <a:ext cx="3294924" cy="252139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43464" y="4893166"/>
              <a:ext cx="1864038" cy="67464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860913" y="5486178"/>
              <a:ext cx="33655" cy="44450"/>
            </a:xfrm>
            <a:custGeom>
              <a:avLst/>
              <a:gdLst/>
              <a:ahLst/>
              <a:cxnLst/>
              <a:rect l="l" t="t" r="r" b="b"/>
              <a:pathLst>
                <a:path w="33654" h="44450">
                  <a:moveTo>
                    <a:pt x="18809" y="26918"/>
                  </a:moveTo>
                  <a:lnTo>
                    <a:pt x="18841" y="30304"/>
                  </a:lnTo>
                  <a:lnTo>
                    <a:pt x="18694" y="32482"/>
                  </a:lnTo>
                  <a:lnTo>
                    <a:pt x="13577" y="38313"/>
                  </a:lnTo>
                  <a:lnTo>
                    <a:pt x="13769" y="41248"/>
                  </a:lnTo>
                  <a:lnTo>
                    <a:pt x="16957" y="44046"/>
                  </a:lnTo>
                  <a:lnTo>
                    <a:pt x="18713" y="44387"/>
                  </a:lnTo>
                  <a:lnTo>
                    <a:pt x="24775" y="42270"/>
                  </a:lnTo>
                  <a:lnTo>
                    <a:pt x="28630" y="39225"/>
                  </a:lnTo>
                  <a:lnTo>
                    <a:pt x="33334" y="30304"/>
                  </a:lnTo>
                  <a:lnTo>
                    <a:pt x="33370" y="29448"/>
                  </a:lnTo>
                  <a:lnTo>
                    <a:pt x="22776" y="29448"/>
                  </a:lnTo>
                  <a:lnTo>
                    <a:pt x="18809" y="26918"/>
                  </a:lnTo>
                  <a:close/>
                </a:path>
                <a:path w="33654" h="44450">
                  <a:moveTo>
                    <a:pt x="25428" y="13641"/>
                  </a:moveTo>
                  <a:lnTo>
                    <a:pt x="20465" y="14738"/>
                  </a:lnTo>
                  <a:lnTo>
                    <a:pt x="19694" y="14738"/>
                  </a:lnTo>
                  <a:lnTo>
                    <a:pt x="17042" y="18922"/>
                  </a:lnTo>
                  <a:lnTo>
                    <a:pt x="18809" y="26918"/>
                  </a:lnTo>
                  <a:lnTo>
                    <a:pt x="22776" y="29448"/>
                  </a:lnTo>
                  <a:lnTo>
                    <a:pt x="30791" y="27678"/>
                  </a:lnTo>
                  <a:lnTo>
                    <a:pt x="33321" y="23711"/>
                  </a:lnTo>
                  <a:lnTo>
                    <a:pt x="32035" y="17890"/>
                  </a:lnTo>
                  <a:lnTo>
                    <a:pt x="16543" y="17890"/>
                  </a:lnTo>
                  <a:lnTo>
                    <a:pt x="22180" y="17445"/>
                  </a:lnTo>
                  <a:lnTo>
                    <a:pt x="25309" y="13782"/>
                  </a:lnTo>
                  <a:lnTo>
                    <a:pt x="25428" y="13641"/>
                  </a:lnTo>
                  <a:close/>
                </a:path>
                <a:path w="33654" h="44450">
                  <a:moveTo>
                    <a:pt x="33321" y="23711"/>
                  </a:moveTo>
                  <a:lnTo>
                    <a:pt x="30791" y="27678"/>
                  </a:lnTo>
                  <a:lnTo>
                    <a:pt x="22776" y="29448"/>
                  </a:lnTo>
                  <a:lnTo>
                    <a:pt x="33370" y="29448"/>
                  </a:lnTo>
                  <a:lnTo>
                    <a:pt x="33475" y="26918"/>
                  </a:lnTo>
                  <a:lnTo>
                    <a:pt x="33563" y="24806"/>
                  </a:lnTo>
                  <a:lnTo>
                    <a:pt x="33321" y="23711"/>
                  </a:lnTo>
                  <a:close/>
                </a:path>
                <a:path w="33654" h="44450">
                  <a:moveTo>
                    <a:pt x="16613" y="16976"/>
                  </a:moveTo>
                  <a:lnTo>
                    <a:pt x="16684" y="17445"/>
                  </a:lnTo>
                  <a:lnTo>
                    <a:pt x="17026" y="18922"/>
                  </a:lnTo>
                  <a:lnTo>
                    <a:pt x="17684" y="17890"/>
                  </a:lnTo>
                  <a:lnTo>
                    <a:pt x="16613" y="16976"/>
                  </a:lnTo>
                  <a:close/>
                </a:path>
                <a:path w="33654" h="44450">
                  <a:moveTo>
                    <a:pt x="20516" y="1450"/>
                  </a:moveTo>
                  <a:lnTo>
                    <a:pt x="15948" y="2040"/>
                  </a:lnTo>
                  <a:lnTo>
                    <a:pt x="11266" y="8114"/>
                  </a:lnTo>
                  <a:lnTo>
                    <a:pt x="11142" y="8274"/>
                  </a:lnTo>
                  <a:lnTo>
                    <a:pt x="11447" y="11334"/>
                  </a:lnTo>
                  <a:lnTo>
                    <a:pt x="11460" y="11470"/>
                  </a:lnTo>
                  <a:lnTo>
                    <a:pt x="11576" y="12628"/>
                  </a:lnTo>
                  <a:lnTo>
                    <a:pt x="14482" y="15156"/>
                  </a:lnTo>
                  <a:lnTo>
                    <a:pt x="17684" y="17890"/>
                  </a:lnTo>
                  <a:lnTo>
                    <a:pt x="19694" y="14738"/>
                  </a:lnTo>
                  <a:lnTo>
                    <a:pt x="20465" y="14738"/>
                  </a:lnTo>
                  <a:lnTo>
                    <a:pt x="25428" y="13641"/>
                  </a:lnTo>
                  <a:lnTo>
                    <a:pt x="27282" y="11470"/>
                  </a:lnTo>
                  <a:lnTo>
                    <a:pt x="27398" y="11334"/>
                  </a:lnTo>
                  <a:lnTo>
                    <a:pt x="27157" y="8274"/>
                  </a:lnTo>
                  <a:lnTo>
                    <a:pt x="27037" y="6742"/>
                  </a:lnTo>
                  <a:lnTo>
                    <a:pt x="23829" y="4005"/>
                  </a:lnTo>
                  <a:lnTo>
                    <a:pt x="20516" y="1450"/>
                  </a:lnTo>
                  <a:close/>
                </a:path>
                <a:path w="33654" h="44450">
                  <a:moveTo>
                    <a:pt x="27583" y="13166"/>
                  </a:moveTo>
                  <a:lnTo>
                    <a:pt x="25428" y="13641"/>
                  </a:lnTo>
                  <a:lnTo>
                    <a:pt x="22180" y="17445"/>
                  </a:lnTo>
                  <a:lnTo>
                    <a:pt x="16543" y="17890"/>
                  </a:lnTo>
                  <a:lnTo>
                    <a:pt x="32035" y="17890"/>
                  </a:lnTo>
                  <a:lnTo>
                    <a:pt x="31550" y="15696"/>
                  </a:lnTo>
                  <a:lnTo>
                    <a:pt x="27583" y="13166"/>
                  </a:lnTo>
                  <a:close/>
                </a:path>
                <a:path w="33654" h="44450">
                  <a:moveTo>
                    <a:pt x="30875" y="13166"/>
                  </a:moveTo>
                  <a:lnTo>
                    <a:pt x="27583" y="13166"/>
                  </a:lnTo>
                  <a:lnTo>
                    <a:pt x="31551" y="15696"/>
                  </a:lnTo>
                  <a:lnTo>
                    <a:pt x="31127" y="13782"/>
                  </a:lnTo>
                  <a:lnTo>
                    <a:pt x="31070" y="13641"/>
                  </a:lnTo>
                  <a:lnTo>
                    <a:pt x="30987" y="13439"/>
                  </a:lnTo>
                  <a:lnTo>
                    <a:pt x="30875" y="13166"/>
                  </a:lnTo>
                  <a:close/>
                </a:path>
                <a:path w="33654" h="44450">
                  <a:moveTo>
                    <a:pt x="16145" y="0"/>
                  </a:moveTo>
                  <a:lnTo>
                    <a:pt x="7890" y="1315"/>
                  </a:lnTo>
                  <a:lnTo>
                    <a:pt x="8057" y="1315"/>
                  </a:lnTo>
                  <a:lnTo>
                    <a:pt x="4776" y="3374"/>
                  </a:lnTo>
                  <a:lnTo>
                    <a:pt x="10" y="8114"/>
                  </a:lnTo>
                  <a:lnTo>
                    <a:pt x="0" y="11470"/>
                  </a:lnTo>
                  <a:lnTo>
                    <a:pt x="3664" y="15156"/>
                  </a:lnTo>
                  <a:lnTo>
                    <a:pt x="4065" y="15156"/>
                  </a:lnTo>
                  <a:lnTo>
                    <a:pt x="5807" y="15519"/>
                  </a:lnTo>
                  <a:lnTo>
                    <a:pt x="10189" y="13782"/>
                  </a:lnTo>
                  <a:lnTo>
                    <a:pt x="12471" y="13439"/>
                  </a:lnTo>
                  <a:lnTo>
                    <a:pt x="12193" y="13166"/>
                  </a:lnTo>
                  <a:lnTo>
                    <a:pt x="11576" y="12628"/>
                  </a:lnTo>
                  <a:lnTo>
                    <a:pt x="11142" y="8274"/>
                  </a:lnTo>
                  <a:lnTo>
                    <a:pt x="15948" y="2040"/>
                  </a:lnTo>
                  <a:lnTo>
                    <a:pt x="20516" y="1450"/>
                  </a:lnTo>
                  <a:lnTo>
                    <a:pt x="20403" y="1315"/>
                  </a:lnTo>
                  <a:lnTo>
                    <a:pt x="16145" y="0"/>
                  </a:lnTo>
                  <a:close/>
                </a:path>
                <a:path w="33654" h="44450">
                  <a:moveTo>
                    <a:pt x="23831" y="4005"/>
                  </a:moveTo>
                  <a:lnTo>
                    <a:pt x="27037" y="6742"/>
                  </a:lnTo>
                  <a:lnTo>
                    <a:pt x="27157" y="8274"/>
                  </a:lnTo>
                  <a:lnTo>
                    <a:pt x="27282" y="11470"/>
                  </a:lnTo>
                  <a:lnTo>
                    <a:pt x="25428" y="13641"/>
                  </a:lnTo>
                  <a:lnTo>
                    <a:pt x="27583" y="13166"/>
                  </a:lnTo>
                  <a:lnTo>
                    <a:pt x="30875" y="13166"/>
                  </a:lnTo>
                  <a:lnTo>
                    <a:pt x="28638" y="7711"/>
                  </a:lnTo>
                  <a:lnTo>
                    <a:pt x="23831" y="4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69023" y="5279965"/>
              <a:ext cx="1570047" cy="33295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33082" y="5709622"/>
              <a:ext cx="266664" cy="256761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108460" y="6298536"/>
              <a:ext cx="15240" cy="34290"/>
            </a:xfrm>
            <a:custGeom>
              <a:avLst/>
              <a:gdLst/>
              <a:ahLst/>
              <a:cxnLst/>
              <a:rect l="l" t="t" r="r" b="b"/>
              <a:pathLst>
                <a:path w="15239" h="34289">
                  <a:moveTo>
                    <a:pt x="9560" y="0"/>
                  </a:moveTo>
                  <a:lnTo>
                    <a:pt x="7635" y="1226"/>
                  </a:lnTo>
                  <a:lnTo>
                    <a:pt x="0" y="29967"/>
                  </a:lnTo>
                  <a:lnTo>
                    <a:pt x="1463" y="32489"/>
                  </a:lnTo>
                  <a:lnTo>
                    <a:pt x="1560" y="32657"/>
                  </a:lnTo>
                  <a:lnTo>
                    <a:pt x="6805" y="34050"/>
                  </a:lnTo>
                  <a:lnTo>
                    <a:pt x="9497" y="32489"/>
                  </a:lnTo>
                  <a:lnTo>
                    <a:pt x="10166" y="29967"/>
                  </a:lnTo>
                  <a:lnTo>
                    <a:pt x="10280" y="29469"/>
                  </a:lnTo>
                  <a:lnTo>
                    <a:pt x="15055" y="2744"/>
                  </a:lnTo>
                  <a:lnTo>
                    <a:pt x="13652" y="731"/>
                  </a:lnTo>
                  <a:lnTo>
                    <a:pt x="9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11834" y="6122561"/>
              <a:ext cx="322319" cy="218937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45630" y="6067571"/>
              <a:ext cx="1168115" cy="25379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86687" y="6039433"/>
              <a:ext cx="588689" cy="313178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27289" y="6425600"/>
              <a:ext cx="648380" cy="256894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14963" y="6505089"/>
              <a:ext cx="526420" cy="19841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08209" y="6438386"/>
              <a:ext cx="1048090" cy="285606"/>
            </a:xfrm>
            <a:prstGeom prst="rect">
              <a:avLst/>
            </a:prstGeom>
          </p:spPr>
        </p:pic>
      </p:grpSp>
      <p:pic>
        <p:nvPicPr>
          <p:cNvPr id="57" name="object 5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57313" y="4154390"/>
            <a:ext cx="1730564" cy="305012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258260" y="4895896"/>
            <a:ext cx="389887" cy="315337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05655" y="5216794"/>
            <a:ext cx="973918" cy="303248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682095" y="6115759"/>
            <a:ext cx="1066603" cy="246277"/>
          </a:xfrm>
          <a:prstGeom prst="rect">
            <a:avLst/>
          </a:prstGeom>
        </p:spPr>
      </p:pic>
      <p:sp>
        <p:nvSpPr>
          <p:cNvPr id="61" name="object 6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606805" y="2420620"/>
            <a:ext cx="1445895" cy="1346200"/>
            <a:chOff x="606805" y="2420620"/>
            <a:chExt cx="1445895" cy="1346200"/>
          </a:xfrm>
        </p:grpSpPr>
        <p:sp>
          <p:nvSpPr>
            <p:cNvPr id="4" name="object 4" descr=""/>
            <p:cNvSpPr/>
            <p:nvPr/>
          </p:nvSpPr>
          <p:spPr>
            <a:xfrm>
              <a:off x="606806" y="2420619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35"/>
                  </a:moveTo>
                  <a:lnTo>
                    <a:pt x="1437322" y="1291361"/>
                  </a:lnTo>
                  <a:lnTo>
                    <a:pt x="1361859" y="1248257"/>
                  </a:lnTo>
                  <a:lnTo>
                    <a:pt x="1360271" y="1247673"/>
                  </a:lnTo>
                  <a:lnTo>
                    <a:pt x="1358607" y="1247673"/>
                  </a:lnTo>
                  <a:lnTo>
                    <a:pt x="1357058" y="1248257"/>
                  </a:lnTo>
                  <a:lnTo>
                    <a:pt x="1355801" y="1249324"/>
                  </a:lnTo>
                  <a:lnTo>
                    <a:pt x="1354975" y="1250759"/>
                  </a:lnTo>
                  <a:lnTo>
                    <a:pt x="1354696" y="1252385"/>
                  </a:lnTo>
                  <a:lnTo>
                    <a:pt x="1354988" y="1254010"/>
                  </a:lnTo>
                  <a:lnTo>
                    <a:pt x="1355826" y="1255445"/>
                  </a:lnTo>
                  <a:lnTo>
                    <a:pt x="1357096" y="1256499"/>
                  </a:lnTo>
                  <a:lnTo>
                    <a:pt x="1418412" y="1291526"/>
                  </a:lnTo>
                  <a:lnTo>
                    <a:pt x="53911" y="1303934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86" y="27076"/>
                  </a:lnTo>
                  <a:lnTo>
                    <a:pt x="44386" y="1308735"/>
                  </a:lnTo>
                  <a:lnTo>
                    <a:pt x="49149" y="1308735"/>
                  </a:lnTo>
                  <a:lnTo>
                    <a:pt x="49187" y="1313497"/>
                  </a:lnTo>
                  <a:lnTo>
                    <a:pt x="1418488" y="1301051"/>
                  </a:lnTo>
                  <a:lnTo>
                    <a:pt x="1357833" y="1337170"/>
                  </a:lnTo>
                  <a:lnTo>
                    <a:pt x="1356575" y="1338249"/>
                  </a:lnTo>
                  <a:lnTo>
                    <a:pt x="1355775" y="1339697"/>
                  </a:lnTo>
                  <a:lnTo>
                    <a:pt x="1355509" y="1341323"/>
                  </a:lnTo>
                  <a:lnTo>
                    <a:pt x="1355813" y="1342948"/>
                  </a:lnTo>
                  <a:lnTo>
                    <a:pt x="1356664" y="1344371"/>
                  </a:lnTo>
                  <a:lnTo>
                    <a:pt x="1357947" y="1345412"/>
                  </a:lnTo>
                  <a:lnTo>
                    <a:pt x="1359509" y="1345958"/>
                  </a:lnTo>
                  <a:lnTo>
                    <a:pt x="1361122" y="1345958"/>
                  </a:lnTo>
                  <a:lnTo>
                    <a:pt x="1362544" y="1345412"/>
                  </a:lnTo>
                  <a:lnTo>
                    <a:pt x="1364348" y="1344371"/>
                  </a:lnTo>
                  <a:lnTo>
                    <a:pt x="1445514" y="1296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3237" y="3140710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4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4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4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4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6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4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4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95069" y="286702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039991" y="2348864"/>
            <a:ext cx="1445895" cy="1346200"/>
            <a:chOff x="7039991" y="2348864"/>
            <a:chExt cx="1445895" cy="1346200"/>
          </a:xfrm>
        </p:grpSpPr>
        <p:sp>
          <p:nvSpPr>
            <p:cNvPr id="8" name="object 8" descr=""/>
            <p:cNvSpPr/>
            <p:nvPr/>
          </p:nvSpPr>
          <p:spPr>
            <a:xfrm>
              <a:off x="7039991" y="2348864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35"/>
                  </a:moveTo>
                  <a:lnTo>
                    <a:pt x="1437322" y="1291361"/>
                  </a:lnTo>
                  <a:lnTo>
                    <a:pt x="1361859" y="1248257"/>
                  </a:lnTo>
                  <a:lnTo>
                    <a:pt x="1360271" y="1247673"/>
                  </a:lnTo>
                  <a:lnTo>
                    <a:pt x="1358607" y="1247673"/>
                  </a:lnTo>
                  <a:lnTo>
                    <a:pt x="1357058" y="1248257"/>
                  </a:lnTo>
                  <a:lnTo>
                    <a:pt x="1355801" y="1249324"/>
                  </a:lnTo>
                  <a:lnTo>
                    <a:pt x="1354975" y="1250759"/>
                  </a:lnTo>
                  <a:lnTo>
                    <a:pt x="1354696" y="1252385"/>
                  </a:lnTo>
                  <a:lnTo>
                    <a:pt x="1354988" y="1254010"/>
                  </a:lnTo>
                  <a:lnTo>
                    <a:pt x="1355826" y="1255445"/>
                  </a:lnTo>
                  <a:lnTo>
                    <a:pt x="1357096" y="1256499"/>
                  </a:lnTo>
                  <a:lnTo>
                    <a:pt x="1418412" y="1291526"/>
                  </a:lnTo>
                  <a:lnTo>
                    <a:pt x="53911" y="1303934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73" y="27076"/>
                  </a:lnTo>
                  <a:lnTo>
                    <a:pt x="44386" y="9448"/>
                  </a:lnTo>
                  <a:lnTo>
                    <a:pt x="44386" y="27076"/>
                  </a:lnTo>
                  <a:lnTo>
                    <a:pt x="44386" y="1308735"/>
                  </a:lnTo>
                  <a:lnTo>
                    <a:pt x="49149" y="1308735"/>
                  </a:lnTo>
                  <a:lnTo>
                    <a:pt x="49187" y="1313497"/>
                  </a:lnTo>
                  <a:lnTo>
                    <a:pt x="1418488" y="1301051"/>
                  </a:lnTo>
                  <a:lnTo>
                    <a:pt x="1357833" y="1337170"/>
                  </a:lnTo>
                  <a:lnTo>
                    <a:pt x="1356575" y="1338249"/>
                  </a:lnTo>
                  <a:lnTo>
                    <a:pt x="1355775" y="1339697"/>
                  </a:lnTo>
                  <a:lnTo>
                    <a:pt x="1355509" y="1341323"/>
                  </a:lnTo>
                  <a:lnTo>
                    <a:pt x="1355813" y="1342948"/>
                  </a:lnTo>
                  <a:lnTo>
                    <a:pt x="1356664" y="1344371"/>
                  </a:lnTo>
                  <a:lnTo>
                    <a:pt x="1357947" y="1345412"/>
                  </a:lnTo>
                  <a:lnTo>
                    <a:pt x="1359509" y="1345958"/>
                  </a:lnTo>
                  <a:lnTo>
                    <a:pt x="1361122" y="1345958"/>
                  </a:lnTo>
                  <a:lnTo>
                    <a:pt x="1362544" y="1345412"/>
                  </a:lnTo>
                  <a:lnTo>
                    <a:pt x="1364348" y="1344371"/>
                  </a:lnTo>
                  <a:lnTo>
                    <a:pt x="1445514" y="1296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086422" y="3068954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5" h="575945">
                  <a:moveTo>
                    <a:pt x="818127" y="10802"/>
                  </a:moveTo>
                  <a:lnTo>
                    <a:pt x="807775" y="10802"/>
                  </a:lnTo>
                  <a:lnTo>
                    <a:pt x="810450" y="14643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70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18127" y="10802"/>
                  </a:lnTo>
                  <a:close/>
                </a:path>
                <a:path w="823595" h="575945">
                  <a:moveTo>
                    <a:pt x="742480" y="50380"/>
                  </a:moveTo>
                  <a:lnTo>
                    <a:pt x="719035" y="66713"/>
                  </a:lnTo>
                  <a:lnTo>
                    <a:pt x="724484" y="74523"/>
                  </a:lnTo>
                  <a:lnTo>
                    <a:pt x="747928" y="58191"/>
                  </a:lnTo>
                  <a:lnTo>
                    <a:pt x="742480" y="50380"/>
                  </a:lnTo>
                  <a:close/>
                </a:path>
                <a:path w="823595" h="575945">
                  <a:moveTo>
                    <a:pt x="773747" y="28600"/>
                  </a:moveTo>
                  <a:lnTo>
                    <a:pt x="750303" y="44932"/>
                  </a:lnTo>
                  <a:lnTo>
                    <a:pt x="755738" y="52755"/>
                  </a:lnTo>
                  <a:lnTo>
                    <a:pt x="779195" y="36410"/>
                  </a:lnTo>
                  <a:lnTo>
                    <a:pt x="773747" y="28600"/>
                  </a:lnTo>
                  <a:close/>
                </a:path>
                <a:path w="823595" h="575945">
                  <a:moveTo>
                    <a:pt x="807627" y="10802"/>
                  </a:moveTo>
                  <a:lnTo>
                    <a:pt x="798193" y="11563"/>
                  </a:lnTo>
                  <a:lnTo>
                    <a:pt x="781557" y="23152"/>
                  </a:lnTo>
                  <a:lnTo>
                    <a:pt x="787006" y="30975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5" h="575945">
                  <a:moveTo>
                    <a:pt x="82155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0450" y="14643"/>
                  </a:lnTo>
                  <a:lnTo>
                    <a:pt x="807775" y="10802"/>
                  </a:lnTo>
                  <a:lnTo>
                    <a:pt x="818127" y="10802"/>
                  </a:lnTo>
                  <a:lnTo>
                    <a:pt x="821559" y="3403"/>
                  </a:lnTo>
                  <a:close/>
                </a:path>
                <a:path w="823595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7" y="17233"/>
                  </a:lnTo>
                  <a:lnTo>
                    <a:pt x="798193" y="11563"/>
                  </a:lnTo>
                  <a:lnTo>
                    <a:pt x="805002" y="6819"/>
                  </a:lnTo>
                  <a:lnTo>
                    <a:pt x="809475" y="6819"/>
                  </a:lnTo>
                  <a:lnTo>
                    <a:pt x="811060" y="3403"/>
                  </a:lnTo>
                  <a:lnTo>
                    <a:pt x="821559" y="3403"/>
                  </a:lnTo>
                  <a:lnTo>
                    <a:pt x="823137" y="0"/>
                  </a:lnTo>
                  <a:close/>
                </a:path>
                <a:path w="823595" h="575945">
                  <a:moveTo>
                    <a:pt x="805002" y="6819"/>
                  </a:moveTo>
                  <a:lnTo>
                    <a:pt x="798193" y="11563"/>
                  </a:lnTo>
                  <a:lnTo>
                    <a:pt x="807627" y="10802"/>
                  </a:lnTo>
                  <a:lnTo>
                    <a:pt x="807775" y="10802"/>
                  </a:lnTo>
                  <a:lnTo>
                    <a:pt x="805002" y="6819"/>
                  </a:lnTo>
                  <a:close/>
                </a:path>
                <a:path w="823595" h="575945">
                  <a:moveTo>
                    <a:pt x="809475" y="6819"/>
                  </a:moveTo>
                  <a:lnTo>
                    <a:pt x="805002" y="6819"/>
                  </a:lnTo>
                  <a:lnTo>
                    <a:pt x="807775" y="10802"/>
                  </a:lnTo>
                  <a:lnTo>
                    <a:pt x="807627" y="10802"/>
                  </a:lnTo>
                  <a:lnTo>
                    <a:pt x="809475" y="6819"/>
                  </a:lnTo>
                  <a:close/>
                </a:path>
                <a:path w="823595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  <a:path w="823595" h="575945">
                  <a:moveTo>
                    <a:pt x="23444" y="551256"/>
                  </a:moveTo>
                  <a:lnTo>
                    <a:pt x="0" y="567588"/>
                  </a:lnTo>
                  <a:lnTo>
                    <a:pt x="5435" y="575411"/>
                  </a:lnTo>
                  <a:lnTo>
                    <a:pt x="28879" y="559079"/>
                  </a:lnTo>
                  <a:lnTo>
                    <a:pt x="23444" y="551256"/>
                  </a:lnTo>
                  <a:close/>
                </a:path>
                <a:path w="823595" h="575945">
                  <a:moveTo>
                    <a:pt x="54698" y="529475"/>
                  </a:moveTo>
                  <a:lnTo>
                    <a:pt x="31254" y="545820"/>
                  </a:lnTo>
                  <a:lnTo>
                    <a:pt x="36702" y="553631"/>
                  </a:lnTo>
                  <a:lnTo>
                    <a:pt x="60147" y="537298"/>
                  </a:lnTo>
                  <a:lnTo>
                    <a:pt x="54698" y="529475"/>
                  </a:lnTo>
                  <a:close/>
                </a:path>
                <a:path w="823595" h="575945">
                  <a:moveTo>
                    <a:pt x="85966" y="507707"/>
                  </a:moveTo>
                  <a:lnTo>
                    <a:pt x="62522" y="524040"/>
                  </a:lnTo>
                  <a:lnTo>
                    <a:pt x="67970" y="531850"/>
                  </a:lnTo>
                  <a:lnTo>
                    <a:pt x="91414" y="515518"/>
                  </a:lnTo>
                  <a:lnTo>
                    <a:pt x="85966" y="507707"/>
                  </a:lnTo>
                  <a:close/>
                </a:path>
                <a:path w="823595" h="575945">
                  <a:moveTo>
                    <a:pt x="117233" y="485927"/>
                  </a:moveTo>
                  <a:lnTo>
                    <a:pt x="93776" y="502259"/>
                  </a:lnTo>
                  <a:lnTo>
                    <a:pt x="99225" y="510070"/>
                  </a:lnTo>
                  <a:lnTo>
                    <a:pt x="122669" y="493737"/>
                  </a:lnTo>
                  <a:lnTo>
                    <a:pt x="117233" y="485927"/>
                  </a:lnTo>
                  <a:close/>
                </a:path>
                <a:path w="823595" h="575945">
                  <a:moveTo>
                    <a:pt x="148488" y="464146"/>
                  </a:moveTo>
                  <a:lnTo>
                    <a:pt x="125044" y="480479"/>
                  </a:lnTo>
                  <a:lnTo>
                    <a:pt x="130492" y="488302"/>
                  </a:lnTo>
                  <a:lnTo>
                    <a:pt x="153936" y="471970"/>
                  </a:lnTo>
                  <a:lnTo>
                    <a:pt x="148488" y="464146"/>
                  </a:lnTo>
                  <a:close/>
                </a:path>
                <a:path w="823595" h="575945">
                  <a:moveTo>
                    <a:pt x="179755" y="442366"/>
                  </a:moveTo>
                  <a:lnTo>
                    <a:pt x="156311" y="458711"/>
                  </a:lnTo>
                  <a:lnTo>
                    <a:pt x="161747" y="466521"/>
                  </a:lnTo>
                  <a:lnTo>
                    <a:pt x="185204" y="450189"/>
                  </a:lnTo>
                  <a:lnTo>
                    <a:pt x="179755" y="442366"/>
                  </a:lnTo>
                  <a:close/>
                </a:path>
                <a:path w="823595" h="575945">
                  <a:moveTo>
                    <a:pt x="211023" y="420598"/>
                  </a:moveTo>
                  <a:lnTo>
                    <a:pt x="187566" y="436930"/>
                  </a:lnTo>
                  <a:lnTo>
                    <a:pt x="193014" y="444741"/>
                  </a:lnTo>
                  <a:lnTo>
                    <a:pt x="216458" y="428409"/>
                  </a:lnTo>
                  <a:lnTo>
                    <a:pt x="211023" y="420598"/>
                  </a:lnTo>
                  <a:close/>
                </a:path>
                <a:path w="823595" h="575945">
                  <a:moveTo>
                    <a:pt x="242277" y="398818"/>
                  </a:moveTo>
                  <a:lnTo>
                    <a:pt x="218833" y="415150"/>
                  </a:lnTo>
                  <a:lnTo>
                    <a:pt x="224281" y="422960"/>
                  </a:lnTo>
                  <a:lnTo>
                    <a:pt x="247726" y="406628"/>
                  </a:lnTo>
                  <a:lnTo>
                    <a:pt x="242277" y="398818"/>
                  </a:lnTo>
                  <a:close/>
                </a:path>
                <a:path w="823595" h="575945">
                  <a:moveTo>
                    <a:pt x="273545" y="377037"/>
                  </a:moveTo>
                  <a:lnTo>
                    <a:pt x="250101" y="393369"/>
                  </a:lnTo>
                  <a:lnTo>
                    <a:pt x="255536" y="401193"/>
                  </a:lnTo>
                  <a:lnTo>
                    <a:pt x="278993" y="384860"/>
                  </a:lnTo>
                  <a:lnTo>
                    <a:pt x="273545" y="377037"/>
                  </a:lnTo>
                  <a:close/>
                </a:path>
                <a:path w="823595" h="575945">
                  <a:moveTo>
                    <a:pt x="304800" y="355257"/>
                  </a:moveTo>
                  <a:lnTo>
                    <a:pt x="281355" y="371589"/>
                  </a:lnTo>
                  <a:lnTo>
                    <a:pt x="286804" y="379412"/>
                  </a:lnTo>
                  <a:lnTo>
                    <a:pt x="310248" y="363080"/>
                  </a:lnTo>
                  <a:lnTo>
                    <a:pt x="304800" y="355257"/>
                  </a:lnTo>
                  <a:close/>
                </a:path>
                <a:path w="823595" h="575945">
                  <a:moveTo>
                    <a:pt x="336067" y="333489"/>
                  </a:moveTo>
                  <a:lnTo>
                    <a:pt x="312623" y="349821"/>
                  </a:lnTo>
                  <a:lnTo>
                    <a:pt x="318071" y="357632"/>
                  </a:lnTo>
                  <a:lnTo>
                    <a:pt x="341515" y="341299"/>
                  </a:lnTo>
                  <a:lnTo>
                    <a:pt x="336067" y="333489"/>
                  </a:lnTo>
                  <a:close/>
                </a:path>
                <a:path w="823595" h="575945">
                  <a:moveTo>
                    <a:pt x="367334" y="311708"/>
                  </a:moveTo>
                  <a:lnTo>
                    <a:pt x="343890" y="328041"/>
                  </a:lnTo>
                  <a:lnTo>
                    <a:pt x="349326" y="335851"/>
                  </a:lnTo>
                  <a:lnTo>
                    <a:pt x="372770" y="319519"/>
                  </a:lnTo>
                  <a:lnTo>
                    <a:pt x="367334" y="311708"/>
                  </a:lnTo>
                  <a:close/>
                </a:path>
                <a:path w="823595" h="575945">
                  <a:moveTo>
                    <a:pt x="398589" y="289928"/>
                  </a:moveTo>
                  <a:lnTo>
                    <a:pt x="375145" y="306260"/>
                  </a:lnTo>
                  <a:lnTo>
                    <a:pt x="380593" y="314083"/>
                  </a:lnTo>
                  <a:lnTo>
                    <a:pt x="404037" y="297751"/>
                  </a:lnTo>
                  <a:lnTo>
                    <a:pt x="398589" y="289928"/>
                  </a:lnTo>
                  <a:close/>
                </a:path>
                <a:path w="823595" h="575945">
                  <a:moveTo>
                    <a:pt x="429856" y="268147"/>
                  </a:moveTo>
                  <a:lnTo>
                    <a:pt x="406412" y="284480"/>
                  </a:lnTo>
                  <a:lnTo>
                    <a:pt x="411848" y="292303"/>
                  </a:lnTo>
                  <a:lnTo>
                    <a:pt x="435305" y="275971"/>
                  </a:lnTo>
                  <a:lnTo>
                    <a:pt x="429856" y="268147"/>
                  </a:lnTo>
                  <a:close/>
                </a:path>
                <a:path w="823595" h="575945">
                  <a:moveTo>
                    <a:pt x="461124" y="246380"/>
                  </a:moveTo>
                  <a:lnTo>
                    <a:pt x="437667" y="262712"/>
                  </a:lnTo>
                  <a:lnTo>
                    <a:pt x="443115" y="270522"/>
                  </a:lnTo>
                  <a:lnTo>
                    <a:pt x="466559" y="254190"/>
                  </a:lnTo>
                  <a:lnTo>
                    <a:pt x="461124" y="246380"/>
                  </a:lnTo>
                  <a:close/>
                </a:path>
                <a:path w="823595" h="575945">
                  <a:moveTo>
                    <a:pt x="492378" y="224599"/>
                  </a:moveTo>
                  <a:lnTo>
                    <a:pt x="468934" y="240931"/>
                  </a:lnTo>
                  <a:lnTo>
                    <a:pt x="474383" y="248742"/>
                  </a:lnTo>
                  <a:lnTo>
                    <a:pt x="497827" y="232410"/>
                  </a:lnTo>
                  <a:lnTo>
                    <a:pt x="492378" y="224599"/>
                  </a:lnTo>
                  <a:close/>
                </a:path>
                <a:path w="823595" h="575945">
                  <a:moveTo>
                    <a:pt x="523646" y="202819"/>
                  </a:moveTo>
                  <a:lnTo>
                    <a:pt x="500202" y="219151"/>
                  </a:lnTo>
                  <a:lnTo>
                    <a:pt x="505637" y="226974"/>
                  </a:lnTo>
                  <a:lnTo>
                    <a:pt x="529094" y="210642"/>
                  </a:lnTo>
                  <a:lnTo>
                    <a:pt x="523646" y="202819"/>
                  </a:lnTo>
                  <a:close/>
                </a:path>
                <a:path w="823595" h="575945">
                  <a:moveTo>
                    <a:pt x="554913" y="181038"/>
                  </a:moveTo>
                  <a:lnTo>
                    <a:pt x="531456" y="197370"/>
                  </a:lnTo>
                  <a:lnTo>
                    <a:pt x="536905" y="205193"/>
                  </a:lnTo>
                  <a:lnTo>
                    <a:pt x="560349" y="188861"/>
                  </a:lnTo>
                  <a:lnTo>
                    <a:pt x="554913" y="181038"/>
                  </a:lnTo>
                  <a:close/>
                </a:path>
                <a:path w="823595" h="575945">
                  <a:moveTo>
                    <a:pt x="586168" y="159270"/>
                  </a:moveTo>
                  <a:lnTo>
                    <a:pt x="562724" y="175602"/>
                  </a:lnTo>
                  <a:lnTo>
                    <a:pt x="568172" y="183413"/>
                  </a:lnTo>
                  <a:lnTo>
                    <a:pt x="591616" y="167081"/>
                  </a:lnTo>
                  <a:lnTo>
                    <a:pt x="586168" y="159270"/>
                  </a:lnTo>
                  <a:close/>
                </a:path>
                <a:path w="823595" h="575945">
                  <a:moveTo>
                    <a:pt x="617435" y="137490"/>
                  </a:moveTo>
                  <a:lnTo>
                    <a:pt x="593991" y="153822"/>
                  </a:lnTo>
                  <a:lnTo>
                    <a:pt x="599427" y="161632"/>
                  </a:lnTo>
                  <a:lnTo>
                    <a:pt x="622871" y="145300"/>
                  </a:lnTo>
                  <a:lnTo>
                    <a:pt x="617435" y="137490"/>
                  </a:lnTo>
                  <a:close/>
                </a:path>
                <a:path w="823595" h="575945">
                  <a:moveTo>
                    <a:pt x="648690" y="115709"/>
                  </a:moveTo>
                  <a:lnTo>
                    <a:pt x="625246" y="132041"/>
                  </a:lnTo>
                  <a:lnTo>
                    <a:pt x="630694" y="139865"/>
                  </a:lnTo>
                  <a:lnTo>
                    <a:pt x="654138" y="123532"/>
                  </a:lnTo>
                  <a:lnTo>
                    <a:pt x="648690" y="115709"/>
                  </a:lnTo>
                  <a:close/>
                </a:path>
                <a:path w="823595" h="575945">
                  <a:moveTo>
                    <a:pt x="679957" y="93929"/>
                  </a:moveTo>
                  <a:lnTo>
                    <a:pt x="656513" y="110261"/>
                  </a:lnTo>
                  <a:lnTo>
                    <a:pt x="661949" y="118084"/>
                  </a:lnTo>
                  <a:lnTo>
                    <a:pt x="685406" y="101752"/>
                  </a:lnTo>
                  <a:lnTo>
                    <a:pt x="679957" y="93929"/>
                  </a:lnTo>
                  <a:close/>
                </a:path>
                <a:path w="823595" h="575945">
                  <a:moveTo>
                    <a:pt x="711225" y="72161"/>
                  </a:moveTo>
                  <a:lnTo>
                    <a:pt x="687768" y="88493"/>
                  </a:lnTo>
                  <a:lnTo>
                    <a:pt x="693216" y="96304"/>
                  </a:lnTo>
                  <a:lnTo>
                    <a:pt x="716661" y="79971"/>
                  </a:lnTo>
                  <a:lnTo>
                    <a:pt x="711225" y="721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628255" y="27952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981642" y="3516566"/>
            <a:ext cx="2676525" cy="170180"/>
            <a:chOff x="2981642" y="3516566"/>
            <a:chExt cx="2676525" cy="170180"/>
          </a:xfrm>
        </p:grpSpPr>
        <p:sp>
          <p:nvSpPr>
            <p:cNvPr id="12" name="object 12" descr=""/>
            <p:cNvSpPr/>
            <p:nvPr/>
          </p:nvSpPr>
          <p:spPr>
            <a:xfrm>
              <a:off x="2987039" y="3528059"/>
              <a:ext cx="2664460" cy="146685"/>
            </a:xfrm>
            <a:custGeom>
              <a:avLst/>
              <a:gdLst/>
              <a:ahLst/>
              <a:cxnLst/>
              <a:rect l="l" t="t" r="r" b="b"/>
              <a:pathLst>
                <a:path w="2664460" h="146685">
                  <a:moveTo>
                    <a:pt x="2590800" y="0"/>
                  </a:moveTo>
                  <a:lnTo>
                    <a:pt x="2590800" y="36575"/>
                  </a:lnTo>
                  <a:lnTo>
                    <a:pt x="0" y="36575"/>
                  </a:lnTo>
                  <a:lnTo>
                    <a:pt x="0" y="109727"/>
                  </a:lnTo>
                  <a:lnTo>
                    <a:pt x="2590800" y="109727"/>
                  </a:lnTo>
                  <a:lnTo>
                    <a:pt x="2590800" y="146303"/>
                  </a:lnTo>
                  <a:lnTo>
                    <a:pt x="2663952" y="73151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981642" y="3516566"/>
              <a:ext cx="2676525" cy="170180"/>
            </a:xfrm>
            <a:custGeom>
              <a:avLst/>
              <a:gdLst/>
              <a:ahLst/>
              <a:cxnLst/>
              <a:rect l="l" t="t" r="r" b="b"/>
              <a:pathLst>
                <a:path w="2676525" h="170179">
                  <a:moveTo>
                    <a:pt x="2591117" y="121500"/>
                  </a:moveTo>
                  <a:lnTo>
                    <a:pt x="2591117" y="169672"/>
                  </a:lnTo>
                  <a:lnTo>
                    <a:pt x="2602611" y="158178"/>
                  </a:lnTo>
                  <a:lnTo>
                    <a:pt x="2600642" y="158178"/>
                  </a:lnTo>
                  <a:lnTo>
                    <a:pt x="2592514" y="154813"/>
                  </a:lnTo>
                  <a:lnTo>
                    <a:pt x="2600642" y="146685"/>
                  </a:lnTo>
                  <a:lnTo>
                    <a:pt x="2600642" y="126263"/>
                  </a:lnTo>
                  <a:lnTo>
                    <a:pt x="2595880" y="126263"/>
                  </a:lnTo>
                  <a:lnTo>
                    <a:pt x="2591117" y="121500"/>
                  </a:lnTo>
                  <a:close/>
                </a:path>
                <a:path w="2676525" h="170179">
                  <a:moveTo>
                    <a:pt x="2600642" y="146685"/>
                  </a:moveTo>
                  <a:lnTo>
                    <a:pt x="2592514" y="154813"/>
                  </a:lnTo>
                  <a:lnTo>
                    <a:pt x="2600642" y="158178"/>
                  </a:lnTo>
                  <a:lnTo>
                    <a:pt x="2600642" y="146685"/>
                  </a:lnTo>
                  <a:close/>
                </a:path>
                <a:path w="2676525" h="170179">
                  <a:moveTo>
                    <a:pt x="2662491" y="84836"/>
                  </a:moveTo>
                  <a:lnTo>
                    <a:pt x="2600642" y="146685"/>
                  </a:lnTo>
                  <a:lnTo>
                    <a:pt x="2600642" y="158178"/>
                  </a:lnTo>
                  <a:lnTo>
                    <a:pt x="2602611" y="158178"/>
                  </a:lnTo>
                  <a:lnTo>
                    <a:pt x="2672588" y="88201"/>
                  </a:lnTo>
                  <a:lnTo>
                    <a:pt x="2665857" y="88201"/>
                  </a:lnTo>
                  <a:lnTo>
                    <a:pt x="2662491" y="84836"/>
                  </a:lnTo>
                  <a:close/>
                </a:path>
                <a:path w="2676525" h="170179">
                  <a:moveTo>
                    <a:pt x="2591117" y="43395"/>
                  </a:moveTo>
                  <a:lnTo>
                    <a:pt x="0" y="43395"/>
                  </a:lnTo>
                  <a:lnTo>
                    <a:pt x="0" y="126263"/>
                  </a:lnTo>
                  <a:lnTo>
                    <a:pt x="2591117" y="126263"/>
                  </a:lnTo>
                  <a:lnTo>
                    <a:pt x="2591117" y="121500"/>
                  </a:lnTo>
                  <a:lnTo>
                    <a:pt x="9525" y="121500"/>
                  </a:lnTo>
                  <a:lnTo>
                    <a:pt x="4762" y="116738"/>
                  </a:lnTo>
                  <a:lnTo>
                    <a:pt x="9525" y="116738"/>
                  </a:lnTo>
                  <a:lnTo>
                    <a:pt x="9525" y="52920"/>
                  </a:lnTo>
                  <a:lnTo>
                    <a:pt x="4762" y="52920"/>
                  </a:lnTo>
                  <a:lnTo>
                    <a:pt x="9525" y="48171"/>
                  </a:lnTo>
                  <a:lnTo>
                    <a:pt x="2591117" y="48171"/>
                  </a:lnTo>
                  <a:lnTo>
                    <a:pt x="2591117" y="43395"/>
                  </a:lnTo>
                  <a:close/>
                </a:path>
                <a:path w="2676525" h="170179">
                  <a:moveTo>
                    <a:pt x="2600642" y="116738"/>
                  </a:moveTo>
                  <a:lnTo>
                    <a:pt x="9525" y="116738"/>
                  </a:lnTo>
                  <a:lnTo>
                    <a:pt x="9525" y="121500"/>
                  </a:lnTo>
                  <a:lnTo>
                    <a:pt x="2591117" y="121500"/>
                  </a:lnTo>
                  <a:lnTo>
                    <a:pt x="2595880" y="126263"/>
                  </a:lnTo>
                  <a:lnTo>
                    <a:pt x="2600642" y="126263"/>
                  </a:lnTo>
                  <a:lnTo>
                    <a:pt x="2600642" y="116738"/>
                  </a:lnTo>
                  <a:close/>
                </a:path>
                <a:path w="2676525" h="170179">
                  <a:moveTo>
                    <a:pt x="9525" y="116738"/>
                  </a:moveTo>
                  <a:lnTo>
                    <a:pt x="4762" y="116738"/>
                  </a:lnTo>
                  <a:lnTo>
                    <a:pt x="9525" y="121500"/>
                  </a:lnTo>
                  <a:lnTo>
                    <a:pt x="9525" y="116738"/>
                  </a:lnTo>
                  <a:close/>
                </a:path>
                <a:path w="2676525" h="170179">
                  <a:moveTo>
                    <a:pt x="2665857" y="81470"/>
                  </a:moveTo>
                  <a:lnTo>
                    <a:pt x="2662491" y="84836"/>
                  </a:lnTo>
                  <a:lnTo>
                    <a:pt x="2665857" y="88201"/>
                  </a:lnTo>
                  <a:lnTo>
                    <a:pt x="2665857" y="81470"/>
                  </a:lnTo>
                  <a:close/>
                </a:path>
                <a:path w="2676525" h="170179">
                  <a:moveTo>
                    <a:pt x="2672588" y="81470"/>
                  </a:moveTo>
                  <a:lnTo>
                    <a:pt x="2665857" y="81470"/>
                  </a:lnTo>
                  <a:lnTo>
                    <a:pt x="2665857" y="88201"/>
                  </a:lnTo>
                  <a:lnTo>
                    <a:pt x="2672588" y="88201"/>
                  </a:lnTo>
                  <a:lnTo>
                    <a:pt x="2675953" y="84836"/>
                  </a:lnTo>
                  <a:lnTo>
                    <a:pt x="2672588" y="81470"/>
                  </a:lnTo>
                  <a:close/>
                </a:path>
                <a:path w="2676525" h="170179">
                  <a:moveTo>
                    <a:pt x="2602611" y="11493"/>
                  </a:moveTo>
                  <a:lnTo>
                    <a:pt x="2600642" y="11493"/>
                  </a:lnTo>
                  <a:lnTo>
                    <a:pt x="2600642" y="22987"/>
                  </a:lnTo>
                  <a:lnTo>
                    <a:pt x="2662491" y="84836"/>
                  </a:lnTo>
                  <a:lnTo>
                    <a:pt x="2665857" y="81470"/>
                  </a:lnTo>
                  <a:lnTo>
                    <a:pt x="2672588" y="81470"/>
                  </a:lnTo>
                  <a:lnTo>
                    <a:pt x="2602611" y="11493"/>
                  </a:lnTo>
                  <a:close/>
                </a:path>
                <a:path w="2676525" h="170179">
                  <a:moveTo>
                    <a:pt x="9525" y="48171"/>
                  </a:moveTo>
                  <a:lnTo>
                    <a:pt x="4762" y="52920"/>
                  </a:lnTo>
                  <a:lnTo>
                    <a:pt x="9525" y="52920"/>
                  </a:lnTo>
                  <a:lnTo>
                    <a:pt x="9525" y="48171"/>
                  </a:lnTo>
                  <a:close/>
                </a:path>
                <a:path w="2676525" h="170179">
                  <a:moveTo>
                    <a:pt x="2600642" y="43395"/>
                  </a:moveTo>
                  <a:lnTo>
                    <a:pt x="2595880" y="43395"/>
                  </a:lnTo>
                  <a:lnTo>
                    <a:pt x="2591117" y="48171"/>
                  </a:lnTo>
                  <a:lnTo>
                    <a:pt x="9525" y="48171"/>
                  </a:lnTo>
                  <a:lnTo>
                    <a:pt x="9525" y="52920"/>
                  </a:lnTo>
                  <a:lnTo>
                    <a:pt x="2600642" y="52920"/>
                  </a:lnTo>
                  <a:lnTo>
                    <a:pt x="2600642" y="43395"/>
                  </a:lnTo>
                  <a:close/>
                </a:path>
                <a:path w="2676525" h="170179">
                  <a:moveTo>
                    <a:pt x="2591117" y="0"/>
                  </a:moveTo>
                  <a:lnTo>
                    <a:pt x="2591117" y="48171"/>
                  </a:lnTo>
                  <a:lnTo>
                    <a:pt x="2595880" y="43395"/>
                  </a:lnTo>
                  <a:lnTo>
                    <a:pt x="2600642" y="43395"/>
                  </a:lnTo>
                  <a:lnTo>
                    <a:pt x="2600642" y="22987"/>
                  </a:lnTo>
                  <a:lnTo>
                    <a:pt x="2592514" y="14859"/>
                  </a:lnTo>
                  <a:lnTo>
                    <a:pt x="2600642" y="11493"/>
                  </a:lnTo>
                  <a:lnTo>
                    <a:pt x="2602611" y="11493"/>
                  </a:lnTo>
                  <a:lnTo>
                    <a:pt x="2591117" y="0"/>
                  </a:lnTo>
                  <a:close/>
                </a:path>
                <a:path w="2676525" h="170179">
                  <a:moveTo>
                    <a:pt x="2600642" y="11493"/>
                  </a:moveTo>
                  <a:lnTo>
                    <a:pt x="2592514" y="14859"/>
                  </a:lnTo>
                  <a:lnTo>
                    <a:pt x="2600642" y="22987"/>
                  </a:lnTo>
                  <a:lnTo>
                    <a:pt x="2600642" y="11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151689" y="2980359"/>
            <a:ext cx="106045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50" i="1">
                <a:latin typeface="Times New Roman"/>
                <a:cs typeface="Times New Roman"/>
              </a:rPr>
              <a:t>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19577" y="3104337"/>
            <a:ext cx="3327400" cy="2578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905"/>
              </a:lnSpc>
              <a:spcBef>
                <a:spcPts val="114"/>
              </a:spcBef>
              <a:tabLst>
                <a:tab pos="1642745" algn="l"/>
              </a:tabLst>
            </a:pPr>
            <a:r>
              <a:rPr dirty="0" baseline="26666" sz="1875" spc="-540">
                <a:latin typeface="Microsoft YaHei UI"/>
                <a:cs typeface="Microsoft YaHei UI"/>
              </a:rPr>
              <a:t>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70">
                <a:latin typeface="Microsoft YaHei UI"/>
                <a:cs typeface="Microsoft YaHei UI"/>
              </a:rPr>
              <a:t>(2,1),</a:t>
            </a:r>
            <a:r>
              <a:rPr dirty="0" sz="1250" spc="-160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200">
                <a:latin typeface="Microsoft YaHei UI"/>
                <a:cs typeface="Microsoft YaHei UI"/>
              </a:rPr>
              <a:t>(2,2)</a:t>
            </a:r>
            <a:r>
              <a:rPr dirty="0" baseline="26666" sz="1875" spc="-300">
                <a:latin typeface="Microsoft YaHei UI"/>
                <a:cs typeface="Microsoft YaHei UI"/>
              </a:rPr>
              <a:t></a:t>
            </a:r>
            <a:r>
              <a:rPr dirty="0" sz="1250" spc="-200" i="1">
                <a:latin typeface="Times New Roman"/>
                <a:cs typeface="Times New Roman"/>
              </a:rPr>
              <a:t>d</a:t>
            </a:r>
            <a:r>
              <a:rPr dirty="0" sz="1250" spc="-150" i="1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Microsoft YaHei UI"/>
                <a:cs typeface="Microsoft YaHei UI"/>
              </a:rPr>
              <a:t>(2)</a:t>
            </a:r>
            <a:r>
              <a:rPr dirty="0" baseline="26666" sz="1875" spc="-30">
                <a:latin typeface="Microsoft YaHei UI"/>
                <a:cs typeface="Microsoft YaHei UI"/>
              </a:rPr>
              <a:t></a:t>
            </a:r>
            <a:r>
              <a:rPr dirty="0" baseline="26666" sz="1875">
                <a:latin typeface="Microsoft YaHei UI"/>
                <a:cs typeface="Microsoft YaHei UI"/>
              </a:rPr>
              <a:t>	</a:t>
            </a:r>
            <a:r>
              <a:rPr dirty="0" baseline="26666" sz="1875" spc="-540">
                <a:latin typeface="Microsoft YaHei UI"/>
                <a:cs typeface="Microsoft YaHei UI"/>
              </a:rPr>
              <a:t>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80" i="1">
                <a:latin typeface="Times New Roman"/>
                <a:cs typeface="Times New Roman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(2,1)</a:t>
            </a:r>
            <a:r>
              <a:rPr dirty="0" sz="1250" spc="-65" i="1">
                <a:latin typeface="Times New Roman"/>
                <a:cs typeface="Times New Roman"/>
              </a:rPr>
              <a:t>d</a:t>
            </a:r>
            <a:r>
              <a:rPr dirty="0" sz="1250" spc="-155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35">
                <a:latin typeface="Microsoft YaHei UI"/>
                <a:cs typeface="Microsoft YaHei UI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+</a:t>
            </a:r>
            <a:r>
              <a:rPr dirty="0" sz="1250" spc="-90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75" i="1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Microsoft YaHei UI"/>
                <a:cs typeface="Microsoft YaHei UI"/>
              </a:rPr>
              <a:t>(2,2)</a:t>
            </a:r>
            <a:r>
              <a:rPr dirty="0" sz="1250" spc="-25" i="1">
                <a:latin typeface="Times New Roman"/>
                <a:cs typeface="Times New Roman"/>
              </a:rPr>
              <a:t>d</a:t>
            </a:r>
            <a:r>
              <a:rPr dirty="0" sz="1250" spc="-155" i="1">
                <a:latin typeface="Times New Roman"/>
                <a:cs typeface="Times New Roman"/>
              </a:rPr>
              <a:t> </a:t>
            </a:r>
            <a:r>
              <a:rPr dirty="0" sz="1250" spc="-90">
                <a:latin typeface="Microsoft YaHei UI"/>
                <a:cs typeface="Microsoft YaHei UI"/>
              </a:rPr>
              <a:t>(2)</a:t>
            </a:r>
            <a:r>
              <a:rPr dirty="0" baseline="26666" sz="1875" spc="-135">
                <a:latin typeface="Microsoft YaHei UI"/>
                <a:cs typeface="Microsoft YaHei UI"/>
              </a:rPr>
              <a:t></a:t>
            </a:r>
            <a:endParaRPr baseline="26666" sz="1875">
              <a:latin typeface="Microsoft YaHei UI"/>
              <a:cs typeface="Microsoft YaHei UI"/>
            </a:endParaRPr>
          </a:p>
          <a:p>
            <a:pPr marL="50800">
              <a:lnSpc>
                <a:spcPts val="905"/>
              </a:lnSpc>
              <a:tabLst>
                <a:tab pos="975360" algn="l"/>
                <a:tab pos="1410335" algn="l"/>
                <a:tab pos="1642745" algn="l"/>
                <a:tab pos="3214370" algn="l"/>
              </a:tabLst>
            </a:pPr>
            <a:r>
              <a:rPr dirty="0" sz="1250" spc="-825">
                <a:latin typeface="Microsoft YaHei UI"/>
                <a:cs typeface="Microsoft YaHei UI"/>
              </a:rPr>
              <a:t>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765">
                <a:latin typeface="Microsoft YaHei UI"/>
                <a:cs typeface="Microsoft YaHei UI"/>
              </a:rPr>
              <a:t>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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</a:t>
            </a:r>
            <a:r>
              <a:rPr dirty="0" sz="1250">
                <a:latin typeface="Microsoft YaHei UI"/>
                <a:cs typeface="Microsoft YaHei UI"/>
              </a:rPr>
              <a:t>	</a:t>
            </a:r>
            <a:r>
              <a:rPr dirty="0" sz="1250" spc="-825">
                <a:latin typeface="Microsoft YaHei UI"/>
                <a:cs typeface="Microsoft YaHei UI"/>
              </a:rPr>
              <a:t></a:t>
            </a:r>
            <a:endParaRPr sz="125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401227" y="2861449"/>
            <a:ext cx="3905250" cy="219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42222" sz="1875" spc="-135" i="1">
                <a:latin typeface="Times New Roman"/>
                <a:cs typeface="Times New Roman"/>
              </a:rPr>
              <a:t>S</a:t>
            </a:r>
            <a:r>
              <a:rPr dirty="0" baseline="-42222" sz="1875" spc="-135">
                <a:latin typeface="Microsoft YaHei UI"/>
                <a:cs typeface="Microsoft YaHei UI"/>
              </a:rPr>
              <a:t>d</a:t>
            </a:r>
            <a:r>
              <a:rPr dirty="0" baseline="-42222" sz="1875" spc="-75">
                <a:latin typeface="Microsoft YaHei UI"/>
                <a:cs typeface="Microsoft YaHei UI"/>
              </a:rPr>
              <a:t> </a:t>
            </a:r>
            <a:r>
              <a:rPr dirty="0" baseline="-42222" sz="1875" spc="-359">
                <a:latin typeface="Microsoft YaHei UI"/>
                <a:cs typeface="Microsoft YaHei UI"/>
              </a:rPr>
              <a:t>=</a:t>
            </a:r>
            <a:r>
              <a:rPr dirty="0" baseline="-42222" sz="1875" spc="-82">
                <a:latin typeface="Microsoft YaHei UI"/>
                <a:cs typeface="Microsoft YaHei UI"/>
              </a:rPr>
              <a:t> </a:t>
            </a:r>
            <a:r>
              <a:rPr dirty="0" baseline="-4444" sz="1875" spc="-540">
                <a:latin typeface="Microsoft YaHei UI"/>
                <a:cs typeface="Microsoft YaHei UI"/>
              </a:rPr>
              <a:t>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110">
                <a:latin typeface="Microsoft YaHei UI"/>
                <a:cs typeface="Microsoft YaHei UI"/>
              </a:rPr>
              <a:t>(1,1),</a:t>
            </a:r>
            <a:r>
              <a:rPr dirty="0" sz="1250" spc="-195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Microsoft YaHei UI"/>
                <a:cs typeface="Microsoft YaHei UI"/>
              </a:rPr>
              <a:t>(1,2)</a:t>
            </a:r>
            <a:r>
              <a:rPr dirty="0" sz="1250" spc="140">
                <a:latin typeface="Microsoft YaHei UI"/>
                <a:cs typeface="Microsoft YaHei UI"/>
              </a:rPr>
              <a:t> </a:t>
            </a:r>
            <a:r>
              <a:rPr dirty="0" baseline="-4444" sz="1875" spc="-712">
                <a:latin typeface="Microsoft YaHei UI"/>
                <a:cs typeface="Microsoft YaHei UI"/>
              </a:rPr>
              <a:t></a:t>
            </a:r>
            <a:r>
              <a:rPr dirty="0" sz="1250" spc="-475" i="1">
                <a:latin typeface="Times New Roman"/>
                <a:cs typeface="Times New Roman"/>
              </a:rPr>
              <a:t>d</a:t>
            </a:r>
            <a:r>
              <a:rPr dirty="0" sz="1250" spc="-175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00">
                <a:latin typeface="Microsoft YaHei UI"/>
                <a:cs typeface="Microsoft YaHei UI"/>
              </a:rPr>
              <a:t> </a:t>
            </a:r>
            <a:r>
              <a:rPr dirty="0" baseline="-4444" sz="1875" spc="-1162">
                <a:latin typeface="Microsoft YaHei UI"/>
                <a:cs typeface="Microsoft YaHei UI"/>
              </a:rPr>
              <a:t></a:t>
            </a:r>
            <a:r>
              <a:rPr dirty="0" baseline="-4444" sz="1875" spc="-67">
                <a:latin typeface="Microsoft YaHei UI"/>
                <a:cs typeface="Microsoft YaHei UI"/>
              </a:rPr>
              <a:t> </a:t>
            </a:r>
            <a:r>
              <a:rPr dirty="0" baseline="-42222" sz="1875" spc="-359">
                <a:latin typeface="Microsoft YaHei UI"/>
                <a:cs typeface="Microsoft YaHei UI"/>
              </a:rPr>
              <a:t>=</a:t>
            </a:r>
            <a:r>
              <a:rPr dirty="0" baseline="-42222" sz="1875" spc="-82">
                <a:latin typeface="Microsoft YaHei UI"/>
                <a:cs typeface="Microsoft YaHei UI"/>
              </a:rPr>
              <a:t> </a:t>
            </a:r>
            <a:r>
              <a:rPr dirty="0" baseline="-4444" sz="1875" spc="-540">
                <a:latin typeface="Microsoft YaHei UI"/>
                <a:cs typeface="Microsoft YaHei UI"/>
              </a:rPr>
              <a:t></a:t>
            </a:r>
            <a:r>
              <a:rPr dirty="0" sz="1250" spc="-36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(1,1)</a:t>
            </a:r>
            <a:r>
              <a:rPr dirty="0" sz="1250" spc="-105" i="1">
                <a:latin typeface="Times New Roman"/>
                <a:cs typeface="Times New Roman"/>
              </a:rPr>
              <a:t>d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 spc="-105">
                <a:latin typeface="Microsoft YaHei UI"/>
                <a:cs typeface="Microsoft YaHei UI"/>
              </a:rPr>
              <a:t>(1)</a:t>
            </a:r>
            <a:r>
              <a:rPr dirty="0" sz="1250" spc="-160">
                <a:latin typeface="Microsoft YaHei UI"/>
                <a:cs typeface="Microsoft YaHei UI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+</a:t>
            </a:r>
            <a:r>
              <a:rPr dirty="0" sz="1250" spc="-114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(1,2)</a:t>
            </a:r>
            <a:r>
              <a:rPr dirty="0" sz="1250" spc="-65" i="1">
                <a:latin typeface="Times New Roman"/>
                <a:cs typeface="Times New Roman"/>
              </a:rPr>
              <a:t>d</a:t>
            </a:r>
            <a:r>
              <a:rPr dirty="0" sz="1250" spc="-170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(2)</a:t>
            </a:r>
            <a:r>
              <a:rPr dirty="0" sz="1250" spc="140">
                <a:latin typeface="Microsoft YaHei UI"/>
                <a:cs typeface="Microsoft YaHei UI"/>
              </a:rPr>
              <a:t> </a:t>
            </a:r>
            <a:r>
              <a:rPr dirty="0" baseline="-4444" sz="1875" spc="-1162">
                <a:latin typeface="Microsoft YaHei UI"/>
                <a:cs typeface="Microsoft YaHei UI"/>
              </a:rPr>
              <a:t></a:t>
            </a:r>
            <a:r>
              <a:rPr dirty="0" baseline="-4444" sz="1875" spc="-60">
                <a:latin typeface="Microsoft YaHei UI"/>
                <a:cs typeface="Microsoft YaHei UI"/>
              </a:rPr>
              <a:t> </a:t>
            </a:r>
            <a:r>
              <a:rPr dirty="0" baseline="-42222" sz="1875" spc="-352">
                <a:latin typeface="Microsoft YaHei UI"/>
                <a:cs typeface="Microsoft YaHei UI"/>
              </a:rPr>
              <a:t>=</a:t>
            </a:r>
            <a:r>
              <a:rPr dirty="0" baseline="-42222" sz="1875" spc="89">
                <a:latin typeface="Microsoft YaHei UI"/>
                <a:cs typeface="Microsoft YaHei UI"/>
              </a:rPr>
              <a:t> </a:t>
            </a:r>
            <a:r>
              <a:rPr dirty="0" baseline="-4444" sz="1875" spc="-75">
                <a:latin typeface="Microsoft YaHei UI"/>
                <a:cs typeface="Microsoft YaHei UI"/>
              </a:rPr>
              <a:t>~</a:t>
            </a:r>
            <a:endParaRPr baseline="-4444" sz="1875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10332" y="2595803"/>
            <a:ext cx="78105" cy="1384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50" i="1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178035" y="2708808"/>
            <a:ext cx="1154430" cy="1384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04800" algn="l"/>
                <a:tab pos="648970" algn="l"/>
                <a:tab pos="1094105" algn="l"/>
              </a:tabLst>
            </a:pPr>
            <a:r>
              <a:rPr dirty="0" sz="700" spc="-50" i="1">
                <a:latin typeface="Times New Roman"/>
                <a:cs typeface="Times New Roman"/>
              </a:rPr>
              <a:t>i</a:t>
            </a:r>
            <a:r>
              <a:rPr dirty="0" sz="700" i="1">
                <a:latin typeface="Times New Roman"/>
                <a:cs typeface="Times New Roman"/>
              </a:rPr>
              <a:t>	i</a:t>
            </a:r>
            <a:r>
              <a:rPr dirty="0" sz="700" spc="445" i="1">
                <a:latin typeface="Times New Roman"/>
                <a:cs typeface="Times New Roman"/>
              </a:rPr>
              <a:t> </a:t>
            </a:r>
            <a:r>
              <a:rPr dirty="0" sz="700" spc="-50" i="1">
                <a:latin typeface="Times New Roman"/>
                <a:cs typeface="Times New Roman"/>
              </a:rPr>
              <a:t>i</a:t>
            </a:r>
            <a:r>
              <a:rPr dirty="0" sz="700" i="1">
                <a:latin typeface="Times New Roman"/>
                <a:cs typeface="Times New Roman"/>
              </a:rPr>
              <a:t>	</a:t>
            </a:r>
            <a:r>
              <a:rPr dirty="0" sz="700" spc="-50">
                <a:latin typeface="Microsoft YaHei UI"/>
                <a:cs typeface="Microsoft YaHei UI"/>
              </a:rPr>
              <a:t>1</a:t>
            </a:r>
            <a:r>
              <a:rPr dirty="0" sz="700">
                <a:latin typeface="Microsoft YaHei UI"/>
                <a:cs typeface="Microsoft YaHei UI"/>
              </a:rPr>
              <a:t>	</a:t>
            </a:r>
            <a:r>
              <a:rPr dirty="0" sz="700" spc="-50">
                <a:latin typeface="Microsoft YaHei UI"/>
                <a:cs typeface="Microsoft YaHei UI"/>
              </a:rPr>
              <a:t>2</a:t>
            </a:r>
            <a:endParaRPr sz="7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736543" y="2549715"/>
            <a:ext cx="1031875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i="1">
                <a:latin typeface="Verdana"/>
                <a:cs typeface="Verdana"/>
              </a:rPr>
              <a:t>λ</a:t>
            </a:r>
            <a:r>
              <a:rPr dirty="0" sz="1300" spc="110" i="1">
                <a:latin typeface="Verdana"/>
                <a:cs typeface="Verdana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75">
                <a:latin typeface="Microsoft YaHei UI"/>
                <a:cs typeface="Microsoft YaHei UI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2,</a:t>
            </a:r>
            <a:r>
              <a:rPr dirty="0" sz="1250" spc="-229">
                <a:latin typeface="Microsoft YaHei UI"/>
                <a:cs typeface="Microsoft YaHei UI"/>
              </a:rPr>
              <a:t> </a:t>
            </a:r>
            <a:r>
              <a:rPr dirty="0" sz="1300" i="1">
                <a:latin typeface="Verdana"/>
                <a:cs typeface="Verdana"/>
              </a:rPr>
              <a:t>λ</a:t>
            </a:r>
            <a:r>
              <a:rPr dirty="0" sz="1300" spc="290" i="1">
                <a:latin typeface="Verdana"/>
                <a:cs typeface="Verdana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95">
                <a:latin typeface="Microsoft YaHei UI"/>
                <a:cs typeface="Microsoft YaHei UI"/>
              </a:rPr>
              <a:t> </a:t>
            </a:r>
            <a:r>
              <a:rPr dirty="0" sz="1250" spc="-65">
                <a:latin typeface="Microsoft YaHei UI"/>
                <a:cs typeface="Microsoft YaHei UI"/>
              </a:rPr>
              <a:t>0.5</a:t>
            </a:r>
            <a:r>
              <a:rPr dirty="0" sz="1650" spc="-65">
                <a:latin typeface="Microsoft YaHei UI"/>
                <a:cs typeface="Microsoft YaHei UI"/>
              </a:rPr>
              <a:t>)</a:t>
            </a:r>
            <a:endParaRPr sz="165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53576" y="2549715"/>
            <a:ext cx="131445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95" i="1">
                <a:latin typeface="Times New Roman"/>
                <a:cs typeface="Times New Roman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45">
                <a:latin typeface="Microsoft YaHei UI"/>
                <a:cs typeface="Microsoft YaHei UI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S</a:t>
            </a:r>
            <a:r>
              <a:rPr dirty="0" sz="1250" spc="265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，</a:t>
            </a:r>
            <a:r>
              <a:rPr dirty="0" sz="1250" i="1">
                <a:latin typeface="Times New Roman"/>
                <a:cs typeface="Times New Roman"/>
              </a:rPr>
              <a:t>Sv</a:t>
            </a:r>
            <a:r>
              <a:rPr dirty="0" sz="1250" spc="345" i="1">
                <a:latin typeface="Times New Roman"/>
                <a:cs typeface="Times New Roman"/>
              </a:rPr>
              <a:t> </a:t>
            </a:r>
            <a:r>
              <a:rPr dirty="0" sz="1250" spc="-240">
                <a:latin typeface="Microsoft YaHei UI"/>
                <a:cs typeface="Microsoft YaHei UI"/>
              </a:rPr>
              <a:t>=</a:t>
            </a:r>
            <a:r>
              <a:rPr dirty="0" sz="1250" spc="-85">
                <a:latin typeface="Microsoft YaHei UI"/>
                <a:cs typeface="Microsoft YaHei UI"/>
              </a:rPr>
              <a:t> </a:t>
            </a:r>
            <a:r>
              <a:rPr dirty="0" sz="1300" spc="-95" i="1">
                <a:latin typeface="Verdana"/>
                <a:cs typeface="Verdana"/>
              </a:rPr>
              <a:t>λ</a:t>
            </a:r>
            <a:r>
              <a:rPr dirty="0" sz="1300" spc="-195" i="1">
                <a:latin typeface="Verdana"/>
                <a:cs typeface="Verdana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v</a:t>
            </a:r>
            <a:r>
              <a:rPr dirty="0" sz="1250" spc="40" i="1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YaHei UI"/>
                <a:cs typeface="Microsoft YaHei UI"/>
              </a:rPr>
              <a:t>,</a:t>
            </a:r>
            <a:r>
              <a:rPr dirty="0" sz="1250" spc="-145">
                <a:latin typeface="Microsoft YaHei UI"/>
                <a:cs typeface="Microsoft YaHei UI"/>
              </a:rPr>
              <a:t> </a:t>
            </a:r>
            <a:r>
              <a:rPr dirty="0" sz="1650" spc="-50">
                <a:latin typeface="Microsoft YaHei UI"/>
                <a:cs typeface="Microsoft YaHei UI"/>
              </a:rPr>
              <a:t>(</a:t>
            </a:r>
            <a:endParaRPr sz="1650">
              <a:latin typeface="Microsoft YaHei UI"/>
              <a:cs typeface="Microsoft YaHei U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36651" y="4652645"/>
            <a:ext cx="1445895" cy="1346200"/>
            <a:chOff x="636651" y="4652645"/>
            <a:chExt cx="1445895" cy="1346200"/>
          </a:xfrm>
        </p:grpSpPr>
        <p:sp>
          <p:nvSpPr>
            <p:cNvPr id="22" name="object 22" descr=""/>
            <p:cNvSpPr/>
            <p:nvPr/>
          </p:nvSpPr>
          <p:spPr>
            <a:xfrm>
              <a:off x="636651" y="4652644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47"/>
                  </a:moveTo>
                  <a:lnTo>
                    <a:pt x="1437322" y="1291374"/>
                  </a:lnTo>
                  <a:lnTo>
                    <a:pt x="1361859" y="1248270"/>
                  </a:lnTo>
                  <a:lnTo>
                    <a:pt x="1360271" y="1247686"/>
                  </a:lnTo>
                  <a:lnTo>
                    <a:pt x="1358607" y="1247686"/>
                  </a:lnTo>
                  <a:lnTo>
                    <a:pt x="1357058" y="1248270"/>
                  </a:lnTo>
                  <a:lnTo>
                    <a:pt x="1355801" y="1249337"/>
                  </a:lnTo>
                  <a:lnTo>
                    <a:pt x="1354975" y="1250772"/>
                  </a:lnTo>
                  <a:lnTo>
                    <a:pt x="1354696" y="1252397"/>
                  </a:lnTo>
                  <a:lnTo>
                    <a:pt x="1354988" y="1254023"/>
                  </a:lnTo>
                  <a:lnTo>
                    <a:pt x="1355826" y="1255458"/>
                  </a:lnTo>
                  <a:lnTo>
                    <a:pt x="1357096" y="1256512"/>
                  </a:lnTo>
                  <a:lnTo>
                    <a:pt x="1418412" y="1291526"/>
                  </a:lnTo>
                  <a:lnTo>
                    <a:pt x="53911" y="1303947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86" y="27076"/>
                  </a:lnTo>
                  <a:lnTo>
                    <a:pt x="44386" y="1308747"/>
                  </a:lnTo>
                  <a:lnTo>
                    <a:pt x="49149" y="1308747"/>
                  </a:lnTo>
                  <a:lnTo>
                    <a:pt x="49187" y="1313510"/>
                  </a:lnTo>
                  <a:lnTo>
                    <a:pt x="1418488" y="1301051"/>
                  </a:lnTo>
                  <a:lnTo>
                    <a:pt x="1357833" y="1337183"/>
                  </a:lnTo>
                  <a:lnTo>
                    <a:pt x="1356575" y="1338262"/>
                  </a:lnTo>
                  <a:lnTo>
                    <a:pt x="1355775" y="1339710"/>
                  </a:lnTo>
                  <a:lnTo>
                    <a:pt x="1355509" y="1341335"/>
                  </a:lnTo>
                  <a:lnTo>
                    <a:pt x="1355813" y="1342961"/>
                  </a:lnTo>
                  <a:lnTo>
                    <a:pt x="1356664" y="1344383"/>
                  </a:lnTo>
                  <a:lnTo>
                    <a:pt x="1357947" y="1345425"/>
                  </a:lnTo>
                  <a:lnTo>
                    <a:pt x="1359509" y="1345971"/>
                  </a:lnTo>
                  <a:lnTo>
                    <a:pt x="1361122" y="1345971"/>
                  </a:lnTo>
                  <a:lnTo>
                    <a:pt x="1362544" y="1345425"/>
                  </a:lnTo>
                  <a:lnTo>
                    <a:pt x="1364348" y="1344383"/>
                  </a:lnTo>
                  <a:lnTo>
                    <a:pt x="1445514" y="1296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83082" y="5372735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4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4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4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4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5" y="17081"/>
                  </a:lnTo>
                  <a:lnTo>
                    <a:pt x="727837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4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4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224914" y="509905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42303" y="4940934"/>
            <a:ext cx="1595755" cy="1012190"/>
          </a:xfrm>
          <a:custGeom>
            <a:avLst/>
            <a:gdLst/>
            <a:ahLst/>
            <a:cxnLst/>
            <a:rect l="l" t="t" r="r" b="b"/>
            <a:pathLst>
              <a:path w="1595755" h="1012189">
                <a:moveTo>
                  <a:pt x="1595386" y="504190"/>
                </a:moveTo>
                <a:lnTo>
                  <a:pt x="1590370" y="503605"/>
                </a:lnTo>
                <a:lnTo>
                  <a:pt x="1500517" y="493141"/>
                </a:lnTo>
                <a:lnTo>
                  <a:pt x="1498003" y="493141"/>
                </a:lnTo>
                <a:lnTo>
                  <a:pt x="1496479" y="493788"/>
                </a:lnTo>
                <a:lnTo>
                  <a:pt x="1495285" y="494931"/>
                </a:lnTo>
                <a:lnTo>
                  <a:pt x="1494536" y="496404"/>
                </a:lnTo>
                <a:lnTo>
                  <a:pt x="1494345" y="498043"/>
                </a:lnTo>
                <a:lnTo>
                  <a:pt x="1494726" y="499656"/>
                </a:lnTo>
                <a:lnTo>
                  <a:pt x="1495640" y="501040"/>
                </a:lnTo>
                <a:lnTo>
                  <a:pt x="1496961" y="502031"/>
                </a:lnTo>
                <a:lnTo>
                  <a:pt x="1498549" y="502500"/>
                </a:lnTo>
                <a:lnTo>
                  <a:pt x="1568653" y="510679"/>
                </a:lnTo>
                <a:lnTo>
                  <a:pt x="447573" y="1000772"/>
                </a:lnTo>
                <a:lnTo>
                  <a:pt x="26771" y="22999"/>
                </a:lnTo>
                <a:lnTo>
                  <a:pt x="83553" y="64935"/>
                </a:lnTo>
                <a:lnTo>
                  <a:pt x="85039" y="65671"/>
                </a:lnTo>
                <a:lnTo>
                  <a:pt x="91122" y="61633"/>
                </a:lnTo>
                <a:lnTo>
                  <a:pt x="91020" y="59982"/>
                </a:lnTo>
                <a:lnTo>
                  <a:pt x="90360" y="58470"/>
                </a:lnTo>
                <a:lnTo>
                  <a:pt x="89217" y="57277"/>
                </a:lnTo>
                <a:lnTo>
                  <a:pt x="20891" y="6794"/>
                </a:lnTo>
                <a:lnTo>
                  <a:pt x="11696" y="0"/>
                </a:lnTo>
                <a:lnTo>
                  <a:pt x="0" y="95669"/>
                </a:lnTo>
                <a:lnTo>
                  <a:pt x="88" y="97320"/>
                </a:lnTo>
                <a:lnTo>
                  <a:pt x="736" y="98844"/>
                </a:lnTo>
                <a:lnTo>
                  <a:pt x="1866" y="100050"/>
                </a:lnTo>
                <a:lnTo>
                  <a:pt x="3340" y="100799"/>
                </a:lnTo>
                <a:lnTo>
                  <a:pt x="4978" y="101003"/>
                </a:lnTo>
                <a:lnTo>
                  <a:pt x="6591" y="100634"/>
                </a:lnTo>
                <a:lnTo>
                  <a:pt x="7975" y="99733"/>
                </a:lnTo>
                <a:lnTo>
                  <a:pt x="8966" y="98412"/>
                </a:lnTo>
                <a:lnTo>
                  <a:pt x="9448" y="96824"/>
                </a:lnTo>
                <a:lnTo>
                  <a:pt x="18008" y="26733"/>
                </a:lnTo>
                <a:lnTo>
                  <a:pt x="439127" y="1005192"/>
                </a:lnTo>
                <a:lnTo>
                  <a:pt x="441858" y="1004023"/>
                </a:lnTo>
                <a:lnTo>
                  <a:pt x="445401" y="1012126"/>
                </a:lnTo>
                <a:lnTo>
                  <a:pt x="1572475" y="519404"/>
                </a:lnTo>
                <a:lnTo>
                  <a:pt x="1530858" y="576414"/>
                </a:lnTo>
                <a:lnTo>
                  <a:pt x="1530134" y="577900"/>
                </a:lnTo>
                <a:lnTo>
                  <a:pt x="1529956" y="579551"/>
                </a:lnTo>
                <a:lnTo>
                  <a:pt x="1530350" y="581152"/>
                </a:lnTo>
                <a:lnTo>
                  <a:pt x="1531277" y="582523"/>
                </a:lnTo>
                <a:lnTo>
                  <a:pt x="1532610" y="583501"/>
                </a:lnTo>
                <a:lnTo>
                  <a:pt x="1534198" y="583958"/>
                </a:lnTo>
                <a:lnTo>
                  <a:pt x="1535582" y="583958"/>
                </a:lnTo>
                <a:lnTo>
                  <a:pt x="1537360" y="583184"/>
                </a:lnTo>
                <a:lnTo>
                  <a:pt x="1538554" y="582028"/>
                </a:lnTo>
                <a:lnTo>
                  <a:pt x="1595386" y="50419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332" y="4785258"/>
            <a:ext cx="248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762912" y="5361203"/>
            <a:ext cx="2647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2</a:t>
            </a:r>
            <a:endParaRPr baseline="-24154" sz="1725">
              <a:latin typeface="Microsoft YaHei UI"/>
              <a:cs typeface="Microsoft YaHei U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868676" y="4642484"/>
            <a:ext cx="1445895" cy="1346200"/>
            <a:chOff x="2868676" y="4642484"/>
            <a:chExt cx="1445895" cy="1346200"/>
          </a:xfrm>
        </p:grpSpPr>
        <p:sp>
          <p:nvSpPr>
            <p:cNvPr id="29" name="object 29" descr=""/>
            <p:cNvSpPr/>
            <p:nvPr/>
          </p:nvSpPr>
          <p:spPr>
            <a:xfrm>
              <a:off x="2868676" y="4642484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47"/>
                  </a:moveTo>
                  <a:lnTo>
                    <a:pt x="1437322" y="1291374"/>
                  </a:lnTo>
                  <a:lnTo>
                    <a:pt x="1361859" y="1248270"/>
                  </a:lnTo>
                  <a:lnTo>
                    <a:pt x="1360271" y="1247686"/>
                  </a:lnTo>
                  <a:lnTo>
                    <a:pt x="1358607" y="1247686"/>
                  </a:lnTo>
                  <a:lnTo>
                    <a:pt x="1357058" y="1248270"/>
                  </a:lnTo>
                  <a:lnTo>
                    <a:pt x="1355801" y="1249337"/>
                  </a:lnTo>
                  <a:lnTo>
                    <a:pt x="1354975" y="1250772"/>
                  </a:lnTo>
                  <a:lnTo>
                    <a:pt x="1354696" y="1252397"/>
                  </a:lnTo>
                  <a:lnTo>
                    <a:pt x="1354988" y="1254023"/>
                  </a:lnTo>
                  <a:lnTo>
                    <a:pt x="1355826" y="1255458"/>
                  </a:lnTo>
                  <a:lnTo>
                    <a:pt x="1357096" y="1256512"/>
                  </a:lnTo>
                  <a:lnTo>
                    <a:pt x="1418412" y="1291526"/>
                  </a:lnTo>
                  <a:lnTo>
                    <a:pt x="53911" y="1303947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73" y="27076"/>
                  </a:lnTo>
                  <a:lnTo>
                    <a:pt x="44386" y="9448"/>
                  </a:lnTo>
                  <a:lnTo>
                    <a:pt x="44386" y="27076"/>
                  </a:lnTo>
                  <a:lnTo>
                    <a:pt x="44386" y="1308747"/>
                  </a:lnTo>
                  <a:lnTo>
                    <a:pt x="49149" y="1308747"/>
                  </a:lnTo>
                  <a:lnTo>
                    <a:pt x="49187" y="1313510"/>
                  </a:lnTo>
                  <a:lnTo>
                    <a:pt x="1418488" y="1301051"/>
                  </a:lnTo>
                  <a:lnTo>
                    <a:pt x="1357833" y="1337183"/>
                  </a:lnTo>
                  <a:lnTo>
                    <a:pt x="1356575" y="1338262"/>
                  </a:lnTo>
                  <a:lnTo>
                    <a:pt x="1355775" y="1339710"/>
                  </a:lnTo>
                  <a:lnTo>
                    <a:pt x="1355509" y="1341335"/>
                  </a:lnTo>
                  <a:lnTo>
                    <a:pt x="1355813" y="1342961"/>
                  </a:lnTo>
                  <a:lnTo>
                    <a:pt x="1356664" y="1344383"/>
                  </a:lnTo>
                  <a:lnTo>
                    <a:pt x="1357947" y="1345425"/>
                  </a:lnTo>
                  <a:lnTo>
                    <a:pt x="1359509" y="1345971"/>
                  </a:lnTo>
                  <a:lnTo>
                    <a:pt x="1361122" y="1345971"/>
                  </a:lnTo>
                  <a:lnTo>
                    <a:pt x="1362544" y="1345425"/>
                  </a:lnTo>
                  <a:lnTo>
                    <a:pt x="1364348" y="1344383"/>
                  </a:lnTo>
                  <a:lnTo>
                    <a:pt x="1445514" y="1296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15107" y="5362574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5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5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5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5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7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5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5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456940" y="508889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474328" y="4930775"/>
            <a:ext cx="1595755" cy="1012190"/>
          </a:xfrm>
          <a:custGeom>
            <a:avLst/>
            <a:gdLst/>
            <a:ahLst/>
            <a:cxnLst/>
            <a:rect l="l" t="t" r="r" b="b"/>
            <a:pathLst>
              <a:path w="1595754" h="1012189">
                <a:moveTo>
                  <a:pt x="1595386" y="504190"/>
                </a:moveTo>
                <a:lnTo>
                  <a:pt x="1590471" y="503618"/>
                </a:lnTo>
                <a:lnTo>
                  <a:pt x="1500517" y="493141"/>
                </a:lnTo>
                <a:lnTo>
                  <a:pt x="1498003" y="493141"/>
                </a:lnTo>
                <a:lnTo>
                  <a:pt x="1496479" y="493788"/>
                </a:lnTo>
                <a:lnTo>
                  <a:pt x="1495285" y="494931"/>
                </a:lnTo>
                <a:lnTo>
                  <a:pt x="1494536" y="496404"/>
                </a:lnTo>
                <a:lnTo>
                  <a:pt x="1494345" y="498043"/>
                </a:lnTo>
                <a:lnTo>
                  <a:pt x="1494726" y="499656"/>
                </a:lnTo>
                <a:lnTo>
                  <a:pt x="1495640" y="501040"/>
                </a:lnTo>
                <a:lnTo>
                  <a:pt x="1496961" y="502031"/>
                </a:lnTo>
                <a:lnTo>
                  <a:pt x="1498549" y="502500"/>
                </a:lnTo>
                <a:lnTo>
                  <a:pt x="1568678" y="510679"/>
                </a:lnTo>
                <a:lnTo>
                  <a:pt x="447573" y="1000772"/>
                </a:lnTo>
                <a:lnTo>
                  <a:pt x="26771" y="22999"/>
                </a:lnTo>
                <a:lnTo>
                  <a:pt x="83553" y="64935"/>
                </a:lnTo>
                <a:lnTo>
                  <a:pt x="85039" y="65671"/>
                </a:lnTo>
                <a:lnTo>
                  <a:pt x="91122" y="61633"/>
                </a:lnTo>
                <a:lnTo>
                  <a:pt x="91020" y="59982"/>
                </a:lnTo>
                <a:lnTo>
                  <a:pt x="90360" y="58470"/>
                </a:lnTo>
                <a:lnTo>
                  <a:pt x="89217" y="57277"/>
                </a:lnTo>
                <a:lnTo>
                  <a:pt x="20891" y="6794"/>
                </a:lnTo>
                <a:lnTo>
                  <a:pt x="11696" y="0"/>
                </a:lnTo>
                <a:lnTo>
                  <a:pt x="0" y="95669"/>
                </a:lnTo>
                <a:lnTo>
                  <a:pt x="88" y="97320"/>
                </a:lnTo>
                <a:lnTo>
                  <a:pt x="736" y="98844"/>
                </a:lnTo>
                <a:lnTo>
                  <a:pt x="1866" y="100050"/>
                </a:lnTo>
                <a:lnTo>
                  <a:pt x="3340" y="100799"/>
                </a:lnTo>
                <a:lnTo>
                  <a:pt x="4978" y="101003"/>
                </a:lnTo>
                <a:lnTo>
                  <a:pt x="6591" y="100634"/>
                </a:lnTo>
                <a:lnTo>
                  <a:pt x="7975" y="99733"/>
                </a:lnTo>
                <a:lnTo>
                  <a:pt x="8966" y="98412"/>
                </a:lnTo>
                <a:lnTo>
                  <a:pt x="9448" y="96824"/>
                </a:lnTo>
                <a:lnTo>
                  <a:pt x="18008" y="26733"/>
                </a:lnTo>
                <a:lnTo>
                  <a:pt x="439127" y="1005192"/>
                </a:lnTo>
                <a:lnTo>
                  <a:pt x="441858" y="1004023"/>
                </a:lnTo>
                <a:lnTo>
                  <a:pt x="445401" y="1012126"/>
                </a:lnTo>
                <a:lnTo>
                  <a:pt x="1572475" y="519404"/>
                </a:lnTo>
                <a:lnTo>
                  <a:pt x="1530858" y="576414"/>
                </a:lnTo>
                <a:lnTo>
                  <a:pt x="1530134" y="577900"/>
                </a:lnTo>
                <a:lnTo>
                  <a:pt x="1529956" y="579551"/>
                </a:lnTo>
                <a:lnTo>
                  <a:pt x="1530350" y="581152"/>
                </a:lnTo>
                <a:lnTo>
                  <a:pt x="1531277" y="582523"/>
                </a:lnTo>
                <a:lnTo>
                  <a:pt x="1532610" y="583501"/>
                </a:lnTo>
                <a:lnTo>
                  <a:pt x="1534198" y="583958"/>
                </a:lnTo>
                <a:lnTo>
                  <a:pt x="1535582" y="583958"/>
                </a:lnTo>
                <a:lnTo>
                  <a:pt x="1537360" y="583184"/>
                </a:lnTo>
                <a:lnTo>
                  <a:pt x="1538554" y="582028"/>
                </a:lnTo>
                <a:lnTo>
                  <a:pt x="1595386" y="50419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2248992" y="4776368"/>
            <a:ext cx="248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93756" y="5352313"/>
            <a:ext cx="265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2</a:t>
            </a:r>
            <a:endParaRPr baseline="-24154" sz="1725">
              <a:latin typeface="Microsoft YaHei UI"/>
              <a:cs typeface="Microsoft YaHei U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654858" y="5368353"/>
            <a:ext cx="1130935" cy="672465"/>
            <a:chOff x="2654858" y="5368353"/>
            <a:chExt cx="1130935" cy="672465"/>
          </a:xfrm>
        </p:grpSpPr>
        <p:sp>
          <p:nvSpPr>
            <p:cNvPr id="36" name="object 36" descr=""/>
            <p:cNvSpPr/>
            <p:nvPr/>
          </p:nvSpPr>
          <p:spPr>
            <a:xfrm>
              <a:off x="2840736" y="5372099"/>
              <a:ext cx="864235" cy="370840"/>
            </a:xfrm>
            <a:custGeom>
              <a:avLst/>
              <a:gdLst/>
              <a:ahLst/>
              <a:cxnLst/>
              <a:rect l="l" t="t" r="r" b="b"/>
              <a:pathLst>
                <a:path w="864235" h="370839">
                  <a:moveTo>
                    <a:pt x="864108" y="0"/>
                  </a:moveTo>
                  <a:lnTo>
                    <a:pt x="0" y="370332"/>
                  </a:lnTo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838488" y="5368353"/>
              <a:ext cx="868044" cy="378460"/>
            </a:xfrm>
            <a:custGeom>
              <a:avLst/>
              <a:gdLst/>
              <a:ahLst/>
              <a:cxnLst/>
              <a:rect l="l" t="t" r="r" b="b"/>
              <a:pathLst>
                <a:path w="868045" h="378460">
                  <a:moveTo>
                    <a:pt x="8750" y="365823"/>
                  </a:moveTo>
                  <a:lnTo>
                    <a:pt x="0" y="369570"/>
                  </a:lnTo>
                  <a:lnTo>
                    <a:pt x="3733" y="378333"/>
                  </a:lnTo>
                  <a:lnTo>
                    <a:pt x="12496" y="374586"/>
                  </a:lnTo>
                  <a:lnTo>
                    <a:pt x="8750" y="365823"/>
                  </a:lnTo>
                  <a:close/>
                </a:path>
                <a:path w="868045" h="378460">
                  <a:moveTo>
                    <a:pt x="26263" y="358343"/>
                  </a:moveTo>
                  <a:lnTo>
                    <a:pt x="17513" y="362077"/>
                  </a:lnTo>
                  <a:lnTo>
                    <a:pt x="21259" y="370840"/>
                  </a:lnTo>
                  <a:lnTo>
                    <a:pt x="30010" y="367093"/>
                  </a:lnTo>
                  <a:lnTo>
                    <a:pt x="26263" y="358343"/>
                  </a:lnTo>
                  <a:close/>
                </a:path>
                <a:path w="868045" h="378460">
                  <a:moveTo>
                    <a:pt x="43789" y="350850"/>
                  </a:moveTo>
                  <a:lnTo>
                    <a:pt x="35026" y="354596"/>
                  </a:lnTo>
                  <a:lnTo>
                    <a:pt x="38773" y="363347"/>
                  </a:lnTo>
                  <a:lnTo>
                    <a:pt x="47523" y="359600"/>
                  </a:lnTo>
                  <a:lnTo>
                    <a:pt x="43789" y="350850"/>
                  </a:lnTo>
                  <a:close/>
                </a:path>
                <a:path w="868045" h="378460">
                  <a:moveTo>
                    <a:pt x="61302" y="343357"/>
                  </a:moveTo>
                  <a:lnTo>
                    <a:pt x="52539" y="347103"/>
                  </a:lnTo>
                  <a:lnTo>
                    <a:pt x="56286" y="355854"/>
                  </a:lnTo>
                  <a:lnTo>
                    <a:pt x="65049" y="352120"/>
                  </a:lnTo>
                  <a:lnTo>
                    <a:pt x="61302" y="343357"/>
                  </a:lnTo>
                  <a:close/>
                </a:path>
                <a:path w="868045" h="378460">
                  <a:moveTo>
                    <a:pt x="78816" y="335864"/>
                  </a:moveTo>
                  <a:lnTo>
                    <a:pt x="70053" y="339610"/>
                  </a:lnTo>
                  <a:lnTo>
                    <a:pt x="73799" y="348373"/>
                  </a:lnTo>
                  <a:lnTo>
                    <a:pt x="82562" y="344627"/>
                  </a:lnTo>
                  <a:lnTo>
                    <a:pt x="78816" y="335864"/>
                  </a:lnTo>
                  <a:close/>
                </a:path>
                <a:path w="868045" h="378460">
                  <a:moveTo>
                    <a:pt x="96329" y="328371"/>
                  </a:moveTo>
                  <a:lnTo>
                    <a:pt x="87566" y="332117"/>
                  </a:lnTo>
                  <a:lnTo>
                    <a:pt x="91313" y="340880"/>
                  </a:lnTo>
                  <a:lnTo>
                    <a:pt x="100076" y="337134"/>
                  </a:lnTo>
                  <a:lnTo>
                    <a:pt x="96329" y="328371"/>
                  </a:lnTo>
                  <a:close/>
                </a:path>
                <a:path w="868045" h="378460">
                  <a:moveTo>
                    <a:pt x="113842" y="320891"/>
                  </a:moveTo>
                  <a:lnTo>
                    <a:pt x="105092" y="324637"/>
                  </a:lnTo>
                  <a:lnTo>
                    <a:pt x="108839" y="333387"/>
                  </a:lnTo>
                  <a:lnTo>
                    <a:pt x="117589" y="329641"/>
                  </a:lnTo>
                  <a:lnTo>
                    <a:pt x="113842" y="320891"/>
                  </a:lnTo>
                  <a:close/>
                </a:path>
                <a:path w="868045" h="378460">
                  <a:moveTo>
                    <a:pt x="131356" y="313398"/>
                  </a:moveTo>
                  <a:lnTo>
                    <a:pt x="122605" y="317144"/>
                  </a:lnTo>
                  <a:lnTo>
                    <a:pt x="126352" y="325894"/>
                  </a:lnTo>
                  <a:lnTo>
                    <a:pt x="135102" y="322148"/>
                  </a:lnTo>
                  <a:lnTo>
                    <a:pt x="131356" y="313398"/>
                  </a:lnTo>
                  <a:close/>
                </a:path>
                <a:path w="868045" h="378460">
                  <a:moveTo>
                    <a:pt x="148882" y="305905"/>
                  </a:moveTo>
                  <a:lnTo>
                    <a:pt x="140119" y="309651"/>
                  </a:lnTo>
                  <a:lnTo>
                    <a:pt x="143865" y="318414"/>
                  </a:lnTo>
                  <a:lnTo>
                    <a:pt x="152628" y="314668"/>
                  </a:lnTo>
                  <a:lnTo>
                    <a:pt x="148882" y="305905"/>
                  </a:lnTo>
                  <a:close/>
                </a:path>
                <a:path w="868045" h="378460">
                  <a:moveTo>
                    <a:pt x="166395" y="298412"/>
                  </a:moveTo>
                  <a:lnTo>
                    <a:pt x="157632" y="302158"/>
                  </a:lnTo>
                  <a:lnTo>
                    <a:pt x="161378" y="310921"/>
                  </a:lnTo>
                  <a:lnTo>
                    <a:pt x="170141" y="307175"/>
                  </a:lnTo>
                  <a:lnTo>
                    <a:pt x="166395" y="298412"/>
                  </a:lnTo>
                  <a:close/>
                </a:path>
                <a:path w="868045" h="378460">
                  <a:moveTo>
                    <a:pt x="183908" y="290931"/>
                  </a:moveTo>
                  <a:lnTo>
                    <a:pt x="175145" y="294665"/>
                  </a:lnTo>
                  <a:lnTo>
                    <a:pt x="178892" y="303428"/>
                  </a:lnTo>
                  <a:lnTo>
                    <a:pt x="187655" y="299682"/>
                  </a:lnTo>
                  <a:lnTo>
                    <a:pt x="183908" y="290931"/>
                  </a:lnTo>
                  <a:close/>
                </a:path>
                <a:path w="868045" h="378460">
                  <a:moveTo>
                    <a:pt x="201422" y="283438"/>
                  </a:moveTo>
                  <a:lnTo>
                    <a:pt x="192671" y="287185"/>
                  </a:lnTo>
                  <a:lnTo>
                    <a:pt x="196418" y="295935"/>
                  </a:lnTo>
                  <a:lnTo>
                    <a:pt x="205168" y="292189"/>
                  </a:lnTo>
                  <a:lnTo>
                    <a:pt x="201422" y="283438"/>
                  </a:lnTo>
                  <a:close/>
                </a:path>
                <a:path w="868045" h="378460">
                  <a:moveTo>
                    <a:pt x="218935" y="275945"/>
                  </a:moveTo>
                  <a:lnTo>
                    <a:pt x="210185" y="279692"/>
                  </a:lnTo>
                  <a:lnTo>
                    <a:pt x="213931" y="288442"/>
                  </a:lnTo>
                  <a:lnTo>
                    <a:pt x="222681" y="284708"/>
                  </a:lnTo>
                  <a:lnTo>
                    <a:pt x="218935" y="275945"/>
                  </a:lnTo>
                  <a:close/>
                </a:path>
                <a:path w="868045" h="378460">
                  <a:moveTo>
                    <a:pt x="236461" y="268452"/>
                  </a:moveTo>
                  <a:lnTo>
                    <a:pt x="227698" y="272199"/>
                  </a:lnTo>
                  <a:lnTo>
                    <a:pt x="231444" y="280962"/>
                  </a:lnTo>
                  <a:lnTo>
                    <a:pt x="240195" y="277215"/>
                  </a:lnTo>
                  <a:lnTo>
                    <a:pt x="236461" y="268452"/>
                  </a:lnTo>
                  <a:close/>
                </a:path>
                <a:path w="868045" h="378460">
                  <a:moveTo>
                    <a:pt x="253974" y="260959"/>
                  </a:moveTo>
                  <a:lnTo>
                    <a:pt x="245211" y="264706"/>
                  </a:lnTo>
                  <a:lnTo>
                    <a:pt x="248958" y="273469"/>
                  </a:lnTo>
                  <a:lnTo>
                    <a:pt x="257721" y="269722"/>
                  </a:lnTo>
                  <a:lnTo>
                    <a:pt x="253974" y="260959"/>
                  </a:lnTo>
                  <a:close/>
                </a:path>
                <a:path w="868045" h="378460">
                  <a:moveTo>
                    <a:pt x="271487" y="253479"/>
                  </a:moveTo>
                  <a:lnTo>
                    <a:pt x="262724" y="257226"/>
                  </a:lnTo>
                  <a:lnTo>
                    <a:pt x="266471" y="265976"/>
                  </a:lnTo>
                  <a:lnTo>
                    <a:pt x="275234" y="262229"/>
                  </a:lnTo>
                  <a:lnTo>
                    <a:pt x="271487" y="253479"/>
                  </a:lnTo>
                  <a:close/>
                </a:path>
                <a:path w="868045" h="378460">
                  <a:moveTo>
                    <a:pt x="289001" y="245986"/>
                  </a:moveTo>
                  <a:lnTo>
                    <a:pt x="280250" y="249733"/>
                  </a:lnTo>
                  <a:lnTo>
                    <a:pt x="283984" y="258483"/>
                  </a:lnTo>
                  <a:lnTo>
                    <a:pt x="292747" y="254736"/>
                  </a:lnTo>
                  <a:lnTo>
                    <a:pt x="289001" y="245986"/>
                  </a:lnTo>
                  <a:close/>
                </a:path>
                <a:path w="868045" h="378460">
                  <a:moveTo>
                    <a:pt x="306514" y="238493"/>
                  </a:moveTo>
                  <a:lnTo>
                    <a:pt x="297764" y="242240"/>
                  </a:lnTo>
                  <a:lnTo>
                    <a:pt x="301510" y="251003"/>
                  </a:lnTo>
                  <a:lnTo>
                    <a:pt x="310261" y="247256"/>
                  </a:lnTo>
                  <a:lnTo>
                    <a:pt x="306514" y="238493"/>
                  </a:lnTo>
                  <a:close/>
                </a:path>
                <a:path w="868045" h="378460">
                  <a:moveTo>
                    <a:pt x="324040" y="231000"/>
                  </a:moveTo>
                  <a:lnTo>
                    <a:pt x="315277" y="234747"/>
                  </a:lnTo>
                  <a:lnTo>
                    <a:pt x="319024" y="243510"/>
                  </a:lnTo>
                  <a:lnTo>
                    <a:pt x="327774" y="239763"/>
                  </a:lnTo>
                  <a:lnTo>
                    <a:pt x="324040" y="231000"/>
                  </a:lnTo>
                  <a:close/>
                </a:path>
                <a:path w="868045" h="378460">
                  <a:moveTo>
                    <a:pt x="341553" y="223520"/>
                  </a:moveTo>
                  <a:lnTo>
                    <a:pt x="332790" y="227254"/>
                  </a:lnTo>
                  <a:lnTo>
                    <a:pt x="336537" y="236017"/>
                  </a:lnTo>
                  <a:lnTo>
                    <a:pt x="345300" y="232270"/>
                  </a:lnTo>
                  <a:lnTo>
                    <a:pt x="341553" y="223520"/>
                  </a:lnTo>
                  <a:close/>
                </a:path>
                <a:path w="868045" h="378460">
                  <a:moveTo>
                    <a:pt x="359067" y="216027"/>
                  </a:moveTo>
                  <a:lnTo>
                    <a:pt x="350304" y="219773"/>
                  </a:lnTo>
                  <a:lnTo>
                    <a:pt x="354050" y="228524"/>
                  </a:lnTo>
                  <a:lnTo>
                    <a:pt x="362813" y="224777"/>
                  </a:lnTo>
                  <a:lnTo>
                    <a:pt x="359067" y="216027"/>
                  </a:lnTo>
                  <a:close/>
                </a:path>
                <a:path w="868045" h="378460">
                  <a:moveTo>
                    <a:pt x="376580" y="208534"/>
                  </a:moveTo>
                  <a:lnTo>
                    <a:pt x="367830" y="212280"/>
                  </a:lnTo>
                  <a:lnTo>
                    <a:pt x="371563" y="221031"/>
                  </a:lnTo>
                  <a:lnTo>
                    <a:pt x="380326" y="217297"/>
                  </a:lnTo>
                  <a:lnTo>
                    <a:pt x="376580" y="208534"/>
                  </a:lnTo>
                  <a:close/>
                </a:path>
                <a:path w="868045" h="378460">
                  <a:moveTo>
                    <a:pt x="394093" y="201041"/>
                  </a:moveTo>
                  <a:lnTo>
                    <a:pt x="385343" y="204787"/>
                  </a:lnTo>
                  <a:lnTo>
                    <a:pt x="389089" y="213550"/>
                  </a:lnTo>
                  <a:lnTo>
                    <a:pt x="397840" y="209804"/>
                  </a:lnTo>
                  <a:lnTo>
                    <a:pt x="394093" y="201041"/>
                  </a:lnTo>
                  <a:close/>
                </a:path>
                <a:path w="868045" h="378460">
                  <a:moveTo>
                    <a:pt x="411607" y="193548"/>
                  </a:moveTo>
                  <a:lnTo>
                    <a:pt x="402856" y="197294"/>
                  </a:lnTo>
                  <a:lnTo>
                    <a:pt x="406603" y="206057"/>
                  </a:lnTo>
                  <a:lnTo>
                    <a:pt x="415353" y="202311"/>
                  </a:lnTo>
                  <a:lnTo>
                    <a:pt x="411607" y="193548"/>
                  </a:lnTo>
                  <a:close/>
                </a:path>
                <a:path w="868045" h="378460">
                  <a:moveTo>
                    <a:pt x="429133" y="186067"/>
                  </a:moveTo>
                  <a:lnTo>
                    <a:pt x="420370" y="189814"/>
                  </a:lnTo>
                  <a:lnTo>
                    <a:pt x="424116" y="198564"/>
                  </a:lnTo>
                  <a:lnTo>
                    <a:pt x="432879" y="194818"/>
                  </a:lnTo>
                  <a:lnTo>
                    <a:pt x="429133" y="186067"/>
                  </a:lnTo>
                  <a:close/>
                </a:path>
                <a:path w="868045" h="378460">
                  <a:moveTo>
                    <a:pt x="446646" y="178574"/>
                  </a:moveTo>
                  <a:lnTo>
                    <a:pt x="437883" y="182321"/>
                  </a:lnTo>
                  <a:lnTo>
                    <a:pt x="441629" y="191071"/>
                  </a:lnTo>
                  <a:lnTo>
                    <a:pt x="450392" y="187325"/>
                  </a:lnTo>
                  <a:lnTo>
                    <a:pt x="446646" y="178574"/>
                  </a:lnTo>
                  <a:close/>
                </a:path>
                <a:path w="868045" h="378460">
                  <a:moveTo>
                    <a:pt x="464159" y="171081"/>
                  </a:moveTo>
                  <a:lnTo>
                    <a:pt x="455396" y="174828"/>
                  </a:lnTo>
                  <a:lnTo>
                    <a:pt x="459143" y="183591"/>
                  </a:lnTo>
                  <a:lnTo>
                    <a:pt x="467906" y="179844"/>
                  </a:lnTo>
                  <a:lnTo>
                    <a:pt x="464159" y="171081"/>
                  </a:lnTo>
                  <a:close/>
                </a:path>
                <a:path w="868045" h="378460">
                  <a:moveTo>
                    <a:pt x="481672" y="163588"/>
                  </a:moveTo>
                  <a:lnTo>
                    <a:pt x="472922" y="167335"/>
                  </a:lnTo>
                  <a:lnTo>
                    <a:pt x="476669" y="176098"/>
                  </a:lnTo>
                  <a:lnTo>
                    <a:pt x="485419" y="172351"/>
                  </a:lnTo>
                  <a:lnTo>
                    <a:pt x="481672" y="163588"/>
                  </a:lnTo>
                  <a:close/>
                </a:path>
                <a:path w="868045" h="378460">
                  <a:moveTo>
                    <a:pt x="499186" y="156108"/>
                  </a:moveTo>
                  <a:lnTo>
                    <a:pt x="490435" y="159842"/>
                  </a:lnTo>
                  <a:lnTo>
                    <a:pt x="494182" y="168605"/>
                  </a:lnTo>
                  <a:lnTo>
                    <a:pt x="502932" y="164858"/>
                  </a:lnTo>
                  <a:lnTo>
                    <a:pt x="499186" y="156108"/>
                  </a:lnTo>
                  <a:close/>
                </a:path>
                <a:path w="868045" h="378460">
                  <a:moveTo>
                    <a:pt x="516712" y="148615"/>
                  </a:moveTo>
                  <a:lnTo>
                    <a:pt x="507949" y="152361"/>
                  </a:lnTo>
                  <a:lnTo>
                    <a:pt x="511695" y="161112"/>
                  </a:lnTo>
                  <a:lnTo>
                    <a:pt x="520458" y="157365"/>
                  </a:lnTo>
                  <a:lnTo>
                    <a:pt x="516712" y="148615"/>
                  </a:lnTo>
                  <a:close/>
                </a:path>
                <a:path w="868045" h="378460">
                  <a:moveTo>
                    <a:pt x="534225" y="141122"/>
                  </a:moveTo>
                  <a:lnTo>
                    <a:pt x="525462" y="144868"/>
                  </a:lnTo>
                  <a:lnTo>
                    <a:pt x="529209" y="153619"/>
                  </a:lnTo>
                  <a:lnTo>
                    <a:pt x="537972" y="149885"/>
                  </a:lnTo>
                  <a:lnTo>
                    <a:pt x="534225" y="141122"/>
                  </a:lnTo>
                  <a:close/>
                </a:path>
                <a:path w="868045" h="378460">
                  <a:moveTo>
                    <a:pt x="551738" y="133629"/>
                  </a:moveTo>
                  <a:lnTo>
                    <a:pt x="542975" y="137375"/>
                  </a:lnTo>
                  <a:lnTo>
                    <a:pt x="546722" y="146138"/>
                  </a:lnTo>
                  <a:lnTo>
                    <a:pt x="555485" y="142392"/>
                  </a:lnTo>
                  <a:lnTo>
                    <a:pt x="551738" y="133629"/>
                  </a:lnTo>
                  <a:close/>
                </a:path>
                <a:path w="868045" h="378460">
                  <a:moveTo>
                    <a:pt x="569252" y="126136"/>
                  </a:moveTo>
                  <a:lnTo>
                    <a:pt x="560501" y="129882"/>
                  </a:lnTo>
                  <a:lnTo>
                    <a:pt x="564235" y="138645"/>
                  </a:lnTo>
                  <a:lnTo>
                    <a:pt x="572998" y="134899"/>
                  </a:lnTo>
                  <a:lnTo>
                    <a:pt x="569252" y="126136"/>
                  </a:lnTo>
                  <a:close/>
                </a:path>
                <a:path w="868045" h="378460">
                  <a:moveTo>
                    <a:pt x="586765" y="118656"/>
                  </a:moveTo>
                  <a:lnTo>
                    <a:pt x="578015" y="122402"/>
                  </a:lnTo>
                  <a:lnTo>
                    <a:pt x="581761" y="131152"/>
                  </a:lnTo>
                  <a:lnTo>
                    <a:pt x="590511" y="127406"/>
                  </a:lnTo>
                  <a:lnTo>
                    <a:pt x="586765" y="118656"/>
                  </a:lnTo>
                  <a:close/>
                </a:path>
                <a:path w="868045" h="378460">
                  <a:moveTo>
                    <a:pt x="604291" y="111163"/>
                  </a:moveTo>
                  <a:lnTo>
                    <a:pt x="595528" y="114909"/>
                  </a:lnTo>
                  <a:lnTo>
                    <a:pt x="599274" y="123659"/>
                  </a:lnTo>
                  <a:lnTo>
                    <a:pt x="608025" y="119913"/>
                  </a:lnTo>
                  <a:lnTo>
                    <a:pt x="604291" y="111163"/>
                  </a:lnTo>
                  <a:close/>
                </a:path>
                <a:path w="868045" h="378460">
                  <a:moveTo>
                    <a:pt x="621804" y="103670"/>
                  </a:moveTo>
                  <a:lnTo>
                    <a:pt x="613041" y="107416"/>
                  </a:lnTo>
                  <a:lnTo>
                    <a:pt x="616788" y="116179"/>
                  </a:lnTo>
                  <a:lnTo>
                    <a:pt x="625551" y="112433"/>
                  </a:lnTo>
                  <a:lnTo>
                    <a:pt x="621804" y="103670"/>
                  </a:lnTo>
                  <a:close/>
                </a:path>
                <a:path w="868045" h="378460">
                  <a:moveTo>
                    <a:pt x="639318" y="96177"/>
                  </a:moveTo>
                  <a:lnTo>
                    <a:pt x="630555" y="99923"/>
                  </a:lnTo>
                  <a:lnTo>
                    <a:pt x="634301" y="108686"/>
                  </a:lnTo>
                  <a:lnTo>
                    <a:pt x="643064" y="104940"/>
                  </a:lnTo>
                  <a:lnTo>
                    <a:pt x="639318" y="96177"/>
                  </a:lnTo>
                  <a:close/>
                </a:path>
                <a:path w="868045" h="378460">
                  <a:moveTo>
                    <a:pt x="656831" y="88696"/>
                  </a:moveTo>
                  <a:lnTo>
                    <a:pt x="648081" y="92430"/>
                  </a:lnTo>
                  <a:lnTo>
                    <a:pt x="651814" y="101193"/>
                  </a:lnTo>
                  <a:lnTo>
                    <a:pt x="660577" y="97447"/>
                  </a:lnTo>
                  <a:lnTo>
                    <a:pt x="656831" y="88696"/>
                  </a:lnTo>
                  <a:close/>
                </a:path>
                <a:path w="868045" h="378460">
                  <a:moveTo>
                    <a:pt x="674344" y="81203"/>
                  </a:moveTo>
                  <a:lnTo>
                    <a:pt x="665594" y="84950"/>
                  </a:lnTo>
                  <a:lnTo>
                    <a:pt x="669340" y="93700"/>
                  </a:lnTo>
                  <a:lnTo>
                    <a:pt x="678091" y="89954"/>
                  </a:lnTo>
                  <a:lnTo>
                    <a:pt x="674344" y="81203"/>
                  </a:lnTo>
                  <a:close/>
                </a:path>
                <a:path w="868045" h="378460">
                  <a:moveTo>
                    <a:pt x="691857" y="73710"/>
                  </a:moveTo>
                  <a:lnTo>
                    <a:pt x="683107" y="77457"/>
                  </a:lnTo>
                  <a:lnTo>
                    <a:pt x="686854" y="86207"/>
                  </a:lnTo>
                  <a:lnTo>
                    <a:pt x="695604" y="82473"/>
                  </a:lnTo>
                  <a:lnTo>
                    <a:pt x="691857" y="73710"/>
                  </a:lnTo>
                  <a:close/>
                </a:path>
                <a:path w="868045" h="378460">
                  <a:moveTo>
                    <a:pt x="709383" y="66217"/>
                  </a:moveTo>
                  <a:lnTo>
                    <a:pt x="700620" y="69964"/>
                  </a:lnTo>
                  <a:lnTo>
                    <a:pt x="704367" y="78727"/>
                  </a:lnTo>
                  <a:lnTo>
                    <a:pt x="713130" y="74980"/>
                  </a:lnTo>
                  <a:lnTo>
                    <a:pt x="709383" y="66217"/>
                  </a:lnTo>
                  <a:close/>
                </a:path>
                <a:path w="868045" h="378460">
                  <a:moveTo>
                    <a:pt x="726897" y="58724"/>
                  </a:moveTo>
                  <a:lnTo>
                    <a:pt x="718134" y="62471"/>
                  </a:lnTo>
                  <a:lnTo>
                    <a:pt x="721880" y="71234"/>
                  </a:lnTo>
                  <a:lnTo>
                    <a:pt x="730643" y="67487"/>
                  </a:lnTo>
                  <a:lnTo>
                    <a:pt x="726897" y="58724"/>
                  </a:lnTo>
                  <a:close/>
                </a:path>
                <a:path w="868045" h="378460">
                  <a:moveTo>
                    <a:pt x="744410" y="51244"/>
                  </a:moveTo>
                  <a:lnTo>
                    <a:pt x="735647" y="54991"/>
                  </a:lnTo>
                  <a:lnTo>
                    <a:pt x="739394" y="63741"/>
                  </a:lnTo>
                  <a:lnTo>
                    <a:pt x="748157" y="59994"/>
                  </a:lnTo>
                  <a:lnTo>
                    <a:pt x="744410" y="51244"/>
                  </a:lnTo>
                  <a:close/>
                </a:path>
                <a:path w="868045" h="378460">
                  <a:moveTo>
                    <a:pt x="761923" y="43751"/>
                  </a:moveTo>
                  <a:lnTo>
                    <a:pt x="753173" y="47498"/>
                  </a:lnTo>
                  <a:lnTo>
                    <a:pt x="756920" y="56248"/>
                  </a:lnTo>
                  <a:lnTo>
                    <a:pt x="765670" y="52501"/>
                  </a:lnTo>
                  <a:lnTo>
                    <a:pt x="761923" y="43751"/>
                  </a:lnTo>
                  <a:close/>
                </a:path>
                <a:path w="868045" h="378460">
                  <a:moveTo>
                    <a:pt x="779437" y="36258"/>
                  </a:moveTo>
                  <a:lnTo>
                    <a:pt x="770686" y="40005"/>
                  </a:lnTo>
                  <a:lnTo>
                    <a:pt x="774433" y="48768"/>
                  </a:lnTo>
                  <a:lnTo>
                    <a:pt x="783183" y="45021"/>
                  </a:lnTo>
                  <a:lnTo>
                    <a:pt x="779437" y="36258"/>
                  </a:lnTo>
                  <a:close/>
                </a:path>
                <a:path w="868045" h="378460">
                  <a:moveTo>
                    <a:pt x="796963" y="28765"/>
                  </a:moveTo>
                  <a:lnTo>
                    <a:pt x="788200" y="32512"/>
                  </a:lnTo>
                  <a:lnTo>
                    <a:pt x="791946" y="41275"/>
                  </a:lnTo>
                  <a:lnTo>
                    <a:pt x="800709" y="37528"/>
                  </a:lnTo>
                  <a:lnTo>
                    <a:pt x="796963" y="28765"/>
                  </a:lnTo>
                  <a:close/>
                </a:path>
                <a:path w="868045" h="378460">
                  <a:moveTo>
                    <a:pt x="814476" y="21285"/>
                  </a:moveTo>
                  <a:lnTo>
                    <a:pt x="805713" y="25019"/>
                  </a:lnTo>
                  <a:lnTo>
                    <a:pt x="809459" y="33782"/>
                  </a:lnTo>
                  <a:lnTo>
                    <a:pt x="818222" y="30035"/>
                  </a:lnTo>
                  <a:lnTo>
                    <a:pt x="814476" y="21285"/>
                  </a:lnTo>
                  <a:close/>
                </a:path>
                <a:path w="868045" h="378460">
                  <a:moveTo>
                    <a:pt x="831989" y="13792"/>
                  </a:moveTo>
                  <a:lnTo>
                    <a:pt x="823226" y="17538"/>
                  </a:lnTo>
                  <a:lnTo>
                    <a:pt x="826973" y="26289"/>
                  </a:lnTo>
                  <a:lnTo>
                    <a:pt x="835736" y="22542"/>
                  </a:lnTo>
                  <a:lnTo>
                    <a:pt x="831989" y="13792"/>
                  </a:lnTo>
                  <a:close/>
                </a:path>
                <a:path w="868045" h="378460">
                  <a:moveTo>
                    <a:pt x="849502" y="6299"/>
                  </a:moveTo>
                  <a:lnTo>
                    <a:pt x="840752" y="10045"/>
                  </a:lnTo>
                  <a:lnTo>
                    <a:pt x="844499" y="18796"/>
                  </a:lnTo>
                  <a:lnTo>
                    <a:pt x="853249" y="15062"/>
                  </a:lnTo>
                  <a:lnTo>
                    <a:pt x="849502" y="6299"/>
                  </a:lnTo>
                  <a:close/>
                </a:path>
                <a:path w="868045" h="378460">
                  <a:moveTo>
                    <a:pt x="864235" y="0"/>
                  </a:moveTo>
                  <a:lnTo>
                    <a:pt x="858266" y="2552"/>
                  </a:lnTo>
                  <a:lnTo>
                    <a:pt x="862012" y="11315"/>
                  </a:lnTo>
                  <a:lnTo>
                    <a:pt x="867968" y="8763"/>
                  </a:lnTo>
                  <a:lnTo>
                    <a:pt x="86423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4858" y="5715088"/>
              <a:ext cx="274218" cy="32550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4780" y="5388381"/>
              <a:ext cx="80899" cy="148412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2485809" y="5794273"/>
            <a:ext cx="27686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d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3677" y="5570588"/>
            <a:ext cx="979525" cy="519836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3441446" y="5711723"/>
            <a:ext cx="29337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d</a:t>
            </a:r>
            <a:r>
              <a:rPr dirty="0" baseline="-24154" sz="1725" spc="-37">
                <a:latin typeface="Microsoft YaHei UI"/>
                <a:cs typeface="Microsoft YaHei UI"/>
              </a:rPr>
              <a:t>2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491739" y="6262370"/>
            <a:ext cx="2072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Microsoft Sans Serif"/>
                <a:cs typeface="Microsoft Sans Serif"/>
              </a:rPr>
              <a:t>Projection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on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Microsoft Sans Serif"/>
                <a:cs typeface="Microsoft Sans Serif"/>
              </a:rPr>
              <a:t>eigenvectors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100065" y="4640579"/>
            <a:ext cx="1445895" cy="1346200"/>
            <a:chOff x="5100065" y="4640579"/>
            <a:chExt cx="1445895" cy="1346200"/>
          </a:xfrm>
        </p:grpSpPr>
        <p:sp>
          <p:nvSpPr>
            <p:cNvPr id="45" name="object 45" descr=""/>
            <p:cNvSpPr/>
            <p:nvPr/>
          </p:nvSpPr>
          <p:spPr>
            <a:xfrm>
              <a:off x="5100066" y="4640579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47"/>
                  </a:moveTo>
                  <a:lnTo>
                    <a:pt x="1437322" y="1291374"/>
                  </a:lnTo>
                  <a:lnTo>
                    <a:pt x="1361859" y="1248270"/>
                  </a:lnTo>
                  <a:lnTo>
                    <a:pt x="1360271" y="1247686"/>
                  </a:lnTo>
                  <a:lnTo>
                    <a:pt x="1358607" y="1247686"/>
                  </a:lnTo>
                  <a:lnTo>
                    <a:pt x="1357058" y="1248270"/>
                  </a:lnTo>
                  <a:lnTo>
                    <a:pt x="1355801" y="1249337"/>
                  </a:lnTo>
                  <a:lnTo>
                    <a:pt x="1354975" y="1250772"/>
                  </a:lnTo>
                  <a:lnTo>
                    <a:pt x="1354696" y="1252397"/>
                  </a:lnTo>
                  <a:lnTo>
                    <a:pt x="1354988" y="1254023"/>
                  </a:lnTo>
                  <a:lnTo>
                    <a:pt x="1355826" y="1255458"/>
                  </a:lnTo>
                  <a:lnTo>
                    <a:pt x="1357096" y="1256512"/>
                  </a:lnTo>
                  <a:lnTo>
                    <a:pt x="1418412" y="1291526"/>
                  </a:lnTo>
                  <a:lnTo>
                    <a:pt x="53911" y="1303947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86" y="27076"/>
                  </a:lnTo>
                  <a:lnTo>
                    <a:pt x="44386" y="1308747"/>
                  </a:lnTo>
                  <a:lnTo>
                    <a:pt x="49149" y="1308747"/>
                  </a:lnTo>
                  <a:lnTo>
                    <a:pt x="49187" y="1313510"/>
                  </a:lnTo>
                  <a:lnTo>
                    <a:pt x="1418488" y="1301051"/>
                  </a:lnTo>
                  <a:lnTo>
                    <a:pt x="1357833" y="1337183"/>
                  </a:lnTo>
                  <a:lnTo>
                    <a:pt x="1356575" y="1338262"/>
                  </a:lnTo>
                  <a:lnTo>
                    <a:pt x="1355775" y="1339710"/>
                  </a:lnTo>
                  <a:lnTo>
                    <a:pt x="1355509" y="1341335"/>
                  </a:lnTo>
                  <a:lnTo>
                    <a:pt x="1355813" y="1342961"/>
                  </a:lnTo>
                  <a:lnTo>
                    <a:pt x="1356664" y="1344383"/>
                  </a:lnTo>
                  <a:lnTo>
                    <a:pt x="1357947" y="1345425"/>
                  </a:lnTo>
                  <a:lnTo>
                    <a:pt x="1359509" y="1345971"/>
                  </a:lnTo>
                  <a:lnTo>
                    <a:pt x="1361122" y="1345971"/>
                  </a:lnTo>
                  <a:lnTo>
                    <a:pt x="1362544" y="1345425"/>
                  </a:lnTo>
                  <a:lnTo>
                    <a:pt x="1364348" y="1344383"/>
                  </a:lnTo>
                  <a:lnTo>
                    <a:pt x="1445514" y="1296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146497" y="5360669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5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5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5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5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7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5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5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5688329" y="508698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4705718" y="4928870"/>
            <a:ext cx="1595755" cy="1012190"/>
          </a:xfrm>
          <a:custGeom>
            <a:avLst/>
            <a:gdLst/>
            <a:ahLst/>
            <a:cxnLst/>
            <a:rect l="l" t="t" r="r" b="b"/>
            <a:pathLst>
              <a:path w="1595754" h="1012189">
                <a:moveTo>
                  <a:pt x="1595386" y="504190"/>
                </a:moveTo>
                <a:lnTo>
                  <a:pt x="1590471" y="503618"/>
                </a:lnTo>
                <a:lnTo>
                  <a:pt x="1500517" y="493141"/>
                </a:lnTo>
                <a:lnTo>
                  <a:pt x="1498003" y="493141"/>
                </a:lnTo>
                <a:lnTo>
                  <a:pt x="1496479" y="493788"/>
                </a:lnTo>
                <a:lnTo>
                  <a:pt x="1495285" y="494931"/>
                </a:lnTo>
                <a:lnTo>
                  <a:pt x="1494536" y="496404"/>
                </a:lnTo>
                <a:lnTo>
                  <a:pt x="1494345" y="498043"/>
                </a:lnTo>
                <a:lnTo>
                  <a:pt x="1494726" y="499656"/>
                </a:lnTo>
                <a:lnTo>
                  <a:pt x="1495640" y="501040"/>
                </a:lnTo>
                <a:lnTo>
                  <a:pt x="1496961" y="502031"/>
                </a:lnTo>
                <a:lnTo>
                  <a:pt x="1498549" y="502500"/>
                </a:lnTo>
                <a:lnTo>
                  <a:pt x="1568678" y="510679"/>
                </a:lnTo>
                <a:lnTo>
                  <a:pt x="447573" y="1000772"/>
                </a:lnTo>
                <a:lnTo>
                  <a:pt x="26771" y="22999"/>
                </a:lnTo>
                <a:lnTo>
                  <a:pt x="83553" y="64935"/>
                </a:lnTo>
                <a:lnTo>
                  <a:pt x="85039" y="65671"/>
                </a:lnTo>
                <a:lnTo>
                  <a:pt x="91122" y="61633"/>
                </a:lnTo>
                <a:lnTo>
                  <a:pt x="91020" y="59982"/>
                </a:lnTo>
                <a:lnTo>
                  <a:pt x="90360" y="58470"/>
                </a:lnTo>
                <a:lnTo>
                  <a:pt x="89217" y="57277"/>
                </a:lnTo>
                <a:lnTo>
                  <a:pt x="20891" y="6794"/>
                </a:lnTo>
                <a:lnTo>
                  <a:pt x="11696" y="0"/>
                </a:lnTo>
                <a:lnTo>
                  <a:pt x="0" y="95669"/>
                </a:lnTo>
                <a:lnTo>
                  <a:pt x="88" y="97320"/>
                </a:lnTo>
                <a:lnTo>
                  <a:pt x="736" y="98844"/>
                </a:lnTo>
                <a:lnTo>
                  <a:pt x="1866" y="100050"/>
                </a:lnTo>
                <a:lnTo>
                  <a:pt x="3340" y="100799"/>
                </a:lnTo>
                <a:lnTo>
                  <a:pt x="4978" y="101003"/>
                </a:lnTo>
                <a:lnTo>
                  <a:pt x="6591" y="100634"/>
                </a:lnTo>
                <a:lnTo>
                  <a:pt x="7975" y="99733"/>
                </a:lnTo>
                <a:lnTo>
                  <a:pt x="8966" y="98412"/>
                </a:lnTo>
                <a:lnTo>
                  <a:pt x="9448" y="96824"/>
                </a:lnTo>
                <a:lnTo>
                  <a:pt x="18008" y="26733"/>
                </a:lnTo>
                <a:lnTo>
                  <a:pt x="439127" y="1005192"/>
                </a:lnTo>
                <a:lnTo>
                  <a:pt x="441858" y="1004023"/>
                </a:lnTo>
                <a:lnTo>
                  <a:pt x="445401" y="1012126"/>
                </a:lnTo>
                <a:lnTo>
                  <a:pt x="1572475" y="519404"/>
                </a:lnTo>
                <a:lnTo>
                  <a:pt x="1530858" y="576414"/>
                </a:lnTo>
                <a:lnTo>
                  <a:pt x="1530134" y="577900"/>
                </a:lnTo>
                <a:lnTo>
                  <a:pt x="1529956" y="579551"/>
                </a:lnTo>
                <a:lnTo>
                  <a:pt x="1530350" y="581152"/>
                </a:lnTo>
                <a:lnTo>
                  <a:pt x="1531277" y="582523"/>
                </a:lnTo>
                <a:lnTo>
                  <a:pt x="1532610" y="583501"/>
                </a:lnTo>
                <a:lnTo>
                  <a:pt x="1534198" y="583958"/>
                </a:lnTo>
                <a:lnTo>
                  <a:pt x="1535582" y="583958"/>
                </a:lnTo>
                <a:lnTo>
                  <a:pt x="1537360" y="583184"/>
                </a:lnTo>
                <a:lnTo>
                  <a:pt x="1538554" y="582041"/>
                </a:lnTo>
                <a:lnTo>
                  <a:pt x="1595386" y="50419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4479747" y="4773193"/>
            <a:ext cx="248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226416" y="5349138"/>
            <a:ext cx="265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2</a:t>
            </a:r>
            <a:endParaRPr baseline="-24154" sz="1725">
              <a:latin typeface="Microsoft YaHei UI"/>
              <a:cs typeface="Microsoft YaHei U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833797" y="5366448"/>
            <a:ext cx="1183640" cy="657860"/>
            <a:chOff x="4833797" y="5366448"/>
            <a:chExt cx="1183640" cy="657860"/>
          </a:xfrm>
        </p:grpSpPr>
        <p:sp>
          <p:nvSpPr>
            <p:cNvPr id="52" name="object 52" descr=""/>
            <p:cNvSpPr/>
            <p:nvPr/>
          </p:nvSpPr>
          <p:spPr>
            <a:xfrm>
              <a:off x="5071872" y="5370575"/>
              <a:ext cx="864235" cy="370840"/>
            </a:xfrm>
            <a:custGeom>
              <a:avLst/>
              <a:gdLst/>
              <a:ahLst/>
              <a:cxnLst/>
              <a:rect l="l" t="t" r="r" b="b"/>
              <a:pathLst>
                <a:path w="864235" h="370839">
                  <a:moveTo>
                    <a:pt x="864107" y="0"/>
                  </a:moveTo>
                  <a:lnTo>
                    <a:pt x="0" y="370332"/>
                  </a:lnTo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069878" y="5366448"/>
              <a:ext cx="868044" cy="378460"/>
            </a:xfrm>
            <a:custGeom>
              <a:avLst/>
              <a:gdLst/>
              <a:ahLst/>
              <a:cxnLst/>
              <a:rect l="l" t="t" r="r" b="b"/>
              <a:pathLst>
                <a:path w="868045" h="378460">
                  <a:moveTo>
                    <a:pt x="8750" y="365823"/>
                  </a:moveTo>
                  <a:lnTo>
                    <a:pt x="0" y="369570"/>
                  </a:lnTo>
                  <a:lnTo>
                    <a:pt x="3733" y="378333"/>
                  </a:lnTo>
                  <a:lnTo>
                    <a:pt x="12496" y="374586"/>
                  </a:lnTo>
                  <a:lnTo>
                    <a:pt x="8750" y="365823"/>
                  </a:lnTo>
                  <a:close/>
                </a:path>
                <a:path w="868045" h="378460">
                  <a:moveTo>
                    <a:pt x="26263" y="358343"/>
                  </a:moveTo>
                  <a:lnTo>
                    <a:pt x="17513" y="362077"/>
                  </a:lnTo>
                  <a:lnTo>
                    <a:pt x="21259" y="370840"/>
                  </a:lnTo>
                  <a:lnTo>
                    <a:pt x="30010" y="367093"/>
                  </a:lnTo>
                  <a:lnTo>
                    <a:pt x="26263" y="358343"/>
                  </a:lnTo>
                  <a:close/>
                </a:path>
                <a:path w="868045" h="378460">
                  <a:moveTo>
                    <a:pt x="43789" y="350850"/>
                  </a:moveTo>
                  <a:lnTo>
                    <a:pt x="35026" y="354596"/>
                  </a:lnTo>
                  <a:lnTo>
                    <a:pt x="38773" y="363347"/>
                  </a:lnTo>
                  <a:lnTo>
                    <a:pt x="47523" y="359600"/>
                  </a:lnTo>
                  <a:lnTo>
                    <a:pt x="43789" y="350850"/>
                  </a:lnTo>
                  <a:close/>
                </a:path>
                <a:path w="868045" h="378460">
                  <a:moveTo>
                    <a:pt x="61302" y="343357"/>
                  </a:moveTo>
                  <a:lnTo>
                    <a:pt x="52539" y="347103"/>
                  </a:lnTo>
                  <a:lnTo>
                    <a:pt x="56286" y="355854"/>
                  </a:lnTo>
                  <a:lnTo>
                    <a:pt x="65049" y="352120"/>
                  </a:lnTo>
                  <a:lnTo>
                    <a:pt x="61302" y="343357"/>
                  </a:lnTo>
                  <a:close/>
                </a:path>
                <a:path w="868045" h="378460">
                  <a:moveTo>
                    <a:pt x="78816" y="335864"/>
                  </a:moveTo>
                  <a:lnTo>
                    <a:pt x="70053" y="339610"/>
                  </a:lnTo>
                  <a:lnTo>
                    <a:pt x="73799" y="348373"/>
                  </a:lnTo>
                  <a:lnTo>
                    <a:pt x="82562" y="344627"/>
                  </a:lnTo>
                  <a:lnTo>
                    <a:pt x="78816" y="335864"/>
                  </a:lnTo>
                  <a:close/>
                </a:path>
                <a:path w="868045" h="378460">
                  <a:moveTo>
                    <a:pt x="96329" y="328371"/>
                  </a:moveTo>
                  <a:lnTo>
                    <a:pt x="87579" y="332117"/>
                  </a:lnTo>
                  <a:lnTo>
                    <a:pt x="91312" y="340880"/>
                  </a:lnTo>
                  <a:lnTo>
                    <a:pt x="100076" y="337134"/>
                  </a:lnTo>
                  <a:lnTo>
                    <a:pt x="96329" y="328371"/>
                  </a:lnTo>
                  <a:close/>
                </a:path>
                <a:path w="868045" h="378460">
                  <a:moveTo>
                    <a:pt x="113842" y="320891"/>
                  </a:moveTo>
                  <a:lnTo>
                    <a:pt x="105092" y="324637"/>
                  </a:lnTo>
                  <a:lnTo>
                    <a:pt x="108839" y="333387"/>
                  </a:lnTo>
                  <a:lnTo>
                    <a:pt x="117589" y="329641"/>
                  </a:lnTo>
                  <a:lnTo>
                    <a:pt x="113842" y="320891"/>
                  </a:lnTo>
                  <a:close/>
                </a:path>
                <a:path w="868045" h="378460">
                  <a:moveTo>
                    <a:pt x="131356" y="313398"/>
                  </a:moveTo>
                  <a:lnTo>
                    <a:pt x="122605" y="317144"/>
                  </a:lnTo>
                  <a:lnTo>
                    <a:pt x="126352" y="325894"/>
                  </a:lnTo>
                  <a:lnTo>
                    <a:pt x="135102" y="322148"/>
                  </a:lnTo>
                  <a:lnTo>
                    <a:pt x="131356" y="313398"/>
                  </a:lnTo>
                  <a:close/>
                </a:path>
                <a:path w="868045" h="378460">
                  <a:moveTo>
                    <a:pt x="148882" y="305905"/>
                  </a:moveTo>
                  <a:lnTo>
                    <a:pt x="140119" y="309651"/>
                  </a:lnTo>
                  <a:lnTo>
                    <a:pt x="143865" y="318414"/>
                  </a:lnTo>
                  <a:lnTo>
                    <a:pt x="152628" y="314668"/>
                  </a:lnTo>
                  <a:lnTo>
                    <a:pt x="148882" y="305905"/>
                  </a:lnTo>
                  <a:close/>
                </a:path>
                <a:path w="868045" h="378460">
                  <a:moveTo>
                    <a:pt x="166395" y="298412"/>
                  </a:moveTo>
                  <a:lnTo>
                    <a:pt x="157632" y="302158"/>
                  </a:lnTo>
                  <a:lnTo>
                    <a:pt x="161378" y="310921"/>
                  </a:lnTo>
                  <a:lnTo>
                    <a:pt x="170141" y="307175"/>
                  </a:lnTo>
                  <a:lnTo>
                    <a:pt x="166395" y="298412"/>
                  </a:lnTo>
                  <a:close/>
                </a:path>
                <a:path w="868045" h="378460">
                  <a:moveTo>
                    <a:pt x="183908" y="290931"/>
                  </a:moveTo>
                  <a:lnTo>
                    <a:pt x="175145" y="294665"/>
                  </a:lnTo>
                  <a:lnTo>
                    <a:pt x="178892" y="303428"/>
                  </a:lnTo>
                  <a:lnTo>
                    <a:pt x="187655" y="299682"/>
                  </a:lnTo>
                  <a:lnTo>
                    <a:pt x="183908" y="290931"/>
                  </a:lnTo>
                  <a:close/>
                </a:path>
                <a:path w="868045" h="378460">
                  <a:moveTo>
                    <a:pt x="201422" y="283438"/>
                  </a:moveTo>
                  <a:lnTo>
                    <a:pt x="192671" y="287185"/>
                  </a:lnTo>
                  <a:lnTo>
                    <a:pt x="196418" y="295935"/>
                  </a:lnTo>
                  <a:lnTo>
                    <a:pt x="205168" y="292189"/>
                  </a:lnTo>
                  <a:lnTo>
                    <a:pt x="201422" y="283438"/>
                  </a:lnTo>
                  <a:close/>
                </a:path>
                <a:path w="868045" h="378460">
                  <a:moveTo>
                    <a:pt x="218935" y="275945"/>
                  </a:moveTo>
                  <a:lnTo>
                    <a:pt x="210185" y="279692"/>
                  </a:lnTo>
                  <a:lnTo>
                    <a:pt x="213931" y="288442"/>
                  </a:lnTo>
                  <a:lnTo>
                    <a:pt x="222681" y="284708"/>
                  </a:lnTo>
                  <a:lnTo>
                    <a:pt x="218935" y="275945"/>
                  </a:lnTo>
                  <a:close/>
                </a:path>
                <a:path w="868045" h="378460">
                  <a:moveTo>
                    <a:pt x="236461" y="268452"/>
                  </a:moveTo>
                  <a:lnTo>
                    <a:pt x="227698" y="272199"/>
                  </a:lnTo>
                  <a:lnTo>
                    <a:pt x="231444" y="280962"/>
                  </a:lnTo>
                  <a:lnTo>
                    <a:pt x="240195" y="277215"/>
                  </a:lnTo>
                  <a:lnTo>
                    <a:pt x="236461" y="268452"/>
                  </a:lnTo>
                  <a:close/>
                </a:path>
                <a:path w="868045" h="378460">
                  <a:moveTo>
                    <a:pt x="253974" y="260959"/>
                  </a:moveTo>
                  <a:lnTo>
                    <a:pt x="245211" y="264706"/>
                  </a:lnTo>
                  <a:lnTo>
                    <a:pt x="248958" y="273469"/>
                  </a:lnTo>
                  <a:lnTo>
                    <a:pt x="257721" y="269722"/>
                  </a:lnTo>
                  <a:lnTo>
                    <a:pt x="253974" y="260959"/>
                  </a:lnTo>
                  <a:close/>
                </a:path>
                <a:path w="868045" h="378460">
                  <a:moveTo>
                    <a:pt x="271487" y="253479"/>
                  </a:moveTo>
                  <a:lnTo>
                    <a:pt x="262724" y="257226"/>
                  </a:lnTo>
                  <a:lnTo>
                    <a:pt x="266471" y="265976"/>
                  </a:lnTo>
                  <a:lnTo>
                    <a:pt x="275234" y="262229"/>
                  </a:lnTo>
                  <a:lnTo>
                    <a:pt x="271487" y="253479"/>
                  </a:lnTo>
                  <a:close/>
                </a:path>
                <a:path w="868045" h="378460">
                  <a:moveTo>
                    <a:pt x="289001" y="245986"/>
                  </a:moveTo>
                  <a:lnTo>
                    <a:pt x="280250" y="249733"/>
                  </a:lnTo>
                  <a:lnTo>
                    <a:pt x="283984" y="258483"/>
                  </a:lnTo>
                  <a:lnTo>
                    <a:pt x="292747" y="254736"/>
                  </a:lnTo>
                  <a:lnTo>
                    <a:pt x="289001" y="245986"/>
                  </a:lnTo>
                  <a:close/>
                </a:path>
                <a:path w="868045" h="378460">
                  <a:moveTo>
                    <a:pt x="306514" y="238493"/>
                  </a:moveTo>
                  <a:lnTo>
                    <a:pt x="297764" y="242240"/>
                  </a:lnTo>
                  <a:lnTo>
                    <a:pt x="301510" y="251003"/>
                  </a:lnTo>
                  <a:lnTo>
                    <a:pt x="310261" y="247256"/>
                  </a:lnTo>
                  <a:lnTo>
                    <a:pt x="306514" y="238493"/>
                  </a:lnTo>
                  <a:close/>
                </a:path>
                <a:path w="868045" h="378460">
                  <a:moveTo>
                    <a:pt x="324040" y="231000"/>
                  </a:moveTo>
                  <a:lnTo>
                    <a:pt x="315277" y="234747"/>
                  </a:lnTo>
                  <a:lnTo>
                    <a:pt x="319024" y="243510"/>
                  </a:lnTo>
                  <a:lnTo>
                    <a:pt x="327774" y="239763"/>
                  </a:lnTo>
                  <a:lnTo>
                    <a:pt x="324040" y="231000"/>
                  </a:lnTo>
                  <a:close/>
                </a:path>
                <a:path w="868045" h="378460">
                  <a:moveTo>
                    <a:pt x="341553" y="223520"/>
                  </a:moveTo>
                  <a:lnTo>
                    <a:pt x="332790" y="227254"/>
                  </a:lnTo>
                  <a:lnTo>
                    <a:pt x="336537" y="236017"/>
                  </a:lnTo>
                  <a:lnTo>
                    <a:pt x="345300" y="232270"/>
                  </a:lnTo>
                  <a:lnTo>
                    <a:pt x="341553" y="223520"/>
                  </a:lnTo>
                  <a:close/>
                </a:path>
                <a:path w="868045" h="378460">
                  <a:moveTo>
                    <a:pt x="359067" y="216026"/>
                  </a:moveTo>
                  <a:lnTo>
                    <a:pt x="350304" y="219773"/>
                  </a:lnTo>
                  <a:lnTo>
                    <a:pt x="354050" y="228524"/>
                  </a:lnTo>
                  <a:lnTo>
                    <a:pt x="362813" y="224777"/>
                  </a:lnTo>
                  <a:lnTo>
                    <a:pt x="359067" y="216026"/>
                  </a:lnTo>
                  <a:close/>
                </a:path>
                <a:path w="868045" h="378460">
                  <a:moveTo>
                    <a:pt x="376580" y="208533"/>
                  </a:moveTo>
                  <a:lnTo>
                    <a:pt x="367830" y="212280"/>
                  </a:lnTo>
                  <a:lnTo>
                    <a:pt x="371563" y="221030"/>
                  </a:lnTo>
                  <a:lnTo>
                    <a:pt x="380326" y="217297"/>
                  </a:lnTo>
                  <a:lnTo>
                    <a:pt x="376580" y="208533"/>
                  </a:lnTo>
                  <a:close/>
                </a:path>
                <a:path w="868045" h="378460">
                  <a:moveTo>
                    <a:pt x="394093" y="201040"/>
                  </a:moveTo>
                  <a:lnTo>
                    <a:pt x="385343" y="204787"/>
                  </a:lnTo>
                  <a:lnTo>
                    <a:pt x="389089" y="213550"/>
                  </a:lnTo>
                  <a:lnTo>
                    <a:pt x="397840" y="209803"/>
                  </a:lnTo>
                  <a:lnTo>
                    <a:pt x="394093" y="201040"/>
                  </a:lnTo>
                  <a:close/>
                </a:path>
                <a:path w="868045" h="378460">
                  <a:moveTo>
                    <a:pt x="411607" y="193547"/>
                  </a:moveTo>
                  <a:lnTo>
                    <a:pt x="402856" y="197294"/>
                  </a:lnTo>
                  <a:lnTo>
                    <a:pt x="406603" y="206057"/>
                  </a:lnTo>
                  <a:lnTo>
                    <a:pt x="415353" y="202310"/>
                  </a:lnTo>
                  <a:lnTo>
                    <a:pt x="411607" y="193547"/>
                  </a:lnTo>
                  <a:close/>
                </a:path>
                <a:path w="868045" h="378460">
                  <a:moveTo>
                    <a:pt x="429133" y="186067"/>
                  </a:moveTo>
                  <a:lnTo>
                    <a:pt x="420370" y="189814"/>
                  </a:lnTo>
                  <a:lnTo>
                    <a:pt x="424116" y="198564"/>
                  </a:lnTo>
                  <a:lnTo>
                    <a:pt x="432879" y="194817"/>
                  </a:lnTo>
                  <a:lnTo>
                    <a:pt x="429133" y="186067"/>
                  </a:lnTo>
                  <a:close/>
                </a:path>
                <a:path w="868045" h="378460">
                  <a:moveTo>
                    <a:pt x="446646" y="178574"/>
                  </a:moveTo>
                  <a:lnTo>
                    <a:pt x="437883" y="182321"/>
                  </a:lnTo>
                  <a:lnTo>
                    <a:pt x="441629" y="191071"/>
                  </a:lnTo>
                  <a:lnTo>
                    <a:pt x="450392" y="187325"/>
                  </a:lnTo>
                  <a:lnTo>
                    <a:pt x="446646" y="178574"/>
                  </a:lnTo>
                  <a:close/>
                </a:path>
                <a:path w="868045" h="378460">
                  <a:moveTo>
                    <a:pt x="464159" y="171081"/>
                  </a:moveTo>
                  <a:lnTo>
                    <a:pt x="455396" y="174828"/>
                  </a:lnTo>
                  <a:lnTo>
                    <a:pt x="459143" y="183591"/>
                  </a:lnTo>
                  <a:lnTo>
                    <a:pt x="467906" y="179844"/>
                  </a:lnTo>
                  <a:lnTo>
                    <a:pt x="464159" y="171081"/>
                  </a:lnTo>
                  <a:close/>
                </a:path>
                <a:path w="868045" h="378460">
                  <a:moveTo>
                    <a:pt x="481672" y="163588"/>
                  </a:moveTo>
                  <a:lnTo>
                    <a:pt x="472922" y="167335"/>
                  </a:lnTo>
                  <a:lnTo>
                    <a:pt x="476669" y="176098"/>
                  </a:lnTo>
                  <a:lnTo>
                    <a:pt x="485419" y="172351"/>
                  </a:lnTo>
                  <a:lnTo>
                    <a:pt x="481672" y="163588"/>
                  </a:lnTo>
                  <a:close/>
                </a:path>
                <a:path w="868045" h="378460">
                  <a:moveTo>
                    <a:pt x="499186" y="156108"/>
                  </a:moveTo>
                  <a:lnTo>
                    <a:pt x="490435" y="159842"/>
                  </a:lnTo>
                  <a:lnTo>
                    <a:pt x="494182" y="168605"/>
                  </a:lnTo>
                  <a:lnTo>
                    <a:pt x="502932" y="164858"/>
                  </a:lnTo>
                  <a:lnTo>
                    <a:pt x="499186" y="156108"/>
                  </a:lnTo>
                  <a:close/>
                </a:path>
                <a:path w="868045" h="378460">
                  <a:moveTo>
                    <a:pt x="516712" y="148615"/>
                  </a:moveTo>
                  <a:lnTo>
                    <a:pt x="507949" y="152361"/>
                  </a:lnTo>
                  <a:lnTo>
                    <a:pt x="511695" y="161112"/>
                  </a:lnTo>
                  <a:lnTo>
                    <a:pt x="520458" y="157365"/>
                  </a:lnTo>
                  <a:lnTo>
                    <a:pt x="516712" y="148615"/>
                  </a:lnTo>
                  <a:close/>
                </a:path>
                <a:path w="868045" h="378460">
                  <a:moveTo>
                    <a:pt x="534225" y="141122"/>
                  </a:moveTo>
                  <a:lnTo>
                    <a:pt x="525462" y="144868"/>
                  </a:lnTo>
                  <a:lnTo>
                    <a:pt x="529209" y="153619"/>
                  </a:lnTo>
                  <a:lnTo>
                    <a:pt x="537972" y="149885"/>
                  </a:lnTo>
                  <a:lnTo>
                    <a:pt x="534225" y="141122"/>
                  </a:lnTo>
                  <a:close/>
                </a:path>
                <a:path w="868045" h="378460">
                  <a:moveTo>
                    <a:pt x="551738" y="133629"/>
                  </a:moveTo>
                  <a:lnTo>
                    <a:pt x="542975" y="137375"/>
                  </a:lnTo>
                  <a:lnTo>
                    <a:pt x="546722" y="146138"/>
                  </a:lnTo>
                  <a:lnTo>
                    <a:pt x="555485" y="142392"/>
                  </a:lnTo>
                  <a:lnTo>
                    <a:pt x="551738" y="133629"/>
                  </a:lnTo>
                  <a:close/>
                </a:path>
                <a:path w="868045" h="378460">
                  <a:moveTo>
                    <a:pt x="569252" y="126136"/>
                  </a:moveTo>
                  <a:lnTo>
                    <a:pt x="560501" y="129882"/>
                  </a:lnTo>
                  <a:lnTo>
                    <a:pt x="564248" y="138645"/>
                  </a:lnTo>
                  <a:lnTo>
                    <a:pt x="572998" y="134899"/>
                  </a:lnTo>
                  <a:lnTo>
                    <a:pt x="569252" y="126136"/>
                  </a:lnTo>
                  <a:close/>
                </a:path>
                <a:path w="868045" h="378460">
                  <a:moveTo>
                    <a:pt x="586765" y="118656"/>
                  </a:moveTo>
                  <a:lnTo>
                    <a:pt x="578015" y="122402"/>
                  </a:lnTo>
                  <a:lnTo>
                    <a:pt x="581761" y="131152"/>
                  </a:lnTo>
                  <a:lnTo>
                    <a:pt x="590511" y="127406"/>
                  </a:lnTo>
                  <a:lnTo>
                    <a:pt x="586765" y="118656"/>
                  </a:lnTo>
                  <a:close/>
                </a:path>
                <a:path w="868045" h="378460">
                  <a:moveTo>
                    <a:pt x="604291" y="111163"/>
                  </a:moveTo>
                  <a:lnTo>
                    <a:pt x="595528" y="114909"/>
                  </a:lnTo>
                  <a:lnTo>
                    <a:pt x="599274" y="123659"/>
                  </a:lnTo>
                  <a:lnTo>
                    <a:pt x="608025" y="119913"/>
                  </a:lnTo>
                  <a:lnTo>
                    <a:pt x="604291" y="111163"/>
                  </a:lnTo>
                  <a:close/>
                </a:path>
                <a:path w="868045" h="378460">
                  <a:moveTo>
                    <a:pt x="621804" y="103670"/>
                  </a:moveTo>
                  <a:lnTo>
                    <a:pt x="613041" y="107416"/>
                  </a:lnTo>
                  <a:lnTo>
                    <a:pt x="616788" y="116179"/>
                  </a:lnTo>
                  <a:lnTo>
                    <a:pt x="625551" y="112433"/>
                  </a:lnTo>
                  <a:lnTo>
                    <a:pt x="621804" y="103670"/>
                  </a:lnTo>
                  <a:close/>
                </a:path>
                <a:path w="868045" h="378460">
                  <a:moveTo>
                    <a:pt x="639318" y="96177"/>
                  </a:moveTo>
                  <a:lnTo>
                    <a:pt x="630555" y="99923"/>
                  </a:lnTo>
                  <a:lnTo>
                    <a:pt x="634301" y="108686"/>
                  </a:lnTo>
                  <a:lnTo>
                    <a:pt x="643064" y="104940"/>
                  </a:lnTo>
                  <a:lnTo>
                    <a:pt x="639318" y="96177"/>
                  </a:lnTo>
                  <a:close/>
                </a:path>
                <a:path w="868045" h="378460">
                  <a:moveTo>
                    <a:pt x="656831" y="88696"/>
                  </a:moveTo>
                  <a:lnTo>
                    <a:pt x="648081" y="92430"/>
                  </a:lnTo>
                  <a:lnTo>
                    <a:pt x="651814" y="101193"/>
                  </a:lnTo>
                  <a:lnTo>
                    <a:pt x="660577" y="97447"/>
                  </a:lnTo>
                  <a:lnTo>
                    <a:pt x="656831" y="88696"/>
                  </a:lnTo>
                  <a:close/>
                </a:path>
                <a:path w="868045" h="378460">
                  <a:moveTo>
                    <a:pt x="674344" y="81203"/>
                  </a:moveTo>
                  <a:lnTo>
                    <a:pt x="665594" y="84950"/>
                  </a:lnTo>
                  <a:lnTo>
                    <a:pt x="669340" y="93700"/>
                  </a:lnTo>
                  <a:lnTo>
                    <a:pt x="678091" y="89954"/>
                  </a:lnTo>
                  <a:lnTo>
                    <a:pt x="674344" y="81203"/>
                  </a:lnTo>
                  <a:close/>
                </a:path>
                <a:path w="868045" h="378460">
                  <a:moveTo>
                    <a:pt x="691870" y="73710"/>
                  </a:moveTo>
                  <a:lnTo>
                    <a:pt x="683107" y="77457"/>
                  </a:lnTo>
                  <a:lnTo>
                    <a:pt x="686854" y="86207"/>
                  </a:lnTo>
                  <a:lnTo>
                    <a:pt x="695604" y="82473"/>
                  </a:lnTo>
                  <a:lnTo>
                    <a:pt x="691870" y="73710"/>
                  </a:lnTo>
                  <a:close/>
                </a:path>
                <a:path w="868045" h="378460">
                  <a:moveTo>
                    <a:pt x="709383" y="66217"/>
                  </a:moveTo>
                  <a:lnTo>
                    <a:pt x="700620" y="69964"/>
                  </a:lnTo>
                  <a:lnTo>
                    <a:pt x="704367" y="78727"/>
                  </a:lnTo>
                  <a:lnTo>
                    <a:pt x="713130" y="74980"/>
                  </a:lnTo>
                  <a:lnTo>
                    <a:pt x="709383" y="66217"/>
                  </a:lnTo>
                  <a:close/>
                </a:path>
                <a:path w="868045" h="378460">
                  <a:moveTo>
                    <a:pt x="726897" y="58724"/>
                  </a:moveTo>
                  <a:lnTo>
                    <a:pt x="718134" y="62471"/>
                  </a:lnTo>
                  <a:lnTo>
                    <a:pt x="721880" y="71234"/>
                  </a:lnTo>
                  <a:lnTo>
                    <a:pt x="730643" y="67487"/>
                  </a:lnTo>
                  <a:lnTo>
                    <a:pt x="726897" y="58724"/>
                  </a:lnTo>
                  <a:close/>
                </a:path>
                <a:path w="868045" h="378460">
                  <a:moveTo>
                    <a:pt x="744410" y="51244"/>
                  </a:moveTo>
                  <a:lnTo>
                    <a:pt x="735647" y="54990"/>
                  </a:lnTo>
                  <a:lnTo>
                    <a:pt x="739394" y="63741"/>
                  </a:lnTo>
                  <a:lnTo>
                    <a:pt x="748157" y="59994"/>
                  </a:lnTo>
                  <a:lnTo>
                    <a:pt x="744410" y="51244"/>
                  </a:lnTo>
                  <a:close/>
                </a:path>
                <a:path w="868045" h="378460">
                  <a:moveTo>
                    <a:pt x="761923" y="43751"/>
                  </a:moveTo>
                  <a:lnTo>
                    <a:pt x="753173" y="47497"/>
                  </a:lnTo>
                  <a:lnTo>
                    <a:pt x="756920" y="56248"/>
                  </a:lnTo>
                  <a:lnTo>
                    <a:pt x="765670" y="52501"/>
                  </a:lnTo>
                  <a:lnTo>
                    <a:pt x="761923" y="43751"/>
                  </a:lnTo>
                  <a:close/>
                </a:path>
                <a:path w="868045" h="378460">
                  <a:moveTo>
                    <a:pt x="779437" y="36258"/>
                  </a:moveTo>
                  <a:lnTo>
                    <a:pt x="770686" y="40004"/>
                  </a:lnTo>
                  <a:lnTo>
                    <a:pt x="774433" y="48767"/>
                  </a:lnTo>
                  <a:lnTo>
                    <a:pt x="783183" y="45021"/>
                  </a:lnTo>
                  <a:lnTo>
                    <a:pt x="779437" y="36258"/>
                  </a:lnTo>
                  <a:close/>
                </a:path>
                <a:path w="868045" h="378460">
                  <a:moveTo>
                    <a:pt x="796963" y="28765"/>
                  </a:moveTo>
                  <a:lnTo>
                    <a:pt x="788200" y="32511"/>
                  </a:lnTo>
                  <a:lnTo>
                    <a:pt x="791946" y="41275"/>
                  </a:lnTo>
                  <a:lnTo>
                    <a:pt x="800709" y="37528"/>
                  </a:lnTo>
                  <a:lnTo>
                    <a:pt x="796963" y="28765"/>
                  </a:lnTo>
                  <a:close/>
                </a:path>
                <a:path w="868045" h="378460">
                  <a:moveTo>
                    <a:pt x="814476" y="21285"/>
                  </a:moveTo>
                  <a:lnTo>
                    <a:pt x="805713" y="25018"/>
                  </a:lnTo>
                  <a:lnTo>
                    <a:pt x="809459" y="33781"/>
                  </a:lnTo>
                  <a:lnTo>
                    <a:pt x="818222" y="30035"/>
                  </a:lnTo>
                  <a:lnTo>
                    <a:pt x="814476" y="21285"/>
                  </a:lnTo>
                  <a:close/>
                </a:path>
                <a:path w="868045" h="378460">
                  <a:moveTo>
                    <a:pt x="831989" y="13792"/>
                  </a:moveTo>
                  <a:lnTo>
                    <a:pt x="823226" y="17538"/>
                  </a:lnTo>
                  <a:lnTo>
                    <a:pt x="826973" y="26288"/>
                  </a:lnTo>
                  <a:lnTo>
                    <a:pt x="835736" y="22542"/>
                  </a:lnTo>
                  <a:lnTo>
                    <a:pt x="831989" y="13792"/>
                  </a:lnTo>
                  <a:close/>
                </a:path>
                <a:path w="868045" h="378460">
                  <a:moveTo>
                    <a:pt x="849503" y="6299"/>
                  </a:moveTo>
                  <a:lnTo>
                    <a:pt x="840752" y="10045"/>
                  </a:lnTo>
                  <a:lnTo>
                    <a:pt x="844499" y="18795"/>
                  </a:lnTo>
                  <a:lnTo>
                    <a:pt x="853249" y="15062"/>
                  </a:lnTo>
                  <a:lnTo>
                    <a:pt x="849503" y="6299"/>
                  </a:lnTo>
                  <a:close/>
                </a:path>
                <a:path w="868045" h="378460">
                  <a:moveTo>
                    <a:pt x="864235" y="0"/>
                  </a:moveTo>
                  <a:lnTo>
                    <a:pt x="858266" y="2552"/>
                  </a:lnTo>
                  <a:lnTo>
                    <a:pt x="862012" y="11315"/>
                  </a:lnTo>
                  <a:lnTo>
                    <a:pt x="867968" y="8762"/>
                  </a:lnTo>
                  <a:lnTo>
                    <a:pt x="86423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3797" y="5521604"/>
              <a:ext cx="326669" cy="50234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6170" y="5386476"/>
              <a:ext cx="80899" cy="148412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4811953" y="5984049"/>
            <a:ext cx="227329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Microsoft YaHei UI"/>
                <a:cs typeface="Microsoft YaHei UI"/>
              </a:rPr>
              <a:t>1</a:t>
            </a:r>
            <a:r>
              <a:rPr dirty="0" sz="850" spc="405">
                <a:latin typeface="Microsoft YaHei UI"/>
                <a:cs typeface="Microsoft YaHei UI"/>
              </a:rPr>
              <a:t> </a:t>
            </a:r>
            <a:r>
              <a:rPr dirty="0" sz="850" spc="-50">
                <a:latin typeface="Microsoft YaHei UI"/>
                <a:cs typeface="Microsoft YaHei UI"/>
              </a:rPr>
              <a:t>1</a:t>
            </a:r>
            <a:endParaRPr sz="850">
              <a:latin typeface="Microsoft YaHei UI"/>
              <a:cs typeface="Microsoft YaHei U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721694" y="5851305"/>
            <a:ext cx="26416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95" i="1">
                <a:latin typeface="Verdana"/>
                <a:cs typeface="Verdana"/>
              </a:rPr>
              <a:t>λ</a:t>
            </a:r>
            <a:r>
              <a:rPr dirty="0" sz="1500" spc="-180" i="1">
                <a:latin typeface="Verdana"/>
                <a:cs typeface="Verdana"/>
              </a:rPr>
              <a:t> </a:t>
            </a:r>
            <a:r>
              <a:rPr dirty="0" sz="1450" spc="-50" i="1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8" name="object 5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34851" y="5741733"/>
            <a:ext cx="570369" cy="343916"/>
          </a:xfrm>
          <a:prstGeom prst="rect">
            <a:avLst/>
          </a:prstGeom>
        </p:spPr>
      </p:pic>
      <p:sp>
        <p:nvSpPr>
          <p:cNvPr id="59" name="object 59" descr=""/>
          <p:cNvSpPr txBox="1"/>
          <p:nvPr/>
        </p:nvSpPr>
        <p:spPr>
          <a:xfrm>
            <a:off x="4723129" y="6260465"/>
            <a:ext cx="1690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Microsoft Sans Serif"/>
                <a:cs typeface="Microsoft Sans Serif"/>
              </a:rPr>
              <a:t>Scaling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with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Microsoft Sans Serif"/>
                <a:cs typeface="Microsoft Sans Serif"/>
              </a:rPr>
              <a:t>eigenvalues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442775" y="6088888"/>
            <a:ext cx="240029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Microsoft YaHei UI"/>
                <a:cs typeface="Microsoft YaHei UI"/>
              </a:rPr>
              <a:t>2</a:t>
            </a:r>
            <a:r>
              <a:rPr dirty="0" sz="800" spc="160">
                <a:latin typeface="Microsoft YaHei UI"/>
                <a:cs typeface="Microsoft YaHei UI"/>
              </a:rPr>
              <a:t>  </a:t>
            </a:r>
            <a:r>
              <a:rPr dirty="0" sz="800" spc="-50">
                <a:latin typeface="Microsoft YaHei UI"/>
                <a:cs typeface="Microsoft YaHei UI"/>
              </a:rPr>
              <a:t>2</a:t>
            </a:r>
            <a:endParaRPr sz="800">
              <a:latin typeface="Microsoft YaHei UI"/>
              <a:cs typeface="Microsoft YaHei U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5344299" y="5959518"/>
            <a:ext cx="27559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25" i="1">
                <a:latin typeface="Verdana"/>
                <a:cs typeface="Verdana"/>
              </a:rPr>
              <a:t>λ</a:t>
            </a:r>
            <a:r>
              <a:rPr dirty="0" sz="1500" spc="-50" i="1">
                <a:latin typeface="Verdana"/>
                <a:cs typeface="Verdana"/>
              </a:rPr>
              <a:t> </a:t>
            </a:r>
            <a:r>
              <a:rPr dirty="0" sz="1400" spc="-50" i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073645" y="4621529"/>
            <a:ext cx="1445895" cy="1346200"/>
            <a:chOff x="7073645" y="4621529"/>
            <a:chExt cx="1445895" cy="1346200"/>
          </a:xfrm>
        </p:grpSpPr>
        <p:sp>
          <p:nvSpPr>
            <p:cNvPr id="63" name="object 63" descr=""/>
            <p:cNvSpPr/>
            <p:nvPr/>
          </p:nvSpPr>
          <p:spPr>
            <a:xfrm>
              <a:off x="7073646" y="4621529"/>
              <a:ext cx="1445895" cy="1346200"/>
            </a:xfrm>
            <a:custGeom>
              <a:avLst/>
              <a:gdLst/>
              <a:ahLst/>
              <a:cxnLst/>
              <a:rect l="l" t="t" r="r" b="b"/>
              <a:pathLst>
                <a:path w="1445895" h="1346200">
                  <a:moveTo>
                    <a:pt x="1445514" y="1296047"/>
                  </a:moveTo>
                  <a:lnTo>
                    <a:pt x="1437322" y="1291374"/>
                  </a:lnTo>
                  <a:lnTo>
                    <a:pt x="1361859" y="1248270"/>
                  </a:lnTo>
                  <a:lnTo>
                    <a:pt x="1360271" y="1247686"/>
                  </a:lnTo>
                  <a:lnTo>
                    <a:pt x="1358607" y="1247686"/>
                  </a:lnTo>
                  <a:lnTo>
                    <a:pt x="1357058" y="1248270"/>
                  </a:lnTo>
                  <a:lnTo>
                    <a:pt x="1355801" y="1249337"/>
                  </a:lnTo>
                  <a:lnTo>
                    <a:pt x="1354975" y="1250772"/>
                  </a:lnTo>
                  <a:lnTo>
                    <a:pt x="1354696" y="1252397"/>
                  </a:lnTo>
                  <a:lnTo>
                    <a:pt x="1354988" y="1254023"/>
                  </a:lnTo>
                  <a:lnTo>
                    <a:pt x="1355826" y="1255458"/>
                  </a:lnTo>
                  <a:lnTo>
                    <a:pt x="1357096" y="1256512"/>
                  </a:lnTo>
                  <a:lnTo>
                    <a:pt x="1418412" y="1291526"/>
                  </a:lnTo>
                  <a:lnTo>
                    <a:pt x="53911" y="1303947"/>
                  </a:lnTo>
                  <a:lnTo>
                    <a:pt x="53911" y="27076"/>
                  </a:lnTo>
                  <a:lnTo>
                    <a:pt x="89484" y="88049"/>
                  </a:lnTo>
                  <a:lnTo>
                    <a:pt x="90551" y="89319"/>
                  </a:lnTo>
                  <a:lnTo>
                    <a:pt x="91986" y="90131"/>
                  </a:lnTo>
                  <a:lnTo>
                    <a:pt x="93624" y="90411"/>
                  </a:lnTo>
                  <a:lnTo>
                    <a:pt x="95173" y="90131"/>
                  </a:lnTo>
                  <a:lnTo>
                    <a:pt x="96596" y="89319"/>
                  </a:lnTo>
                  <a:lnTo>
                    <a:pt x="97701" y="88049"/>
                  </a:lnTo>
                  <a:lnTo>
                    <a:pt x="98298" y="86461"/>
                  </a:lnTo>
                  <a:lnTo>
                    <a:pt x="98285" y="84797"/>
                  </a:lnTo>
                  <a:lnTo>
                    <a:pt x="97713" y="83248"/>
                  </a:lnTo>
                  <a:lnTo>
                    <a:pt x="54660" y="9448"/>
                  </a:lnTo>
                  <a:lnTo>
                    <a:pt x="49149" y="0"/>
                  </a:lnTo>
                  <a:lnTo>
                    <a:pt x="584" y="83248"/>
                  </a:lnTo>
                  <a:lnTo>
                    <a:pt x="12" y="84797"/>
                  </a:lnTo>
                  <a:lnTo>
                    <a:pt x="0" y="86461"/>
                  </a:lnTo>
                  <a:lnTo>
                    <a:pt x="584" y="88049"/>
                  </a:lnTo>
                  <a:lnTo>
                    <a:pt x="1689" y="89319"/>
                  </a:lnTo>
                  <a:lnTo>
                    <a:pt x="3111" y="90131"/>
                  </a:lnTo>
                  <a:lnTo>
                    <a:pt x="4673" y="90411"/>
                  </a:lnTo>
                  <a:lnTo>
                    <a:pt x="6311" y="90131"/>
                  </a:lnTo>
                  <a:lnTo>
                    <a:pt x="7747" y="89319"/>
                  </a:lnTo>
                  <a:lnTo>
                    <a:pt x="8813" y="88049"/>
                  </a:lnTo>
                  <a:lnTo>
                    <a:pt x="44373" y="27076"/>
                  </a:lnTo>
                  <a:lnTo>
                    <a:pt x="44386" y="9448"/>
                  </a:lnTo>
                  <a:lnTo>
                    <a:pt x="44386" y="27076"/>
                  </a:lnTo>
                  <a:lnTo>
                    <a:pt x="44386" y="1308747"/>
                  </a:lnTo>
                  <a:lnTo>
                    <a:pt x="49149" y="1308747"/>
                  </a:lnTo>
                  <a:lnTo>
                    <a:pt x="49187" y="1313510"/>
                  </a:lnTo>
                  <a:lnTo>
                    <a:pt x="1418488" y="1301051"/>
                  </a:lnTo>
                  <a:lnTo>
                    <a:pt x="1357833" y="1337183"/>
                  </a:lnTo>
                  <a:lnTo>
                    <a:pt x="1356575" y="1338262"/>
                  </a:lnTo>
                  <a:lnTo>
                    <a:pt x="1355775" y="1339710"/>
                  </a:lnTo>
                  <a:lnTo>
                    <a:pt x="1355509" y="1341335"/>
                  </a:lnTo>
                  <a:lnTo>
                    <a:pt x="1355813" y="1342961"/>
                  </a:lnTo>
                  <a:lnTo>
                    <a:pt x="1356664" y="1344383"/>
                  </a:lnTo>
                  <a:lnTo>
                    <a:pt x="1357947" y="1345425"/>
                  </a:lnTo>
                  <a:lnTo>
                    <a:pt x="1359509" y="1345971"/>
                  </a:lnTo>
                  <a:lnTo>
                    <a:pt x="1361122" y="1345971"/>
                  </a:lnTo>
                  <a:lnTo>
                    <a:pt x="1362544" y="1345425"/>
                  </a:lnTo>
                  <a:lnTo>
                    <a:pt x="1364348" y="1344383"/>
                  </a:lnTo>
                  <a:lnTo>
                    <a:pt x="1445514" y="12960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120076" y="5341619"/>
              <a:ext cx="823594" cy="575945"/>
            </a:xfrm>
            <a:custGeom>
              <a:avLst/>
              <a:gdLst/>
              <a:ahLst/>
              <a:cxnLst/>
              <a:rect l="l" t="t" r="r" b="b"/>
              <a:pathLst>
                <a:path w="823595" h="575945">
                  <a:moveTo>
                    <a:pt x="807627" y="10802"/>
                  </a:moveTo>
                  <a:lnTo>
                    <a:pt x="798214" y="11561"/>
                  </a:lnTo>
                  <a:lnTo>
                    <a:pt x="0" y="567588"/>
                  </a:lnTo>
                  <a:lnTo>
                    <a:pt x="5435" y="575411"/>
                  </a:lnTo>
                  <a:lnTo>
                    <a:pt x="803647" y="19382"/>
                  </a:lnTo>
                  <a:lnTo>
                    <a:pt x="807627" y="10802"/>
                  </a:lnTo>
                  <a:close/>
                </a:path>
                <a:path w="823595" h="575945">
                  <a:moveTo>
                    <a:pt x="822442" y="1498"/>
                  </a:moveTo>
                  <a:lnTo>
                    <a:pt x="812660" y="1498"/>
                  </a:lnTo>
                  <a:lnTo>
                    <a:pt x="818108" y="9309"/>
                  </a:lnTo>
                  <a:lnTo>
                    <a:pt x="803647" y="19382"/>
                  </a:lnTo>
                  <a:lnTo>
                    <a:pt x="773938" y="83426"/>
                  </a:lnTo>
                  <a:lnTo>
                    <a:pt x="773518" y="85026"/>
                  </a:lnTo>
                  <a:lnTo>
                    <a:pt x="773671" y="86677"/>
                  </a:lnTo>
                  <a:lnTo>
                    <a:pt x="774369" y="88176"/>
                  </a:lnTo>
                  <a:lnTo>
                    <a:pt x="775538" y="89331"/>
                  </a:lnTo>
                  <a:lnTo>
                    <a:pt x="777036" y="90030"/>
                  </a:lnTo>
                  <a:lnTo>
                    <a:pt x="778687" y="90169"/>
                  </a:lnTo>
                  <a:lnTo>
                    <a:pt x="780288" y="89738"/>
                  </a:lnTo>
                  <a:lnTo>
                    <a:pt x="781634" y="88785"/>
                  </a:lnTo>
                  <a:lnTo>
                    <a:pt x="782586" y="87439"/>
                  </a:lnTo>
                  <a:lnTo>
                    <a:pt x="822442" y="1498"/>
                  </a:lnTo>
                  <a:close/>
                </a:path>
                <a:path w="823595" h="575945">
                  <a:moveTo>
                    <a:pt x="813989" y="3403"/>
                  </a:moveTo>
                  <a:lnTo>
                    <a:pt x="811060" y="3403"/>
                  </a:lnTo>
                  <a:lnTo>
                    <a:pt x="815759" y="10147"/>
                  </a:lnTo>
                  <a:lnTo>
                    <a:pt x="807627" y="10802"/>
                  </a:lnTo>
                  <a:lnTo>
                    <a:pt x="803647" y="19382"/>
                  </a:lnTo>
                  <a:lnTo>
                    <a:pt x="818108" y="9309"/>
                  </a:lnTo>
                  <a:lnTo>
                    <a:pt x="813989" y="3403"/>
                  </a:lnTo>
                  <a:close/>
                </a:path>
                <a:path w="823595" h="575945">
                  <a:moveTo>
                    <a:pt x="823137" y="0"/>
                  </a:moveTo>
                  <a:lnTo>
                    <a:pt x="727062" y="7734"/>
                  </a:lnTo>
                  <a:lnTo>
                    <a:pt x="722706" y="12039"/>
                  </a:lnTo>
                  <a:lnTo>
                    <a:pt x="722845" y="13690"/>
                  </a:lnTo>
                  <a:lnTo>
                    <a:pt x="723531" y="15189"/>
                  </a:lnTo>
                  <a:lnTo>
                    <a:pt x="724687" y="16370"/>
                  </a:lnTo>
                  <a:lnTo>
                    <a:pt x="726186" y="17081"/>
                  </a:lnTo>
                  <a:lnTo>
                    <a:pt x="727837" y="17233"/>
                  </a:lnTo>
                  <a:lnTo>
                    <a:pt x="798214" y="11561"/>
                  </a:lnTo>
                  <a:lnTo>
                    <a:pt x="812660" y="1498"/>
                  </a:lnTo>
                  <a:lnTo>
                    <a:pt x="822442" y="1498"/>
                  </a:lnTo>
                  <a:lnTo>
                    <a:pt x="823137" y="0"/>
                  </a:lnTo>
                  <a:close/>
                </a:path>
                <a:path w="823595" h="575945">
                  <a:moveTo>
                    <a:pt x="812660" y="1498"/>
                  </a:moveTo>
                  <a:lnTo>
                    <a:pt x="798214" y="11561"/>
                  </a:lnTo>
                  <a:lnTo>
                    <a:pt x="807627" y="10802"/>
                  </a:lnTo>
                  <a:lnTo>
                    <a:pt x="811060" y="3403"/>
                  </a:lnTo>
                  <a:lnTo>
                    <a:pt x="813989" y="3403"/>
                  </a:lnTo>
                  <a:lnTo>
                    <a:pt x="812660" y="1498"/>
                  </a:lnTo>
                  <a:close/>
                </a:path>
                <a:path w="823595" h="575945">
                  <a:moveTo>
                    <a:pt x="811060" y="3403"/>
                  </a:moveTo>
                  <a:lnTo>
                    <a:pt x="807627" y="10802"/>
                  </a:lnTo>
                  <a:lnTo>
                    <a:pt x="815759" y="10147"/>
                  </a:lnTo>
                  <a:lnTo>
                    <a:pt x="811060" y="34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7954644" y="509397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6679298" y="4909820"/>
            <a:ext cx="1595755" cy="1012190"/>
          </a:xfrm>
          <a:custGeom>
            <a:avLst/>
            <a:gdLst/>
            <a:ahLst/>
            <a:cxnLst/>
            <a:rect l="l" t="t" r="r" b="b"/>
            <a:pathLst>
              <a:path w="1595754" h="1012189">
                <a:moveTo>
                  <a:pt x="1595386" y="504190"/>
                </a:moveTo>
                <a:lnTo>
                  <a:pt x="1590471" y="503618"/>
                </a:lnTo>
                <a:lnTo>
                  <a:pt x="1500517" y="493141"/>
                </a:lnTo>
                <a:lnTo>
                  <a:pt x="1498003" y="493141"/>
                </a:lnTo>
                <a:lnTo>
                  <a:pt x="1496479" y="493788"/>
                </a:lnTo>
                <a:lnTo>
                  <a:pt x="1495285" y="494931"/>
                </a:lnTo>
                <a:lnTo>
                  <a:pt x="1494536" y="496404"/>
                </a:lnTo>
                <a:lnTo>
                  <a:pt x="1494345" y="498043"/>
                </a:lnTo>
                <a:lnTo>
                  <a:pt x="1494726" y="499656"/>
                </a:lnTo>
                <a:lnTo>
                  <a:pt x="1495640" y="501040"/>
                </a:lnTo>
                <a:lnTo>
                  <a:pt x="1496961" y="502031"/>
                </a:lnTo>
                <a:lnTo>
                  <a:pt x="1498549" y="502500"/>
                </a:lnTo>
                <a:lnTo>
                  <a:pt x="1568678" y="510679"/>
                </a:lnTo>
                <a:lnTo>
                  <a:pt x="447573" y="1000772"/>
                </a:lnTo>
                <a:lnTo>
                  <a:pt x="26771" y="22999"/>
                </a:lnTo>
                <a:lnTo>
                  <a:pt x="83553" y="64935"/>
                </a:lnTo>
                <a:lnTo>
                  <a:pt x="85039" y="65671"/>
                </a:lnTo>
                <a:lnTo>
                  <a:pt x="91122" y="61633"/>
                </a:lnTo>
                <a:lnTo>
                  <a:pt x="91020" y="59982"/>
                </a:lnTo>
                <a:lnTo>
                  <a:pt x="90360" y="58470"/>
                </a:lnTo>
                <a:lnTo>
                  <a:pt x="89217" y="57277"/>
                </a:lnTo>
                <a:lnTo>
                  <a:pt x="20891" y="6794"/>
                </a:lnTo>
                <a:lnTo>
                  <a:pt x="11696" y="0"/>
                </a:lnTo>
                <a:lnTo>
                  <a:pt x="0" y="95669"/>
                </a:lnTo>
                <a:lnTo>
                  <a:pt x="88" y="97320"/>
                </a:lnTo>
                <a:lnTo>
                  <a:pt x="736" y="98844"/>
                </a:lnTo>
                <a:lnTo>
                  <a:pt x="1866" y="100050"/>
                </a:lnTo>
                <a:lnTo>
                  <a:pt x="3340" y="100799"/>
                </a:lnTo>
                <a:lnTo>
                  <a:pt x="4978" y="101003"/>
                </a:lnTo>
                <a:lnTo>
                  <a:pt x="6591" y="100634"/>
                </a:lnTo>
                <a:lnTo>
                  <a:pt x="7975" y="99733"/>
                </a:lnTo>
                <a:lnTo>
                  <a:pt x="8966" y="98412"/>
                </a:lnTo>
                <a:lnTo>
                  <a:pt x="9448" y="96824"/>
                </a:lnTo>
                <a:lnTo>
                  <a:pt x="18008" y="26733"/>
                </a:lnTo>
                <a:lnTo>
                  <a:pt x="439115" y="1005192"/>
                </a:lnTo>
                <a:lnTo>
                  <a:pt x="441858" y="1004023"/>
                </a:lnTo>
                <a:lnTo>
                  <a:pt x="445401" y="1012126"/>
                </a:lnTo>
                <a:lnTo>
                  <a:pt x="1572475" y="519404"/>
                </a:lnTo>
                <a:lnTo>
                  <a:pt x="1530858" y="576414"/>
                </a:lnTo>
                <a:lnTo>
                  <a:pt x="1530134" y="577900"/>
                </a:lnTo>
                <a:lnTo>
                  <a:pt x="1529956" y="579551"/>
                </a:lnTo>
                <a:lnTo>
                  <a:pt x="1530350" y="581152"/>
                </a:lnTo>
                <a:lnTo>
                  <a:pt x="1531277" y="582523"/>
                </a:lnTo>
                <a:lnTo>
                  <a:pt x="1532610" y="583501"/>
                </a:lnTo>
                <a:lnTo>
                  <a:pt x="1534198" y="583958"/>
                </a:lnTo>
                <a:lnTo>
                  <a:pt x="1535582" y="583958"/>
                </a:lnTo>
                <a:lnTo>
                  <a:pt x="1537360" y="583184"/>
                </a:lnTo>
                <a:lnTo>
                  <a:pt x="1538554" y="582041"/>
                </a:lnTo>
                <a:lnTo>
                  <a:pt x="1595386" y="50419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6453327" y="4754778"/>
            <a:ext cx="248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1</a:t>
            </a:r>
            <a:endParaRPr baseline="-24154" sz="1725">
              <a:latin typeface="Microsoft YaHei UI"/>
              <a:cs typeface="Microsoft YaHei U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8199996" y="5330723"/>
            <a:ext cx="265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>
                <a:latin typeface="Microsoft YaHei UI"/>
                <a:cs typeface="Microsoft YaHei UI"/>
              </a:rPr>
              <a:t>2</a:t>
            </a:r>
            <a:endParaRPr baseline="-24154" sz="1725">
              <a:latin typeface="Microsoft YaHei UI"/>
              <a:cs typeface="Microsoft YaHei UI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6807377" y="5502554"/>
            <a:ext cx="871855" cy="564515"/>
            <a:chOff x="6807377" y="5502554"/>
            <a:chExt cx="871855" cy="564515"/>
          </a:xfrm>
        </p:grpSpPr>
        <p:pic>
          <p:nvPicPr>
            <p:cNvPr id="70" name="object 7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07377" y="5502554"/>
              <a:ext cx="326669" cy="502348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08431" y="5722683"/>
              <a:ext cx="570369" cy="343916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7416355" y="6069203"/>
            <a:ext cx="240029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Microsoft YaHei UI"/>
                <a:cs typeface="Microsoft YaHei UI"/>
              </a:rPr>
              <a:t>2</a:t>
            </a:r>
            <a:r>
              <a:rPr dirty="0" sz="800" spc="160">
                <a:latin typeface="Microsoft YaHei UI"/>
                <a:cs typeface="Microsoft YaHei UI"/>
              </a:rPr>
              <a:t>  </a:t>
            </a:r>
            <a:r>
              <a:rPr dirty="0" sz="800" spc="-50">
                <a:latin typeface="Microsoft YaHei UI"/>
                <a:cs typeface="Microsoft YaHei UI"/>
              </a:rPr>
              <a:t>2</a:t>
            </a:r>
            <a:endParaRPr sz="800">
              <a:latin typeface="Microsoft YaHei UI"/>
              <a:cs typeface="Microsoft YaHei U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317879" y="5939833"/>
            <a:ext cx="27559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25" i="1">
                <a:latin typeface="Verdana"/>
                <a:cs typeface="Verdana"/>
              </a:rPr>
              <a:t>λ</a:t>
            </a:r>
            <a:r>
              <a:rPr dirty="0" sz="1500" spc="-50" i="1">
                <a:latin typeface="Verdana"/>
                <a:cs typeface="Verdana"/>
              </a:rPr>
              <a:t> </a:t>
            </a:r>
            <a:r>
              <a:rPr dirty="0" sz="1400" spc="-50" i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7122807" y="5276215"/>
            <a:ext cx="464820" cy="669925"/>
            <a:chOff x="7122807" y="5276215"/>
            <a:chExt cx="464820" cy="669925"/>
          </a:xfrm>
        </p:grpSpPr>
        <p:sp>
          <p:nvSpPr>
            <p:cNvPr id="75" name="object 75" descr=""/>
            <p:cNvSpPr/>
            <p:nvPr/>
          </p:nvSpPr>
          <p:spPr>
            <a:xfrm>
              <a:off x="7379728" y="5276215"/>
              <a:ext cx="208279" cy="428625"/>
            </a:xfrm>
            <a:custGeom>
              <a:avLst/>
              <a:gdLst/>
              <a:ahLst/>
              <a:cxnLst/>
              <a:rect l="l" t="t" r="r" b="b"/>
              <a:pathLst>
                <a:path w="208279" h="428625">
                  <a:moveTo>
                    <a:pt x="17587" y="17215"/>
                  </a:moveTo>
                  <a:lnTo>
                    <a:pt x="16632" y="26606"/>
                  </a:lnTo>
                  <a:lnTo>
                    <a:pt x="199110" y="428053"/>
                  </a:lnTo>
                  <a:lnTo>
                    <a:pt x="207772" y="424116"/>
                  </a:lnTo>
                  <a:lnTo>
                    <a:pt x="25302" y="22676"/>
                  </a:lnTo>
                  <a:lnTo>
                    <a:pt x="17587" y="17215"/>
                  </a:lnTo>
                  <a:close/>
                </a:path>
                <a:path w="208279" h="428625">
                  <a:moveTo>
                    <a:pt x="9766" y="0"/>
                  </a:moveTo>
                  <a:lnTo>
                    <a:pt x="0" y="95885"/>
                  </a:lnTo>
                  <a:lnTo>
                    <a:pt x="126" y="97536"/>
                  </a:lnTo>
                  <a:lnTo>
                    <a:pt x="800" y="99047"/>
                  </a:lnTo>
                  <a:lnTo>
                    <a:pt x="1955" y="100228"/>
                  </a:lnTo>
                  <a:lnTo>
                    <a:pt x="3441" y="100952"/>
                  </a:lnTo>
                  <a:lnTo>
                    <a:pt x="5092" y="101117"/>
                  </a:lnTo>
                  <a:lnTo>
                    <a:pt x="6692" y="100711"/>
                  </a:lnTo>
                  <a:lnTo>
                    <a:pt x="8064" y="99783"/>
                  </a:lnTo>
                  <a:lnTo>
                    <a:pt x="9029" y="98437"/>
                  </a:lnTo>
                  <a:lnTo>
                    <a:pt x="9486" y="96850"/>
                  </a:lnTo>
                  <a:lnTo>
                    <a:pt x="16632" y="26606"/>
                  </a:lnTo>
                  <a:lnTo>
                    <a:pt x="9347" y="10579"/>
                  </a:lnTo>
                  <a:lnTo>
                    <a:pt x="18008" y="6629"/>
                  </a:lnTo>
                  <a:lnTo>
                    <a:pt x="19130" y="6629"/>
                  </a:lnTo>
                  <a:lnTo>
                    <a:pt x="9766" y="0"/>
                  </a:lnTo>
                  <a:close/>
                </a:path>
                <a:path w="208279" h="428625">
                  <a:moveTo>
                    <a:pt x="19130" y="6629"/>
                  </a:moveTo>
                  <a:lnTo>
                    <a:pt x="18008" y="6629"/>
                  </a:lnTo>
                  <a:lnTo>
                    <a:pt x="25302" y="22676"/>
                  </a:lnTo>
                  <a:lnTo>
                    <a:pt x="82918" y="63461"/>
                  </a:lnTo>
                  <a:lnTo>
                    <a:pt x="84416" y="64173"/>
                  </a:lnTo>
                  <a:lnTo>
                    <a:pt x="86067" y="64325"/>
                  </a:lnTo>
                  <a:lnTo>
                    <a:pt x="87668" y="63906"/>
                  </a:lnTo>
                  <a:lnTo>
                    <a:pt x="89026" y="62966"/>
                  </a:lnTo>
                  <a:lnTo>
                    <a:pt x="89979" y="61620"/>
                  </a:lnTo>
                  <a:lnTo>
                    <a:pt x="90424" y="60020"/>
                  </a:lnTo>
                  <a:lnTo>
                    <a:pt x="90284" y="58369"/>
                  </a:lnTo>
                  <a:lnTo>
                    <a:pt x="89585" y="56870"/>
                  </a:lnTo>
                  <a:lnTo>
                    <a:pt x="88430" y="55689"/>
                  </a:lnTo>
                  <a:lnTo>
                    <a:pt x="19130" y="6629"/>
                  </a:lnTo>
                  <a:close/>
                </a:path>
                <a:path w="208279" h="428625">
                  <a:moveTo>
                    <a:pt x="18008" y="6629"/>
                  </a:moveTo>
                  <a:lnTo>
                    <a:pt x="9347" y="10579"/>
                  </a:lnTo>
                  <a:lnTo>
                    <a:pt x="16632" y="26606"/>
                  </a:lnTo>
                  <a:lnTo>
                    <a:pt x="17587" y="17215"/>
                  </a:lnTo>
                  <a:lnTo>
                    <a:pt x="10922" y="12496"/>
                  </a:lnTo>
                  <a:lnTo>
                    <a:pt x="18414" y="9080"/>
                  </a:lnTo>
                  <a:lnTo>
                    <a:pt x="19122" y="9080"/>
                  </a:lnTo>
                  <a:lnTo>
                    <a:pt x="18008" y="6629"/>
                  </a:lnTo>
                  <a:close/>
                </a:path>
                <a:path w="208279" h="428625">
                  <a:moveTo>
                    <a:pt x="19122" y="9080"/>
                  </a:moveTo>
                  <a:lnTo>
                    <a:pt x="18414" y="9080"/>
                  </a:lnTo>
                  <a:lnTo>
                    <a:pt x="17587" y="17215"/>
                  </a:lnTo>
                  <a:lnTo>
                    <a:pt x="25302" y="22676"/>
                  </a:lnTo>
                  <a:lnTo>
                    <a:pt x="19122" y="9080"/>
                  </a:lnTo>
                  <a:close/>
                </a:path>
                <a:path w="208279" h="428625">
                  <a:moveTo>
                    <a:pt x="18414" y="9080"/>
                  </a:moveTo>
                  <a:lnTo>
                    <a:pt x="10922" y="12496"/>
                  </a:lnTo>
                  <a:lnTo>
                    <a:pt x="17587" y="17215"/>
                  </a:lnTo>
                  <a:lnTo>
                    <a:pt x="18414" y="908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122807" y="5276215"/>
              <a:ext cx="281940" cy="669925"/>
            </a:xfrm>
            <a:custGeom>
              <a:avLst/>
              <a:gdLst/>
              <a:ahLst/>
              <a:cxnLst/>
              <a:rect l="l" t="t" r="r" b="b"/>
              <a:pathLst>
                <a:path w="281940" h="669925">
                  <a:moveTo>
                    <a:pt x="259774" y="17595"/>
                  </a:moveTo>
                  <a:lnTo>
                    <a:pt x="252367" y="23447"/>
                  </a:lnTo>
                  <a:lnTo>
                    <a:pt x="0" y="666280"/>
                  </a:lnTo>
                  <a:lnTo>
                    <a:pt x="8864" y="669760"/>
                  </a:lnTo>
                  <a:lnTo>
                    <a:pt x="261226" y="26942"/>
                  </a:lnTo>
                  <a:lnTo>
                    <a:pt x="259774" y="17595"/>
                  </a:lnTo>
                  <a:close/>
                </a:path>
                <a:path w="281940" h="669925">
                  <a:moveTo>
                    <a:pt x="267783" y="7061"/>
                  </a:moveTo>
                  <a:lnTo>
                    <a:pt x="258800" y="7061"/>
                  </a:lnTo>
                  <a:lnTo>
                    <a:pt x="267665" y="10541"/>
                  </a:lnTo>
                  <a:lnTo>
                    <a:pt x="261226" y="26942"/>
                  </a:lnTo>
                  <a:lnTo>
                    <a:pt x="272059" y="96697"/>
                  </a:lnTo>
                  <a:lnTo>
                    <a:pt x="272592" y="98272"/>
                  </a:lnTo>
                  <a:lnTo>
                    <a:pt x="273621" y="99555"/>
                  </a:lnTo>
                  <a:lnTo>
                    <a:pt x="275171" y="100482"/>
                  </a:lnTo>
                  <a:lnTo>
                    <a:pt x="275419" y="100482"/>
                  </a:lnTo>
                  <a:lnTo>
                    <a:pt x="276669" y="100736"/>
                  </a:lnTo>
                  <a:lnTo>
                    <a:pt x="281470" y="95237"/>
                  </a:lnTo>
                  <a:lnTo>
                    <a:pt x="267783" y="7061"/>
                  </a:lnTo>
                  <a:close/>
                </a:path>
                <a:path w="281940" h="669925">
                  <a:moveTo>
                    <a:pt x="266687" y="0"/>
                  </a:moveTo>
                  <a:lnTo>
                    <a:pt x="191058" y="59753"/>
                  </a:lnTo>
                  <a:lnTo>
                    <a:pt x="189953" y="60985"/>
                  </a:lnTo>
                  <a:lnTo>
                    <a:pt x="189344" y="62522"/>
                  </a:lnTo>
                  <a:lnTo>
                    <a:pt x="189293" y="64173"/>
                  </a:lnTo>
                  <a:lnTo>
                    <a:pt x="189814" y="65747"/>
                  </a:lnTo>
                  <a:lnTo>
                    <a:pt x="190842" y="67043"/>
                  </a:lnTo>
                  <a:lnTo>
                    <a:pt x="192418" y="68008"/>
                  </a:lnTo>
                  <a:lnTo>
                    <a:pt x="192730" y="68008"/>
                  </a:lnTo>
                  <a:lnTo>
                    <a:pt x="193865" y="68249"/>
                  </a:lnTo>
                  <a:lnTo>
                    <a:pt x="195503" y="68008"/>
                  </a:lnTo>
                  <a:lnTo>
                    <a:pt x="196964" y="67221"/>
                  </a:lnTo>
                  <a:lnTo>
                    <a:pt x="252367" y="23447"/>
                  </a:lnTo>
                  <a:lnTo>
                    <a:pt x="258800" y="7061"/>
                  </a:lnTo>
                  <a:lnTo>
                    <a:pt x="267783" y="7061"/>
                  </a:lnTo>
                  <a:lnTo>
                    <a:pt x="266687" y="0"/>
                  </a:lnTo>
                  <a:close/>
                </a:path>
                <a:path w="281940" h="669925">
                  <a:moveTo>
                    <a:pt x="265076" y="9525"/>
                  </a:moveTo>
                  <a:lnTo>
                    <a:pt x="258521" y="9525"/>
                  </a:lnTo>
                  <a:lnTo>
                    <a:pt x="266179" y="12534"/>
                  </a:lnTo>
                  <a:lnTo>
                    <a:pt x="259774" y="17595"/>
                  </a:lnTo>
                  <a:lnTo>
                    <a:pt x="261226" y="26942"/>
                  </a:lnTo>
                  <a:lnTo>
                    <a:pt x="267665" y="10541"/>
                  </a:lnTo>
                  <a:lnTo>
                    <a:pt x="265076" y="9525"/>
                  </a:lnTo>
                  <a:close/>
                </a:path>
                <a:path w="281940" h="669925">
                  <a:moveTo>
                    <a:pt x="258800" y="7061"/>
                  </a:moveTo>
                  <a:lnTo>
                    <a:pt x="252367" y="23447"/>
                  </a:lnTo>
                  <a:lnTo>
                    <a:pt x="259774" y="17595"/>
                  </a:lnTo>
                  <a:lnTo>
                    <a:pt x="258521" y="9525"/>
                  </a:lnTo>
                  <a:lnTo>
                    <a:pt x="265076" y="9525"/>
                  </a:lnTo>
                  <a:lnTo>
                    <a:pt x="258800" y="7061"/>
                  </a:lnTo>
                  <a:close/>
                </a:path>
                <a:path w="281940" h="669925">
                  <a:moveTo>
                    <a:pt x="258521" y="9525"/>
                  </a:moveTo>
                  <a:lnTo>
                    <a:pt x="259774" y="17595"/>
                  </a:lnTo>
                  <a:lnTo>
                    <a:pt x="266179" y="12534"/>
                  </a:lnTo>
                  <a:lnTo>
                    <a:pt x="258521" y="9525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6850938" y="5984049"/>
            <a:ext cx="227329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Microsoft YaHei UI"/>
                <a:cs typeface="Microsoft YaHei UI"/>
              </a:rPr>
              <a:t>1</a:t>
            </a:r>
            <a:r>
              <a:rPr dirty="0" sz="850" spc="405">
                <a:latin typeface="Microsoft YaHei UI"/>
                <a:cs typeface="Microsoft YaHei UI"/>
              </a:rPr>
              <a:t> </a:t>
            </a:r>
            <a:r>
              <a:rPr dirty="0" sz="850" spc="-50">
                <a:latin typeface="Microsoft YaHei UI"/>
                <a:cs typeface="Microsoft YaHei UI"/>
              </a:rPr>
              <a:t>1</a:t>
            </a:r>
            <a:endParaRPr sz="850">
              <a:latin typeface="Microsoft YaHei UI"/>
              <a:cs typeface="Microsoft YaHei U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6760679" y="5851305"/>
            <a:ext cx="26416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95" i="1">
                <a:latin typeface="Verdana"/>
                <a:cs typeface="Verdana"/>
              </a:rPr>
              <a:t>λ</a:t>
            </a:r>
            <a:r>
              <a:rPr dirty="0" sz="1500" spc="-180" i="1">
                <a:latin typeface="Verdana"/>
                <a:cs typeface="Verdana"/>
              </a:rPr>
              <a:t> </a:t>
            </a:r>
            <a:r>
              <a:rPr dirty="0" sz="1450" spc="-50" i="1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7084707" y="2976879"/>
            <a:ext cx="281940" cy="669925"/>
          </a:xfrm>
          <a:custGeom>
            <a:avLst/>
            <a:gdLst/>
            <a:ahLst/>
            <a:cxnLst/>
            <a:rect l="l" t="t" r="r" b="b"/>
            <a:pathLst>
              <a:path w="281940" h="669925">
                <a:moveTo>
                  <a:pt x="259774" y="17595"/>
                </a:moveTo>
                <a:lnTo>
                  <a:pt x="252367" y="23447"/>
                </a:lnTo>
                <a:lnTo>
                  <a:pt x="0" y="666280"/>
                </a:lnTo>
                <a:lnTo>
                  <a:pt x="8864" y="669759"/>
                </a:lnTo>
                <a:lnTo>
                  <a:pt x="261226" y="26942"/>
                </a:lnTo>
                <a:lnTo>
                  <a:pt x="259774" y="17595"/>
                </a:lnTo>
                <a:close/>
              </a:path>
              <a:path w="281940" h="669925">
                <a:moveTo>
                  <a:pt x="267783" y="7061"/>
                </a:moveTo>
                <a:lnTo>
                  <a:pt x="258800" y="7061"/>
                </a:lnTo>
                <a:lnTo>
                  <a:pt x="267665" y="10541"/>
                </a:lnTo>
                <a:lnTo>
                  <a:pt x="261226" y="26942"/>
                </a:lnTo>
                <a:lnTo>
                  <a:pt x="272059" y="96697"/>
                </a:lnTo>
                <a:lnTo>
                  <a:pt x="272592" y="98272"/>
                </a:lnTo>
                <a:lnTo>
                  <a:pt x="273621" y="99555"/>
                </a:lnTo>
                <a:lnTo>
                  <a:pt x="275171" y="100482"/>
                </a:lnTo>
                <a:lnTo>
                  <a:pt x="275419" y="100482"/>
                </a:lnTo>
                <a:lnTo>
                  <a:pt x="276669" y="100736"/>
                </a:lnTo>
                <a:lnTo>
                  <a:pt x="281470" y="95237"/>
                </a:lnTo>
                <a:lnTo>
                  <a:pt x="267783" y="7061"/>
                </a:lnTo>
                <a:close/>
              </a:path>
              <a:path w="281940" h="669925">
                <a:moveTo>
                  <a:pt x="266687" y="0"/>
                </a:moveTo>
                <a:lnTo>
                  <a:pt x="191058" y="59753"/>
                </a:lnTo>
                <a:lnTo>
                  <a:pt x="189953" y="60985"/>
                </a:lnTo>
                <a:lnTo>
                  <a:pt x="189344" y="62522"/>
                </a:lnTo>
                <a:lnTo>
                  <a:pt x="189293" y="64173"/>
                </a:lnTo>
                <a:lnTo>
                  <a:pt x="189814" y="65747"/>
                </a:lnTo>
                <a:lnTo>
                  <a:pt x="190842" y="67043"/>
                </a:lnTo>
                <a:lnTo>
                  <a:pt x="192418" y="68008"/>
                </a:lnTo>
                <a:lnTo>
                  <a:pt x="192730" y="68008"/>
                </a:lnTo>
                <a:lnTo>
                  <a:pt x="193865" y="68249"/>
                </a:lnTo>
                <a:lnTo>
                  <a:pt x="195503" y="68008"/>
                </a:lnTo>
                <a:lnTo>
                  <a:pt x="196964" y="67221"/>
                </a:lnTo>
                <a:lnTo>
                  <a:pt x="252367" y="23447"/>
                </a:lnTo>
                <a:lnTo>
                  <a:pt x="258800" y="7061"/>
                </a:lnTo>
                <a:lnTo>
                  <a:pt x="267783" y="7061"/>
                </a:lnTo>
                <a:lnTo>
                  <a:pt x="266687" y="0"/>
                </a:lnTo>
                <a:close/>
              </a:path>
              <a:path w="281940" h="669925">
                <a:moveTo>
                  <a:pt x="265076" y="9525"/>
                </a:moveTo>
                <a:lnTo>
                  <a:pt x="258521" y="9525"/>
                </a:lnTo>
                <a:lnTo>
                  <a:pt x="266179" y="12534"/>
                </a:lnTo>
                <a:lnTo>
                  <a:pt x="259774" y="17595"/>
                </a:lnTo>
                <a:lnTo>
                  <a:pt x="261226" y="26942"/>
                </a:lnTo>
                <a:lnTo>
                  <a:pt x="267665" y="10541"/>
                </a:lnTo>
                <a:lnTo>
                  <a:pt x="265076" y="9525"/>
                </a:lnTo>
                <a:close/>
              </a:path>
              <a:path w="281940" h="669925">
                <a:moveTo>
                  <a:pt x="258800" y="7061"/>
                </a:moveTo>
                <a:lnTo>
                  <a:pt x="252367" y="23447"/>
                </a:lnTo>
                <a:lnTo>
                  <a:pt x="259774" y="17595"/>
                </a:lnTo>
                <a:lnTo>
                  <a:pt x="258521" y="9525"/>
                </a:lnTo>
                <a:lnTo>
                  <a:pt x="265076" y="9525"/>
                </a:lnTo>
                <a:lnTo>
                  <a:pt x="258800" y="7061"/>
                </a:lnTo>
                <a:close/>
              </a:path>
              <a:path w="281940" h="669925">
                <a:moveTo>
                  <a:pt x="258521" y="9525"/>
                </a:moveTo>
                <a:lnTo>
                  <a:pt x="259774" y="17595"/>
                </a:lnTo>
                <a:lnTo>
                  <a:pt x="266179" y="12534"/>
                </a:lnTo>
                <a:lnTo>
                  <a:pt x="258521" y="952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7344016" y="2596476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0" i="1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81" name="object 81" descr=""/>
          <p:cNvSpPr txBox="1"/>
          <p:nvPr/>
        </p:nvSpPr>
        <p:spPr>
          <a:xfrm>
            <a:off x="7370673" y="2433383"/>
            <a:ext cx="1631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470">
                <a:latin typeface="Microsoft YaHei UI"/>
                <a:cs typeface="Microsoft YaHei UI"/>
              </a:rPr>
              <a:t>~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7150430" y="5255857"/>
            <a:ext cx="1524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0" i="1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151751" y="4973993"/>
            <a:ext cx="5842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6388" sz="3000" spc="-630">
                <a:latin typeface="Microsoft YaHei UI"/>
                <a:cs typeface="Microsoft YaHei UI"/>
              </a:rPr>
              <a:t>~</a:t>
            </a:r>
            <a:r>
              <a:rPr dirty="0" baseline="-26388" sz="3000" spc="37">
                <a:latin typeface="Microsoft YaHei UI"/>
                <a:cs typeface="Microsoft YaHei UI"/>
              </a:rPr>
              <a:t> </a:t>
            </a:r>
            <a:r>
              <a:rPr dirty="0" sz="1500" spc="-20" i="1">
                <a:latin typeface="Verdana"/>
                <a:cs typeface="Verdana"/>
              </a:rPr>
              <a:t>λ</a:t>
            </a:r>
            <a:r>
              <a:rPr dirty="0" baseline="-22875" sz="1275" spc="-30">
                <a:latin typeface="Microsoft YaHei UI"/>
                <a:cs typeface="Microsoft YaHei UI"/>
              </a:rPr>
              <a:t>1</a:t>
            </a:r>
            <a:r>
              <a:rPr dirty="0" sz="1450" spc="-20" i="1">
                <a:latin typeface="Times New Roman"/>
                <a:cs typeface="Times New Roman"/>
              </a:rPr>
              <a:t>d</a:t>
            </a:r>
            <a:r>
              <a:rPr dirty="0" baseline="-22875" sz="1275" spc="-30">
                <a:latin typeface="Microsoft YaHei UI"/>
                <a:cs typeface="Microsoft YaHei UI"/>
              </a:rPr>
              <a:t>1</a:t>
            </a:r>
            <a:endParaRPr baseline="-22875" sz="1275">
              <a:latin typeface="Microsoft YaHei UI"/>
              <a:cs typeface="Microsoft YaHei UI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167880" y="6262370"/>
            <a:ext cx="1031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Microsoft Sans Serif"/>
                <a:cs typeface="Microsoft Sans Serif"/>
              </a:rPr>
              <a:t>Vector</a:t>
            </a:r>
            <a:r>
              <a:rPr dirty="0" sz="1200" spc="-8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addition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4040" y="2013889"/>
            <a:ext cx="8515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75">
                <a:latin typeface="Microsoft YaHei UI"/>
                <a:cs typeface="Microsoft YaHei UI"/>
              </a:rPr>
              <a:t>Let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4040" y="3549319"/>
            <a:ext cx="11595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95">
                <a:latin typeface="Microsoft YaHei UI"/>
                <a:cs typeface="Microsoft YaHei UI"/>
              </a:rPr>
              <a:t>Then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4040" y="4414189"/>
            <a:ext cx="6951980" cy="90296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20">
                <a:latin typeface="Microsoft YaHei UI"/>
                <a:cs typeface="Microsoft YaHei UI"/>
              </a:rPr>
              <a:t>The</a:t>
            </a:r>
            <a:r>
              <a:rPr dirty="0" sz="2400" spc="-105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eigenvalues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1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and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3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(nonnegative,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real).</a:t>
            </a:r>
            <a:endParaRPr sz="24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20">
                <a:latin typeface="Microsoft YaHei UI"/>
                <a:cs typeface="Microsoft YaHei UI"/>
              </a:rPr>
              <a:t>The</a:t>
            </a:r>
            <a:r>
              <a:rPr dirty="0" sz="2400" spc="-150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eigenvectors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orthogonal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35">
                <a:latin typeface="Microsoft YaHei UI"/>
                <a:cs typeface="Microsoft YaHei UI"/>
              </a:rPr>
              <a:t>(and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real):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94811" y="2369108"/>
            <a:ext cx="41910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5925" sz="4500" spc="-1612">
                <a:latin typeface="Microsoft YaHei UI"/>
                <a:cs typeface="Microsoft YaHei UI"/>
              </a:rPr>
              <a:t>2</a:t>
            </a:r>
            <a:r>
              <a:rPr dirty="0" sz="3000" spc="-1075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92095" y="2369108"/>
            <a:ext cx="41529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1090">
                <a:latin typeface="Microsoft YaHei UI"/>
                <a:cs typeface="Microsoft YaHei UI"/>
              </a:rPr>
              <a:t></a:t>
            </a:r>
            <a:r>
              <a:rPr dirty="0" baseline="-25925" sz="4500" spc="-1635">
                <a:latin typeface="Microsoft YaHei UI"/>
                <a:cs typeface="Microsoft YaHei UI"/>
              </a:rPr>
              <a:t>1</a:t>
            </a:r>
            <a:endParaRPr baseline="-25925" sz="45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14255" y="1976196"/>
            <a:ext cx="37401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050">
                <a:latin typeface="Microsoft YaHei UI"/>
                <a:cs typeface="Microsoft YaHei UI"/>
              </a:rPr>
              <a:t>1</a:t>
            </a:r>
            <a:r>
              <a:rPr dirty="0" baseline="-3703" sz="4500" spc="-1575">
                <a:latin typeface="Microsoft YaHei UI"/>
                <a:cs typeface="Microsoft YaHei UI"/>
              </a:rPr>
              <a:t></a:t>
            </a:r>
            <a:endParaRPr baseline="-3703" sz="45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78710" y="2255989"/>
            <a:ext cx="10350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i="1">
                <a:latin typeface="Times New Roman"/>
                <a:cs typeface="Times New Roman"/>
              </a:rPr>
              <a:t>S</a:t>
            </a:r>
            <a:r>
              <a:rPr dirty="0" sz="3000" spc="175" i="1">
                <a:latin typeface="Times New Roman"/>
                <a:cs typeface="Times New Roman"/>
              </a:rPr>
              <a:t> </a:t>
            </a:r>
            <a:r>
              <a:rPr dirty="0" sz="3000" spc="-605">
                <a:latin typeface="Microsoft YaHei UI"/>
                <a:cs typeface="Microsoft YaHei UI"/>
              </a:rPr>
              <a:t>=</a:t>
            </a:r>
            <a:r>
              <a:rPr dirty="0" sz="3000" spc="-140">
                <a:latin typeface="Microsoft YaHei UI"/>
                <a:cs typeface="Microsoft YaHei UI"/>
              </a:rPr>
              <a:t> </a:t>
            </a:r>
            <a:r>
              <a:rPr dirty="0" baseline="37037" sz="4500" spc="-1597">
                <a:latin typeface="Microsoft YaHei UI"/>
                <a:cs typeface="Microsoft YaHei UI"/>
              </a:rPr>
              <a:t></a:t>
            </a:r>
            <a:r>
              <a:rPr dirty="0" baseline="40740" sz="4500" spc="-1597">
                <a:latin typeface="Microsoft YaHei UI"/>
                <a:cs typeface="Microsoft YaHei UI"/>
              </a:rPr>
              <a:t>2</a:t>
            </a:r>
            <a:endParaRPr baseline="40740" sz="450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33513" y="3628212"/>
            <a:ext cx="136525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-100">
                <a:latin typeface="Microsoft YaHei UI"/>
                <a:cs typeface="Microsoft YaHei UI"/>
              </a:rPr>
              <a:t>2</a:t>
            </a:r>
            <a:endParaRPr sz="175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02261" y="3388271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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70046" y="4023969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76861" y="3621495"/>
            <a:ext cx="3075940" cy="504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982470" algn="l"/>
              </a:tabLst>
            </a:pPr>
            <a:r>
              <a:rPr dirty="0" baseline="-16666" sz="4500" spc="-2790">
                <a:latin typeface="Microsoft YaHei UI"/>
                <a:cs typeface="Microsoft YaHei UI"/>
              </a:rPr>
              <a:t></a:t>
            </a:r>
            <a:r>
              <a:rPr dirty="0" baseline="-16666" sz="4500" spc="-300">
                <a:latin typeface="Microsoft YaHei UI"/>
                <a:cs typeface="Microsoft YaHei UI"/>
              </a:rPr>
              <a:t> </a:t>
            </a:r>
            <a:r>
              <a:rPr dirty="0" sz="3000" spc="-60">
                <a:latin typeface="Microsoft YaHei UI"/>
                <a:cs typeface="Microsoft YaHei UI"/>
              </a:rPr>
              <a:t></a:t>
            </a:r>
            <a:r>
              <a:rPr dirty="0" sz="3000" spc="-225">
                <a:latin typeface="Microsoft YaHei UI"/>
                <a:cs typeface="Microsoft YaHei UI"/>
              </a:rPr>
              <a:t> </a:t>
            </a:r>
            <a:r>
              <a:rPr dirty="0" sz="3000" spc="-114">
                <a:latin typeface="Microsoft YaHei UI"/>
                <a:cs typeface="Microsoft YaHei UI"/>
              </a:rPr>
              <a:t>(2</a:t>
            </a:r>
            <a:r>
              <a:rPr dirty="0" sz="3000" spc="-409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–</a:t>
            </a:r>
            <a:r>
              <a:rPr dirty="0" sz="3000" spc="-415">
                <a:latin typeface="Microsoft YaHei UI"/>
                <a:cs typeface="Microsoft YaHei UI"/>
              </a:rPr>
              <a:t> </a:t>
            </a:r>
            <a:r>
              <a:rPr dirty="0" sz="3150" spc="-35" i="1">
                <a:latin typeface="Verdana"/>
                <a:cs typeface="Verdana"/>
              </a:rPr>
              <a:t>λ</a:t>
            </a:r>
            <a:r>
              <a:rPr dirty="0" sz="3000" spc="-35">
                <a:latin typeface="Microsoft YaHei UI"/>
                <a:cs typeface="Microsoft YaHei UI"/>
              </a:rPr>
              <a:t>)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50">
                <a:latin typeface="Microsoft YaHei UI"/>
                <a:cs typeface="Microsoft YaHei UI"/>
              </a:rPr>
              <a:t>–1</a:t>
            </a:r>
            <a:r>
              <a:rPr dirty="0" sz="3000" spc="-459">
                <a:latin typeface="Microsoft YaHei UI"/>
                <a:cs typeface="Microsoft YaHei UI"/>
              </a:rPr>
              <a:t> </a:t>
            </a:r>
            <a:r>
              <a:rPr dirty="0" sz="3000" spc="-605">
                <a:latin typeface="Microsoft YaHei UI"/>
                <a:cs typeface="Microsoft YaHei UI"/>
              </a:rPr>
              <a:t>=</a:t>
            </a:r>
            <a:r>
              <a:rPr dirty="0" sz="3000" spc="-220">
                <a:latin typeface="Microsoft YaHei UI"/>
                <a:cs typeface="Microsoft YaHei UI"/>
              </a:rPr>
              <a:t> </a:t>
            </a:r>
            <a:r>
              <a:rPr dirty="0" sz="3000" spc="-25">
                <a:latin typeface="Microsoft YaHei UI"/>
                <a:cs typeface="Microsoft YaHei UI"/>
              </a:rPr>
              <a:t>0.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76713" y="3913532"/>
            <a:ext cx="1835150" cy="504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75030" algn="l"/>
              </a:tabLst>
            </a:pPr>
            <a:r>
              <a:rPr dirty="0" sz="3000" spc="-335">
                <a:latin typeface="Microsoft YaHei UI"/>
                <a:cs typeface="Microsoft YaHei UI"/>
              </a:rPr>
              <a:t>1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85">
                <a:latin typeface="Microsoft YaHei UI"/>
                <a:cs typeface="Microsoft YaHei UI"/>
              </a:rPr>
              <a:t>2</a:t>
            </a:r>
            <a:r>
              <a:rPr dirty="0" sz="3000" spc="-405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–</a:t>
            </a:r>
            <a:r>
              <a:rPr dirty="0" sz="3000" spc="-415">
                <a:latin typeface="Microsoft YaHei UI"/>
                <a:cs typeface="Microsoft YaHei UI"/>
              </a:rPr>
              <a:t> </a:t>
            </a:r>
            <a:r>
              <a:rPr dirty="0" sz="3150" spc="-229" i="1">
                <a:latin typeface="Verdana"/>
                <a:cs typeface="Verdana"/>
              </a:rPr>
              <a:t>λ</a:t>
            </a:r>
            <a:r>
              <a:rPr dirty="0" sz="3150" spc="-819" i="1">
                <a:latin typeface="Verdana"/>
                <a:cs typeface="Verdana"/>
              </a:rPr>
              <a:t> </a:t>
            </a:r>
            <a:r>
              <a:rPr dirty="0" baseline="-12962" sz="4500" spc="-2865">
                <a:latin typeface="Microsoft YaHei UI"/>
                <a:cs typeface="Microsoft YaHei UI"/>
              </a:rPr>
              <a:t></a:t>
            </a:r>
            <a:endParaRPr baseline="-12962" sz="450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17495" y="2404774"/>
            <a:ext cx="2515235" cy="1441450"/>
          </a:xfrm>
          <a:prstGeom prst="rect">
            <a:avLst/>
          </a:prstGeom>
        </p:spPr>
        <p:txBody>
          <a:bodyPr wrap="square" lIns="0" tIns="246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40"/>
              </a:spcBef>
              <a:tabLst>
                <a:tab pos="911860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  <a:p>
            <a:pPr marL="765175">
              <a:lnSpc>
                <a:spcPct val="100000"/>
              </a:lnSpc>
              <a:spcBef>
                <a:spcPts val="1930"/>
              </a:spcBef>
              <a:tabLst>
                <a:tab pos="2311400" algn="l"/>
              </a:tabLst>
            </a:pPr>
            <a:r>
              <a:rPr dirty="0" baseline="-3703" sz="4500" spc="-1560">
                <a:latin typeface="Microsoft YaHei UI"/>
                <a:cs typeface="Microsoft YaHei UI"/>
              </a:rPr>
              <a:t></a:t>
            </a:r>
            <a:r>
              <a:rPr dirty="0" sz="3000" spc="-1040">
                <a:latin typeface="Microsoft YaHei UI"/>
                <a:cs typeface="Microsoft YaHei UI"/>
              </a:rPr>
              <a:t>2</a:t>
            </a:r>
            <a:r>
              <a:rPr dirty="0" sz="3000" spc="-405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–</a:t>
            </a:r>
            <a:r>
              <a:rPr dirty="0" sz="3000" spc="-409">
                <a:latin typeface="Microsoft YaHei UI"/>
                <a:cs typeface="Microsoft YaHei UI"/>
              </a:rPr>
              <a:t> </a:t>
            </a:r>
            <a:r>
              <a:rPr dirty="0" sz="3150" spc="-50" i="1">
                <a:latin typeface="Verdana"/>
                <a:cs typeface="Verdana"/>
              </a:rPr>
              <a:t>λ</a:t>
            </a:r>
            <a:r>
              <a:rPr dirty="0" sz="3150" i="1">
                <a:latin typeface="Verdana"/>
                <a:cs typeface="Verdana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1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21610" y="3621495"/>
            <a:ext cx="1545590" cy="504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i="1">
                <a:latin typeface="Times New Roman"/>
                <a:cs typeface="Times New Roman"/>
              </a:rPr>
              <a:t>S</a:t>
            </a:r>
            <a:r>
              <a:rPr dirty="0" sz="3000" spc="-155" i="1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–</a:t>
            </a:r>
            <a:r>
              <a:rPr dirty="0" sz="3000" spc="-420">
                <a:latin typeface="Microsoft YaHei UI"/>
                <a:cs typeface="Microsoft YaHei UI"/>
              </a:rPr>
              <a:t> </a:t>
            </a:r>
            <a:r>
              <a:rPr dirty="0" sz="3150" i="1">
                <a:latin typeface="Verdana"/>
                <a:cs typeface="Verdana"/>
              </a:rPr>
              <a:t>λ</a:t>
            </a:r>
            <a:r>
              <a:rPr dirty="0" sz="3000" i="1">
                <a:latin typeface="Times New Roman"/>
                <a:cs typeface="Times New Roman"/>
              </a:rPr>
              <a:t>I</a:t>
            </a:r>
            <a:r>
              <a:rPr dirty="0" sz="3000" spc="190" i="1">
                <a:latin typeface="Times New Roman"/>
                <a:cs typeface="Times New Roman"/>
              </a:rPr>
              <a:t> </a:t>
            </a:r>
            <a:r>
              <a:rPr dirty="0" sz="3000" spc="-605">
                <a:latin typeface="Microsoft YaHei UI"/>
                <a:cs typeface="Microsoft YaHei UI"/>
              </a:rPr>
              <a:t>=</a:t>
            </a:r>
            <a:r>
              <a:rPr dirty="0" sz="3000" spc="-140">
                <a:latin typeface="Microsoft YaHei UI"/>
                <a:cs typeface="Microsoft YaHei UI"/>
              </a:rPr>
              <a:t> </a:t>
            </a:r>
            <a:r>
              <a:rPr dirty="0" baseline="-16666" sz="4500" spc="-2879">
                <a:latin typeface="Microsoft YaHei UI"/>
                <a:cs typeface="Microsoft YaHei UI"/>
              </a:rPr>
              <a:t></a:t>
            </a:r>
            <a:endParaRPr baseline="-16666" sz="450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428" y="5742394"/>
            <a:ext cx="78867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27380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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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64028" y="6045695"/>
            <a:ext cx="839469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13888" sz="4500" spc="-1320">
                <a:latin typeface="Microsoft YaHei UI"/>
                <a:cs typeface="Microsoft YaHei UI"/>
              </a:rPr>
              <a:t></a:t>
            </a:r>
            <a:r>
              <a:rPr dirty="0" sz="3000" spc="-880">
                <a:latin typeface="Microsoft YaHei UI"/>
                <a:cs typeface="Microsoft YaHei UI"/>
              </a:rPr>
              <a:t>–1</a:t>
            </a:r>
            <a:r>
              <a:rPr dirty="0" baseline="-13888" sz="4500" spc="-1320">
                <a:latin typeface="Microsoft YaHei UI"/>
                <a:cs typeface="Microsoft YaHei UI"/>
              </a:rPr>
              <a:t></a:t>
            </a:r>
            <a:endParaRPr baseline="-13888" sz="4500">
              <a:latin typeface="Microsoft YaHei UI"/>
              <a:cs typeface="Microsoft YaHei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89428" y="5495328"/>
            <a:ext cx="78867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160">
                <a:latin typeface="Microsoft YaHei UI"/>
                <a:cs typeface="Microsoft YaHei UI"/>
              </a:rPr>
              <a:t>(</a:t>
            </a:r>
            <a:r>
              <a:rPr dirty="0" sz="3000" spc="95">
                <a:latin typeface="Microsoft YaHei UI"/>
                <a:cs typeface="Microsoft YaHei UI"/>
              </a:rPr>
              <a:t> </a:t>
            </a:r>
            <a:r>
              <a:rPr dirty="0" baseline="3703" sz="4500">
                <a:latin typeface="Microsoft YaHei UI"/>
                <a:cs typeface="Microsoft YaHei UI"/>
              </a:rPr>
              <a:t>1</a:t>
            </a:r>
            <a:r>
              <a:rPr dirty="0" baseline="3703" sz="4500" spc="60">
                <a:latin typeface="Microsoft YaHei UI"/>
                <a:cs typeface="Microsoft YaHei UI"/>
              </a:rPr>
              <a:t> </a:t>
            </a:r>
            <a:r>
              <a:rPr dirty="0" sz="3000" spc="-1920">
                <a:latin typeface="Microsoft YaHei UI"/>
                <a:cs typeface="Microsoft YaHei UI"/>
              </a:rPr>
              <a:t>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64280" y="5722658"/>
            <a:ext cx="563245" cy="883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ts val="3354"/>
              </a:lnSpc>
              <a:spcBef>
                <a:spcPts val="130"/>
              </a:spcBef>
              <a:tabLst>
                <a:tab pos="376555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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</a:t>
            </a:r>
            <a:endParaRPr sz="3000">
              <a:latin typeface="Microsoft YaHei UI"/>
              <a:cs typeface="Microsoft YaHei UI"/>
            </a:endParaRPr>
          </a:p>
          <a:p>
            <a:pPr marL="38100">
              <a:lnSpc>
                <a:spcPts val="3354"/>
              </a:lnSpc>
            </a:pPr>
            <a:r>
              <a:rPr dirty="0" sz="3000" spc="-1355">
                <a:latin typeface="Microsoft YaHei UI"/>
                <a:cs typeface="Microsoft YaHei UI"/>
              </a:rPr>
              <a:t></a:t>
            </a:r>
            <a:r>
              <a:rPr dirty="0" baseline="13888" sz="4500" spc="-2032">
                <a:latin typeface="Microsoft YaHei UI"/>
                <a:cs typeface="Microsoft YaHei UI"/>
              </a:rPr>
              <a:t>1</a:t>
            </a:r>
            <a:r>
              <a:rPr dirty="0" sz="3000" spc="-1355">
                <a:latin typeface="Microsoft YaHei UI"/>
                <a:cs typeface="Microsoft YaHei UI"/>
              </a:rPr>
              <a:t>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89680" y="5475732"/>
            <a:ext cx="51244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685">
                <a:latin typeface="Microsoft YaHei UI"/>
                <a:cs typeface="Microsoft YaHei UI"/>
              </a:rPr>
              <a:t>(</a:t>
            </a:r>
            <a:r>
              <a:rPr dirty="0" baseline="3703" sz="4500" spc="-1027">
                <a:latin typeface="Microsoft YaHei UI"/>
                <a:cs typeface="Microsoft YaHei UI"/>
              </a:rPr>
              <a:t>1</a:t>
            </a:r>
            <a:r>
              <a:rPr dirty="0" sz="3000" spc="-685">
                <a:latin typeface="Microsoft YaHei UI"/>
                <a:cs typeface="Microsoft YaHei UI"/>
              </a:rPr>
              <a:t>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779962" y="2317889"/>
            <a:ext cx="2486025" cy="471805"/>
          </a:xfrm>
          <a:custGeom>
            <a:avLst/>
            <a:gdLst/>
            <a:ahLst/>
            <a:cxnLst/>
            <a:rect l="l" t="t" r="r" b="b"/>
            <a:pathLst>
              <a:path w="2486025" h="471805">
                <a:moveTo>
                  <a:pt x="2486025" y="0"/>
                </a:moveTo>
                <a:lnTo>
                  <a:pt x="0" y="0"/>
                </a:lnTo>
                <a:lnTo>
                  <a:pt x="0" y="471487"/>
                </a:lnTo>
                <a:lnTo>
                  <a:pt x="2486025" y="471487"/>
                </a:lnTo>
                <a:lnTo>
                  <a:pt x="2486025" y="466725"/>
                </a:lnTo>
                <a:lnTo>
                  <a:pt x="9525" y="466725"/>
                </a:lnTo>
                <a:lnTo>
                  <a:pt x="4762" y="461962"/>
                </a:lnTo>
                <a:lnTo>
                  <a:pt x="9525" y="461962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2486025" y="4762"/>
                </a:lnTo>
                <a:lnTo>
                  <a:pt x="2486025" y="0"/>
                </a:lnTo>
                <a:close/>
              </a:path>
              <a:path w="2486025" h="471805">
                <a:moveTo>
                  <a:pt x="9525" y="461962"/>
                </a:moveTo>
                <a:lnTo>
                  <a:pt x="4762" y="461962"/>
                </a:lnTo>
                <a:lnTo>
                  <a:pt x="9525" y="466725"/>
                </a:lnTo>
                <a:lnTo>
                  <a:pt x="9525" y="461962"/>
                </a:lnTo>
                <a:close/>
              </a:path>
              <a:path w="2486025" h="471805">
                <a:moveTo>
                  <a:pt x="2476500" y="461962"/>
                </a:moveTo>
                <a:lnTo>
                  <a:pt x="9525" y="461962"/>
                </a:lnTo>
                <a:lnTo>
                  <a:pt x="9525" y="466725"/>
                </a:lnTo>
                <a:lnTo>
                  <a:pt x="2476500" y="466725"/>
                </a:lnTo>
                <a:lnTo>
                  <a:pt x="2476500" y="461962"/>
                </a:lnTo>
                <a:close/>
              </a:path>
              <a:path w="2486025" h="471805">
                <a:moveTo>
                  <a:pt x="2476500" y="4762"/>
                </a:moveTo>
                <a:lnTo>
                  <a:pt x="2476500" y="466725"/>
                </a:lnTo>
                <a:lnTo>
                  <a:pt x="2481262" y="461962"/>
                </a:lnTo>
                <a:lnTo>
                  <a:pt x="2486025" y="461962"/>
                </a:lnTo>
                <a:lnTo>
                  <a:pt x="2486025" y="9525"/>
                </a:lnTo>
                <a:lnTo>
                  <a:pt x="2481262" y="9525"/>
                </a:lnTo>
                <a:lnTo>
                  <a:pt x="2476500" y="4762"/>
                </a:lnTo>
                <a:close/>
              </a:path>
              <a:path w="2486025" h="471805">
                <a:moveTo>
                  <a:pt x="2486025" y="461962"/>
                </a:moveTo>
                <a:lnTo>
                  <a:pt x="2481262" y="461962"/>
                </a:lnTo>
                <a:lnTo>
                  <a:pt x="2476500" y="466725"/>
                </a:lnTo>
                <a:lnTo>
                  <a:pt x="2486025" y="466725"/>
                </a:lnTo>
                <a:lnTo>
                  <a:pt x="2486025" y="461962"/>
                </a:lnTo>
                <a:close/>
              </a:path>
              <a:path w="2486025" h="471805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2486025" h="471805">
                <a:moveTo>
                  <a:pt x="2476500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2476500" y="9525"/>
                </a:lnTo>
                <a:lnTo>
                  <a:pt x="2476500" y="4762"/>
                </a:lnTo>
                <a:close/>
              </a:path>
              <a:path w="2486025" h="471805">
                <a:moveTo>
                  <a:pt x="2486025" y="4762"/>
                </a:moveTo>
                <a:lnTo>
                  <a:pt x="2476500" y="4762"/>
                </a:lnTo>
                <a:lnTo>
                  <a:pt x="2481262" y="9525"/>
                </a:lnTo>
                <a:lnTo>
                  <a:pt x="2486025" y="9525"/>
                </a:lnTo>
                <a:lnTo>
                  <a:pt x="2486025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863465" y="2340432"/>
            <a:ext cx="2295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A40508"/>
                </a:solidFill>
                <a:latin typeface="Microsoft Sans Serif"/>
                <a:cs typeface="Microsoft Sans Serif"/>
              </a:rPr>
              <a:t>Real,</a:t>
            </a:r>
            <a:r>
              <a:rPr dirty="0" sz="2400" spc="-45">
                <a:solidFill>
                  <a:srgbClr val="A40508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A40508"/>
                </a:solidFill>
                <a:latin typeface="Microsoft Sans Serif"/>
                <a:cs typeface="Microsoft Sans Serif"/>
              </a:rPr>
              <a:t>symmetric.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3962400" y="2476639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838200" h="76200">
                <a:moveTo>
                  <a:pt x="76200" y="33337"/>
                </a:move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838200" h="76200">
                <a:moveTo>
                  <a:pt x="838200" y="33337"/>
                </a:moveTo>
                <a:lnTo>
                  <a:pt x="76200" y="33337"/>
                </a:lnTo>
                <a:lnTo>
                  <a:pt x="76200" y="42862"/>
                </a:lnTo>
                <a:lnTo>
                  <a:pt x="838200" y="42862"/>
                </a:lnTo>
                <a:lnTo>
                  <a:pt x="838200" y="33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5891682" y="5623573"/>
            <a:ext cx="2905125" cy="1025525"/>
            <a:chOff x="5891682" y="5623573"/>
            <a:chExt cx="2905125" cy="1025525"/>
          </a:xfrm>
        </p:grpSpPr>
        <p:sp>
          <p:nvSpPr>
            <p:cNvPr id="25" name="object 25" descr=""/>
            <p:cNvSpPr/>
            <p:nvPr/>
          </p:nvSpPr>
          <p:spPr>
            <a:xfrm>
              <a:off x="5896355" y="5628132"/>
              <a:ext cx="2895600" cy="1016635"/>
            </a:xfrm>
            <a:custGeom>
              <a:avLst/>
              <a:gdLst/>
              <a:ahLst/>
              <a:cxnLst/>
              <a:rect l="l" t="t" r="r" b="b"/>
              <a:pathLst>
                <a:path w="2895600" h="1016634">
                  <a:moveTo>
                    <a:pt x="2895600" y="0"/>
                  </a:moveTo>
                  <a:lnTo>
                    <a:pt x="0" y="0"/>
                  </a:lnTo>
                  <a:lnTo>
                    <a:pt x="0" y="1016508"/>
                  </a:lnTo>
                  <a:lnTo>
                    <a:pt x="2895600" y="1016508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00E4A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891682" y="5623573"/>
              <a:ext cx="2905125" cy="1025525"/>
            </a:xfrm>
            <a:custGeom>
              <a:avLst/>
              <a:gdLst/>
              <a:ahLst/>
              <a:cxnLst/>
              <a:rect l="l" t="t" r="r" b="b"/>
              <a:pathLst>
                <a:path w="2905125" h="1025525">
                  <a:moveTo>
                    <a:pt x="2905125" y="0"/>
                  </a:moveTo>
                  <a:lnTo>
                    <a:pt x="0" y="0"/>
                  </a:lnTo>
                  <a:lnTo>
                    <a:pt x="0" y="1025182"/>
                  </a:lnTo>
                  <a:lnTo>
                    <a:pt x="2905125" y="1025182"/>
                  </a:lnTo>
                  <a:lnTo>
                    <a:pt x="2905125" y="1020419"/>
                  </a:lnTo>
                  <a:lnTo>
                    <a:pt x="9525" y="1020419"/>
                  </a:lnTo>
                  <a:lnTo>
                    <a:pt x="4762" y="1015657"/>
                  </a:lnTo>
                  <a:lnTo>
                    <a:pt x="9525" y="1015657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2905125" y="4762"/>
                  </a:lnTo>
                  <a:lnTo>
                    <a:pt x="2905125" y="0"/>
                  </a:lnTo>
                  <a:close/>
                </a:path>
                <a:path w="2905125" h="1025525">
                  <a:moveTo>
                    <a:pt x="9525" y="1015657"/>
                  </a:moveTo>
                  <a:lnTo>
                    <a:pt x="4762" y="1015657"/>
                  </a:lnTo>
                  <a:lnTo>
                    <a:pt x="9525" y="1020419"/>
                  </a:lnTo>
                  <a:lnTo>
                    <a:pt x="9525" y="1015657"/>
                  </a:lnTo>
                  <a:close/>
                </a:path>
                <a:path w="2905125" h="1025525">
                  <a:moveTo>
                    <a:pt x="2895600" y="1015657"/>
                  </a:moveTo>
                  <a:lnTo>
                    <a:pt x="9525" y="1015657"/>
                  </a:lnTo>
                  <a:lnTo>
                    <a:pt x="9525" y="1020419"/>
                  </a:lnTo>
                  <a:lnTo>
                    <a:pt x="2895600" y="1020419"/>
                  </a:lnTo>
                  <a:lnTo>
                    <a:pt x="2895600" y="1015657"/>
                  </a:lnTo>
                  <a:close/>
                </a:path>
                <a:path w="2905125" h="1025525">
                  <a:moveTo>
                    <a:pt x="2895600" y="4762"/>
                  </a:moveTo>
                  <a:lnTo>
                    <a:pt x="2895600" y="1020419"/>
                  </a:lnTo>
                  <a:lnTo>
                    <a:pt x="2900362" y="1015657"/>
                  </a:lnTo>
                  <a:lnTo>
                    <a:pt x="2905125" y="1015657"/>
                  </a:lnTo>
                  <a:lnTo>
                    <a:pt x="2905125" y="9525"/>
                  </a:lnTo>
                  <a:lnTo>
                    <a:pt x="2900362" y="9525"/>
                  </a:lnTo>
                  <a:lnTo>
                    <a:pt x="2895600" y="4762"/>
                  </a:lnTo>
                  <a:close/>
                </a:path>
                <a:path w="2905125" h="1025525">
                  <a:moveTo>
                    <a:pt x="2905125" y="1015657"/>
                  </a:moveTo>
                  <a:lnTo>
                    <a:pt x="2900362" y="1015657"/>
                  </a:lnTo>
                  <a:lnTo>
                    <a:pt x="2895600" y="1020419"/>
                  </a:lnTo>
                  <a:lnTo>
                    <a:pt x="2905125" y="1020419"/>
                  </a:lnTo>
                  <a:lnTo>
                    <a:pt x="2905125" y="1015657"/>
                  </a:lnTo>
                  <a:close/>
                </a:path>
                <a:path w="2905125" h="102552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2905125" h="1025525">
                  <a:moveTo>
                    <a:pt x="2895600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2895600" y="9525"/>
                  </a:lnTo>
                  <a:lnTo>
                    <a:pt x="2895600" y="4762"/>
                  </a:lnTo>
                  <a:close/>
                </a:path>
                <a:path w="2905125" h="1025525">
                  <a:moveTo>
                    <a:pt x="2905125" y="4762"/>
                  </a:moveTo>
                  <a:lnTo>
                    <a:pt x="2895600" y="4762"/>
                  </a:lnTo>
                  <a:lnTo>
                    <a:pt x="2900362" y="9525"/>
                  </a:lnTo>
                  <a:lnTo>
                    <a:pt x="2905125" y="9525"/>
                  </a:lnTo>
                  <a:lnTo>
                    <a:pt x="2905125" y="476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019634" y="5652465"/>
            <a:ext cx="264922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Microsoft Sans Serif"/>
                <a:cs typeface="Microsoft Sans Serif"/>
              </a:rPr>
              <a:t>Substitute</a:t>
            </a:r>
            <a:r>
              <a:rPr dirty="0" sz="2000" spc="-3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these</a:t>
            </a:r>
            <a:r>
              <a:rPr dirty="0" sz="2000" spc="-30">
                <a:latin typeface="Microsoft Sans Serif"/>
                <a:cs typeface="Microsoft Sans Serif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values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solve</a:t>
            </a:r>
            <a:r>
              <a:rPr dirty="0" sz="2000" spc="-10">
                <a:latin typeface="Microsoft Sans Serif"/>
                <a:cs typeface="Microsoft Sans Serif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for </a:t>
            </a:r>
            <a:r>
              <a:rPr dirty="0" sz="2000" spc="-10">
                <a:latin typeface="Microsoft Sans Serif"/>
                <a:cs typeface="Microsoft Sans Serif"/>
              </a:rPr>
              <a:t>eigenvectors.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88027" y="4859591"/>
            <a:ext cx="5632450" cy="1940560"/>
            <a:chOff x="188027" y="4859591"/>
            <a:chExt cx="5632450" cy="1940560"/>
          </a:xfrm>
        </p:grpSpPr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0789" y="4859591"/>
              <a:ext cx="1589506" cy="88776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944" y="5256593"/>
              <a:ext cx="1318449" cy="25709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676" y="6089855"/>
              <a:ext cx="50402" cy="4048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027" y="5246387"/>
              <a:ext cx="4135009" cy="1553238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741" y="6038791"/>
              <a:ext cx="567594" cy="19912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689" y="6005487"/>
              <a:ext cx="255264" cy="28231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2449" y="6037947"/>
              <a:ext cx="65594" cy="22994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49813" y="6000831"/>
              <a:ext cx="220204" cy="24943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084133" y="6011036"/>
              <a:ext cx="2326640" cy="786130"/>
            </a:xfrm>
            <a:custGeom>
              <a:avLst/>
              <a:gdLst/>
              <a:ahLst/>
              <a:cxnLst/>
              <a:rect l="l" t="t" r="r" b="b"/>
              <a:pathLst>
                <a:path w="2326640" h="786129">
                  <a:moveTo>
                    <a:pt x="241" y="177914"/>
                  </a:moveTo>
                  <a:lnTo>
                    <a:pt x="139" y="172656"/>
                  </a:lnTo>
                  <a:lnTo>
                    <a:pt x="0" y="177673"/>
                  </a:lnTo>
                  <a:lnTo>
                    <a:pt x="241" y="177914"/>
                  </a:lnTo>
                  <a:close/>
                </a:path>
                <a:path w="2326640" h="786129">
                  <a:moveTo>
                    <a:pt x="87223" y="252056"/>
                  </a:moveTo>
                  <a:lnTo>
                    <a:pt x="86601" y="246545"/>
                  </a:lnTo>
                  <a:lnTo>
                    <a:pt x="84594" y="244551"/>
                  </a:lnTo>
                  <a:lnTo>
                    <a:pt x="75679" y="243598"/>
                  </a:lnTo>
                  <a:lnTo>
                    <a:pt x="70256" y="242874"/>
                  </a:lnTo>
                  <a:lnTo>
                    <a:pt x="70078" y="242874"/>
                  </a:lnTo>
                  <a:lnTo>
                    <a:pt x="63017" y="241693"/>
                  </a:lnTo>
                  <a:lnTo>
                    <a:pt x="56743" y="240385"/>
                  </a:lnTo>
                  <a:lnTo>
                    <a:pt x="51739" y="239229"/>
                  </a:lnTo>
                  <a:lnTo>
                    <a:pt x="47904" y="238201"/>
                  </a:lnTo>
                  <a:lnTo>
                    <a:pt x="47904" y="242874"/>
                  </a:lnTo>
                  <a:lnTo>
                    <a:pt x="43853" y="251434"/>
                  </a:lnTo>
                  <a:lnTo>
                    <a:pt x="43726" y="251688"/>
                  </a:lnTo>
                  <a:lnTo>
                    <a:pt x="47904" y="242874"/>
                  </a:lnTo>
                  <a:lnTo>
                    <a:pt x="47904" y="238201"/>
                  </a:lnTo>
                  <a:lnTo>
                    <a:pt x="46583" y="237832"/>
                  </a:lnTo>
                  <a:lnTo>
                    <a:pt x="40640" y="234530"/>
                  </a:lnTo>
                  <a:lnTo>
                    <a:pt x="37668" y="232918"/>
                  </a:lnTo>
                  <a:lnTo>
                    <a:pt x="32181" y="234518"/>
                  </a:lnTo>
                  <a:lnTo>
                    <a:pt x="30327" y="235877"/>
                  </a:lnTo>
                  <a:lnTo>
                    <a:pt x="32054" y="234530"/>
                  </a:lnTo>
                  <a:lnTo>
                    <a:pt x="32181" y="234505"/>
                  </a:lnTo>
                  <a:lnTo>
                    <a:pt x="37668" y="232918"/>
                  </a:lnTo>
                  <a:lnTo>
                    <a:pt x="26009" y="219481"/>
                  </a:lnTo>
                  <a:lnTo>
                    <a:pt x="25361" y="218655"/>
                  </a:lnTo>
                  <a:lnTo>
                    <a:pt x="24765" y="216598"/>
                  </a:lnTo>
                  <a:lnTo>
                    <a:pt x="23215" y="211328"/>
                  </a:lnTo>
                  <a:lnTo>
                    <a:pt x="22834" y="209473"/>
                  </a:lnTo>
                  <a:lnTo>
                    <a:pt x="21805" y="204355"/>
                  </a:lnTo>
                  <a:lnTo>
                    <a:pt x="21577" y="202996"/>
                  </a:lnTo>
                  <a:lnTo>
                    <a:pt x="21488" y="202819"/>
                  </a:lnTo>
                  <a:lnTo>
                    <a:pt x="20942" y="199313"/>
                  </a:lnTo>
                  <a:lnTo>
                    <a:pt x="20726" y="197993"/>
                  </a:lnTo>
                  <a:lnTo>
                    <a:pt x="20472" y="196494"/>
                  </a:lnTo>
                  <a:lnTo>
                    <a:pt x="20408" y="195897"/>
                  </a:lnTo>
                  <a:lnTo>
                    <a:pt x="19621" y="188582"/>
                  </a:lnTo>
                  <a:lnTo>
                    <a:pt x="19265" y="182130"/>
                  </a:lnTo>
                  <a:lnTo>
                    <a:pt x="19189" y="172656"/>
                  </a:lnTo>
                  <a:lnTo>
                    <a:pt x="19062" y="177673"/>
                  </a:lnTo>
                  <a:lnTo>
                    <a:pt x="19050" y="177914"/>
                  </a:lnTo>
                  <a:lnTo>
                    <a:pt x="19126" y="172402"/>
                  </a:lnTo>
                  <a:lnTo>
                    <a:pt x="19189" y="167462"/>
                  </a:lnTo>
                  <a:lnTo>
                    <a:pt x="18948" y="167144"/>
                  </a:lnTo>
                  <a:lnTo>
                    <a:pt x="19265" y="167462"/>
                  </a:lnTo>
                  <a:lnTo>
                    <a:pt x="19380" y="163106"/>
                  </a:lnTo>
                  <a:lnTo>
                    <a:pt x="19913" y="153581"/>
                  </a:lnTo>
                  <a:lnTo>
                    <a:pt x="20675" y="144068"/>
                  </a:lnTo>
                  <a:lnTo>
                    <a:pt x="20739" y="143548"/>
                  </a:lnTo>
                  <a:lnTo>
                    <a:pt x="21120" y="139814"/>
                  </a:lnTo>
                  <a:lnTo>
                    <a:pt x="16332" y="143548"/>
                  </a:lnTo>
                  <a:lnTo>
                    <a:pt x="21056" y="139814"/>
                  </a:lnTo>
                  <a:lnTo>
                    <a:pt x="21666" y="134594"/>
                  </a:lnTo>
                  <a:lnTo>
                    <a:pt x="21945" y="132397"/>
                  </a:lnTo>
                  <a:lnTo>
                    <a:pt x="22263" y="129425"/>
                  </a:lnTo>
                  <a:lnTo>
                    <a:pt x="20535" y="127177"/>
                  </a:lnTo>
                  <a:lnTo>
                    <a:pt x="22326" y="129425"/>
                  </a:lnTo>
                  <a:lnTo>
                    <a:pt x="27114" y="99593"/>
                  </a:lnTo>
                  <a:lnTo>
                    <a:pt x="25400" y="100660"/>
                  </a:lnTo>
                  <a:lnTo>
                    <a:pt x="27051" y="99593"/>
                  </a:lnTo>
                  <a:lnTo>
                    <a:pt x="28930" y="90576"/>
                  </a:lnTo>
                  <a:lnTo>
                    <a:pt x="29159" y="89395"/>
                  </a:lnTo>
                  <a:lnTo>
                    <a:pt x="34848" y="64363"/>
                  </a:lnTo>
                  <a:lnTo>
                    <a:pt x="34290" y="64655"/>
                  </a:lnTo>
                  <a:lnTo>
                    <a:pt x="34798" y="64363"/>
                  </a:lnTo>
                  <a:lnTo>
                    <a:pt x="37312" y="54698"/>
                  </a:lnTo>
                  <a:lnTo>
                    <a:pt x="37325" y="54495"/>
                  </a:lnTo>
                  <a:lnTo>
                    <a:pt x="36055" y="52324"/>
                  </a:lnTo>
                  <a:lnTo>
                    <a:pt x="37363" y="54495"/>
                  </a:lnTo>
                  <a:lnTo>
                    <a:pt x="38087" y="51727"/>
                  </a:lnTo>
                  <a:lnTo>
                    <a:pt x="39433" y="46939"/>
                  </a:lnTo>
                  <a:lnTo>
                    <a:pt x="40220" y="44119"/>
                  </a:lnTo>
                  <a:lnTo>
                    <a:pt x="42608" y="36106"/>
                  </a:lnTo>
                  <a:lnTo>
                    <a:pt x="44665" y="29502"/>
                  </a:lnTo>
                  <a:lnTo>
                    <a:pt x="44196" y="30670"/>
                  </a:lnTo>
                  <a:lnTo>
                    <a:pt x="44653" y="29502"/>
                  </a:lnTo>
                  <a:lnTo>
                    <a:pt x="44754" y="29222"/>
                  </a:lnTo>
                  <a:lnTo>
                    <a:pt x="46177" y="24790"/>
                  </a:lnTo>
                  <a:lnTo>
                    <a:pt x="46266" y="24498"/>
                  </a:lnTo>
                  <a:lnTo>
                    <a:pt x="47612" y="20586"/>
                  </a:lnTo>
                  <a:lnTo>
                    <a:pt x="49212" y="16827"/>
                  </a:lnTo>
                  <a:lnTo>
                    <a:pt x="50380" y="14071"/>
                  </a:lnTo>
                  <a:lnTo>
                    <a:pt x="51498" y="11607"/>
                  </a:lnTo>
                  <a:lnTo>
                    <a:pt x="54889" y="6819"/>
                  </a:lnTo>
                  <a:lnTo>
                    <a:pt x="54267" y="3213"/>
                  </a:lnTo>
                  <a:lnTo>
                    <a:pt x="50101" y="266"/>
                  </a:lnTo>
                  <a:lnTo>
                    <a:pt x="48107" y="0"/>
                  </a:lnTo>
                  <a:lnTo>
                    <a:pt x="42151" y="2197"/>
                  </a:lnTo>
                  <a:lnTo>
                    <a:pt x="38823" y="5461"/>
                  </a:lnTo>
                  <a:lnTo>
                    <a:pt x="32969" y="13296"/>
                  </a:lnTo>
                  <a:lnTo>
                    <a:pt x="30594" y="18249"/>
                  </a:lnTo>
                  <a:lnTo>
                    <a:pt x="30289" y="19050"/>
                  </a:lnTo>
                  <a:lnTo>
                    <a:pt x="28194" y="24498"/>
                  </a:lnTo>
                  <a:lnTo>
                    <a:pt x="19672" y="49847"/>
                  </a:lnTo>
                  <a:lnTo>
                    <a:pt x="18338" y="54495"/>
                  </a:lnTo>
                  <a:lnTo>
                    <a:pt x="17068" y="59372"/>
                  </a:lnTo>
                  <a:lnTo>
                    <a:pt x="16992" y="59651"/>
                  </a:lnTo>
                  <a:lnTo>
                    <a:pt x="15773" y="64363"/>
                  </a:lnTo>
                  <a:lnTo>
                    <a:pt x="8648" y="95732"/>
                  </a:lnTo>
                  <a:lnTo>
                    <a:pt x="7645" y="100660"/>
                  </a:lnTo>
                  <a:lnTo>
                    <a:pt x="5715" y="111404"/>
                  </a:lnTo>
                  <a:lnTo>
                    <a:pt x="4114" y="121881"/>
                  </a:lnTo>
                  <a:lnTo>
                    <a:pt x="3429" y="127177"/>
                  </a:lnTo>
                  <a:lnTo>
                    <a:pt x="3098" y="129425"/>
                  </a:lnTo>
                  <a:lnTo>
                    <a:pt x="2755" y="132397"/>
                  </a:lnTo>
                  <a:lnTo>
                    <a:pt x="2209" y="137680"/>
                  </a:lnTo>
                  <a:lnTo>
                    <a:pt x="1714" y="142367"/>
                  </a:lnTo>
                  <a:lnTo>
                    <a:pt x="901" y="152361"/>
                  </a:lnTo>
                  <a:lnTo>
                    <a:pt x="342" y="162382"/>
                  </a:lnTo>
                  <a:lnTo>
                    <a:pt x="317" y="163106"/>
                  </a:lnTo>
                  <a:lnTo>
                    <a:pt x="215" y="167144"/>
                  </a:lnTo>
                  <a:lnTo>
                    <a:pt x="241" y="177914"/>
                  </a:lnTo>
                  <a:lnTo>
                    <a:pt x="190" y="182130"/>
                  </a:lnTo>
                  <a:lnTo>
                    <a:pt x="558" y="188582"/>
                  </a:lnTo>
                  <a:lnTo>
                    <a:pt x="660" y="190385"/>
                  </a:lnTo>
                  <a:lnTo>
                    <a:pt x="1663" y="199313"/>
                  </a:lnTo>
                  <a:lnTo>
                    <a:pt x="2273" y="202819"/>
                  </a:lnTo>
                  <a:lnTo>
                    <a:pt x="2159" y="202996"/>
                  </a:lnTo>
                  <a:lnTo>
                    <a:pt x="2438" y="204355"/>
                  </a:lnTo>
                  <a:lnTo>
                    <a:pt x="3213" y="208178"/>
                  </a:lnTo>
                  <a:lnTo>
                    <a:pt x="3987" y="211366"/>
                  </a:lnTo>
                  <a:lnTo>
                    <a:pt x="4279" y="213309"/>
                  </a:lnTo>
                  <a:lnTo>
                    <a:pt x="4508" y="213461"/>
                  </a:lnTo>
                  <a:lnTo>
                    <a:pt x="5016" y="215531"/>
                  </a:lnTo>
                  <a:lnTo>
                    <a:pt x="7467" y="222719"/>
                  </a:lnTo>
                  <a:lnTo>
                    <a:pt x="10693" y="229577"/>
                  </a:lnTo>
                  <a:lnTo>
                    <a:pt x="11722" y="231152"/>
                  </a:lnTo>
                  <a:lnTo>
                    <a:pt x="11645" y="231775"/>
                  </a:lnTo>
                  <a:lnTo>
                    <a:pt x="33693" y="251434"/>
                  </a:lnTo>
                  <a:lnTo>
                    <a:pt x="35001" y="252056"/>
                  </a:lnTo>
                  <a:lnTo>
                    <a:pt x="38239" y="253657"/>
                  </a:lnTo>
                  <a:lnTo>
                    <a:pt x="40106" y="254558"/>
                  </a:lnTo>
                  <a:lnTo>
                    <a:pt x="47764" y="255739"/>
                  </a:lnTo>
                  <a:lnTo>
                    <a:pt x="48310" y="255739"/>
                  </a:lnTo>
                  <a:lnTo>
                    <a:pt x="55537" y="256184"/>
                  </a:lnTo>
                  <a:lnTo>
                    <a:pt x="56591" y="256184"/>
                  </a:lnTo>
                  <a:lnTo>
                    <a:pt x="61366" y="256336"/>
                  </a:lnTo>
                  <a:lnTo>
                    <a:pt x="68300" y="256184"/>
                  </a:lnTo>
                  <a:lnTo>
                    <a:pt x="75209" y="255739"/>
                  </a:lnTo>
                  <a:lnTo>
                    <a:pt x="82105" y="255066"/>
                  </a:lnTo>
                  <a:lnTo>
                    <a:pt x="85077" y="254736"/>
                  </a:lnTo>
                  <a:lnTo>
                    <a:pt x="85940" y="253657"/>
                  </a:lnTo>
                  <a:lnTo>
                    <a:pt x="87223" y="252056"/>
                  </a:lnTo>
                  <a:close/>
                </a:path>
                <a:path w="2326640" h="786129">
                  <a:moveTo>
                    <a:pt x="2326030" y="781062"/>
                  </a:moveTo>
                  <a:lnTo>
                    <a:pt x="2324150" y="777100"/>
                  </a:lnTo>
                  <a:lnTo>
                    <a:pt x="2321788" y="772553"/>
                  </a:lnTo>
                  <a:lnTo>
                    <a:pt x="2319464" y="771829"/>
                  </a:lnTo>
                  <a:lnTo>
                    <a:pt x="2315768" y="773747"/>
                  </a:lnTo>
                  <a:lnTo>
                    <a:pt x="2315006" y="775944"/>
                  </a:lnTo>
                  <a:lnTo>
                    <a:pt x="2315845" y="777798"/>
                  </a:lnTo>
                  <a:lnTo>
                    <a:pt x="2317165" y="780707"/>
                  </a:lnTo>
                  <a:lnTo>
                    <a:pt x="2319121" y="784504"/>
                  </a:lnTo>
                  <a:lnTo>
                    <a:pt x="2322131" y="786130"/>
                  </a:lnTo>
                  <a:lnTo>
                    <a:pt x="2324404" y="785444"/>
                  </a:lnTo>
                  <a:lnTo>
                    <a:pt x="2325573" y="783272"/>
                  </a:lnTo>
                  <a:lnTo>
                    <a:pt x="2325700" y="782891"/>
                  </a:lnTo>
                  <a:lnTo>
                    <a:pt x="2326030" y="7810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975" marR="508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Preliminary</a:t>
            </a:r>
            <a:r>
              <a:rPr dirty="0" sz="4000" spc="-50"/>
              <a:t> </a:t>
            </a:r>
            <a:r>
              <a:rPr dirty="0" sz="4000" spc="-10"/>
              <a:t>Knowledge </a:t>
            </a:r>
            <a:r>
              <a:rPr dirty="0" sz="4000"/>
              <a:t>Eigenvalues</a:t>
            </a:r>
            <a:r>
              <a:rPr dirty="0" sz="4000" spc="-25"/>
              <a:t> </a:t>
            </a:r>
            <a:r>
              <a:rPr dirty="0" sz="4000"/>
              <a:t>and</a:t>
            </a:r>
            <a:r>
              <a:rPr dirty="0" sz="4000" spc="-25"/>
              <a:t> </a:t>
            </a:r>
            <a:r>
              <a:rPr dirty="0" sz="4000" spc="-10"/>
              <a:t>Eigenvectors</a:t>
            </a:r>
            <a:endParaRPr sz="4000"/>
          </a:p>
        </p:txBody>
      </p:sp>
      <p:pic>
        <p:nvPicPr>
          <p:cNvPr id="39" name="object 3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438" y="1831271"/>
            <a:ext cx="623129" cy="293339"/>
          </a:xfrm>
          <a:prstGeom prst="rect">
            <a:avLst/>
          </a:prstGeom>
        </p:spPr>
      </p:pic>
      <p:sp>
        <p:nvSpPr>
          <p:cNvPr id="40" name="object 40" descr=""/>
          <p:cNvSpPr/>
          <p:nvPr/>
        </p:nvSpPr>
        <p:spPr>
          <a:xfrm>
            <a:off x="2203239" y="2100895"/>
            <a:ext cx="26034" cy="11430"/>
          </a:xfrm>
          <a:custGeom>
            <a:avLst/>
            <a:gdLst/>
            <a:ahLst/>
            <a:cxnLst/>
            <a:rect l="l" t="t" r="r" b="b"/>
            <a:pathLst>
              <a:path w="26035" h="11430">
                <a:moveTo>
                  <a:pt x="23163" y="0"/>
                </a:moveTo>
                <a:lnTo>
                  <a:pt x="1360" y="3694"/>
                </a:lnTo>
                <a:lnTo>
                  <a:pt x="0" y="5609"/>
                </a:lnTo>
                <a:lnTo>
                  <a:pt x="684" y="9648"/>
                </a:lnTo>
                <a:lnTo>
                  <a:pt x="2598" y="11008"/>
                </a:lnTo>
                <a:lnTo>
                  <a:pt x="4618" y="10666"/>
                </a:lnTo>
                <a:lnTo>
                  <a:pt x="24437" y="6802"/>
                </a:lnTo>
                <a:lnTo>
                  <a:pt x="25669" y="4973"/>
                </a:lnTo>
                <a:lnTo>
                  <a:pt x="24938" y="1228"/>
                </a:lnTo>
                <a:lnTo>
                  <a:pt x="23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1039687" y="3238920"/>
            <a:ext cx="1269365" cy="297180"/>
            <a:chOff x="1039687" y="3238920"/>
            <a:chExt cx="1269365" cy="297180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9687" y="3238920"/>
              <a:ext cx="1269250" cy="29675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285306" y="3524147"/>
              <a:ext cx="16510" cy="8890"/>
            </a:xfrm>
            <a:custGeom>
              <a:avLst/>
              <a:gdLst/>
              <a:ahLst/>
              <a:cxnLst/>
              <a:rect l="l" t="t" r="r" b="b"/>
              <a:pathLst>
                <a:path w="16510" h="8889">
                  <a:moveTo>
                    <a:pt x="2595" y="0"/>
                  </a:moveTo>
                  <a:lnTo>
                    <a:pt x="562" y="1607"/>
                  </a:lnTo>
                  <a:lnTo>
                    <a:pt x="0" y="6000"/>
                  </a:lnTo>
                  <a:lnTo>
                    <a:pt x="1567" y="8027"/>
                  </a:lnTo>
                  <a:lnTo>
                    <a:pt x="4040" y="8345"/>
                  </a:lnTo>
                  <a:lnTo>
                    <a:pt x="14875" y="8345"/>
                  </a:lnTo>
                  <a:lnTo>
                    <a:pt x="16456" y="6757"/>
                  </a:lnTo>
                  <a:lnTo>
                    <a:pt x="16447" y="3083"/>
                  </a:lnTo>
                  <a:lnTo>
                    <a:pt x="15147" y="1607"/>
                  </a:lnTo>
                  <a:lnTo>
                    <a:pt x="2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4" name="object 4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85961" y="1918141"/>
            <a:ext cx="1263475" cy="314084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89961" y="3175805"/>
            <a:ext cx="356272" cy="35093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54688" y="3231723"/>
            <a:ext cx="771894" cy="28821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00560" y="3299610"/>
            <a:ext cx="229486" cy="157479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64655" y="4545013"/>
            <a:ext cx="129418" cy="317375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7863116" y="4700904"/>
            <a:ext cx="116205" cy="111125"/>
          </a:xfrm>
          <a:custGeom>
            <a:avLst/>
            <a:gdLst/>
            <a:ahLst/>
            <a:cxnLst/>
            <a:rect l="l" t="t" r="r" b="b"/>
            <a:pathLst>
              <a:path w="116204" h="111125">
                <a:moveTo>
                  <a:pt x="97167" y="14224"/>
                </a:moveTo>
                <a:lnTo>
                  <a:pt x="58724" y="2235"/>
                </a:lnTo>
                <a:lnTo>
                  <a:pt x="53467" y="2235"/>
                </a:lnTo>
                <a:lnTo>
                  <a:pt x="45046" y="2235"/>
                </a:lnTo>
                <a:lnTo>
                  <a:pt x="36080" y="2235"/>
                </a:lnTo>
                <a:lnTo>
                  <a:pt x="29184" y="1752"/>
                </a:lnTo>
                <a:lnTo>
                  <a:pt x="28905" y="1752"/>
                </a:lnTo>
                <a:lnTo>
                  <a:pt x="22021" y="622"/>
                </a:lnTo>
                <a:lnTo>
                  <a:pt x="19240" y="0"/>
                </a:lnTo>
                <a:lnTo>
                  <a:pt x="16471" y="1752"/>
                </a:lnTo>
                <a:lnTo>
                  <a:pt x="15379" y="6680"/>
                </a:lnTo>
                <a:lnTo>
                  <a:pt x="16294" y="8890"/>
                </a:lnTo>
                <a:lnTo>
                  <a:pt x="22110" y="12534"/>
                </a:lnTo>
                <a:lnTo>
                  <a:pt x="26695" y="13957"/>
                </a:lnTo>
                <a:lnTo>
                  <a:pt x="37084" y="16154"/>
                </a:lnTo>
                <a:lnTo>
                  <a:pt x="45237" y="16814"/>
                </a:lnTo>
                <a:lnTo>
                  <a:pt x="46672" y="16929"/>
                </a:lnTo>
                <a:lnTo>
                  <a:pt x="53060" y="16929"/>
                </a:lnTo>
                <a:lnTo>
                  <a:pt x="57556" y="16929"/>
                </a:lnTo>
                <a:lnTo>
                  <a:pt x="66014" y="17183"/>
                </a:lnTo>
                <a:lnTo>
                  <a:pt x="79857" y="18275"/>
                </a:lnTo>
                <a:lnTo>
                  <a:pt x="86563" y="18923"/>
                </a:lnTo>
                <a:lnTo>
                  <a:pt x="85864" y="18923"/>
                </a:lnTo>
                <a:lnTo>
                  <a:pt x="93383" y="20637"/>
                </a:lnTo>
                <a:lnTo>
                  <a:pt x="96100" y="18923"/>
                </a:lnTo>
                <a:lnTo>
                  <a:pt x="97167" y="14224"/>
                </a:lnTo>
                <a:close/>
              </a:path>
              <a:path w="116204" h="111125">
                <a:moveTo>
                  <a:pt x="116205" y="86766"/>
                </a:moveTo>
                <a:lnTo>
                  <a:pt x="114058" y="82143"/>
                </a:lnTo>
                <a:lnTo>
                  <a:pt x="111582" y="81038"/>
                </a:lnTo>
                <a:lnTo>
                  <a:pt x="94056" y="86334"/>
                </a:lnTo>
                <a:lnTo>
                  <a:pt x="85750" y="88722"/>
                </a:lnTo>
                <a:lnTo>
                  <a:pt x="73545" y="92049"/>
                </a:lnTo>
                <a:lnTo>
                  <a:pt x="68224" y="93611"/>
                </a:lnTo>
                <a:lnTo>
                  <a:pt x="63677" y="94183"/>
                </a:lnTo>
                <a:lnTo>
                  <a:pt x="66979" y="93789"/>
                </a:lnTo>
                <a:lnTo>
                  <a:pt x="60934" y="94526"/>
                </a:lnTo>
                <a:lnTo>
                  <a:pt x="58877" y="94526"/>
                </a:lnTo>
                <a:lnTo>
                  <a:pt x="58661" y="94805"/>
                </a:lnTo>
                <a:lnTo>
                  <a:pt x="58229" y="95364"/>
                </a:lnTo>
                <a:lnTo>
                  <a:pt x="56756" y="95364"/>
                </a:lnTo>
                <a:lnTo>
                  <a:pt x="56756" y="107162"/>
                </a:lnTo>
                <a:lnTo>
                  <a:pt x="56527" y="105410"/>
                </a:lnTo>
                <a:lnTo>
                  <a:pt x="56616" y="106019"/>
                </a:lnTo>
                <a:lnTo>
                  <a:pt x="56705" y="106692"/>
                </a:lnTo>
                <a:lnTo>
                  <a:pt x="56756" y="107162"/>
                </a:lnTo>
                <a:lnTo>
                  <a:pt x="56756" y="95364"/>
                </a:lnTo>
                <a:lnTo>
                  <a:pt x="56362" y="95364"/>
                </a:lnTo>
                <a:lnTo>
                  <a:pt x="56362" y="104101"/>
                </a:lnTo>
                <a:lnTo>
                  <a:pt x="55841" y="100025"/>
                </a:lnTo>
                <a:lnTo>
                  <a:pt x="56324" y="103720"/>
                </a:lnTo>
                <a:lnTo>
                  <a:pt x="56362" y="104101"/>
                </a:lnTo>
                <a:lnTo>
                  <a:pt x="56362" y="95364"/>
                </a:lnTo>
                <a:lnTo>
                  <a:pt x="13157" y="95364"/>
                </a:lnTo>
                <a:lnTo>
                  <a:pt x="11645" y="95046"/>
                </a:lnTo>
                <a:lnTo>
                  <a:pt x="11645" y="99174"/>
                </a:lnTo>
                <a:lnTo>
                  <a:pt x="11518" y="100660"/>
                </a:lnTo>
                <a:lnTo>
                  <a:pt x="11391" y="101993"/>
                </a:lnTo>
                <a:lnTo>
                  <a:pt x="11645" y="99174"/>
                </a:lnTo>
                <a:lnTo>
                  <a:pt x="11645" y="95046"/>
                </a:lnTo>
                <a:lnTo>
                  <a:pt x="11290" y="94970"/>
                </a:lnTo>
                <a:lnTo>
                  <a:pt x="11404" y="94526"/>
                </a:lnTo>
                <a:lnTo>
                  <a:pt x="12039" y="92341"/>
                </a:lnTo>
                <a:lnTo>
                  <a:pt x="12115" y="92049"/>
                </a:lnTo>
                <a:lnTo>
                  <a:pt x="11899" y="92341"/>
                </a:lnTo>
                <a:lnTo>
                  <a:pt x="12026" y="92049"/>
                </a:lnTo>
                <a:lnTo>
                  <a:pt x="12128" y="91833"/>
                </a:lnTo>
                <a:lnTo>
                  <a:pt x="12204" y="91630"/>
                </a:lnTo>
                <a:lnTo>
                  <a:pt x="12331" y="91262"/>
                </a:lnTo>
                <a:lnTo>
                  <a:pt x="13017" y="88722"/>
                </a:lnTo>
                <a:lnTo>
                  <a:pt x="12700" y="88061"/>
                </a:lnTo>
                <a:lnTo>
                  <a:pt x="13093" y="88722"/>
                </a:lnTo>
                <a:lnTo>
                  <a:pt x="27559" y="66103"/>
                </a:lnTo>
                <a:lnTo>
                  <a:pt x="27178" y="63741"/>
                </a:lnTo>
                <a:lnTo>
                  <a:pt x="23863" y="61341"/>
                </a:lnTo>
                <a:lnTo>
                  <a:pt x="21590" y="61645"/>
                </a:lnTo>
                <a:lnTo>
                  <a:pt x="16637" y="67919"/>
                </a:lnTo>
                <a:lnTo>
                  <a:pt x="13004" y="72669"/>
                </a:lnTo>
                <a:lnTo>
                  <a:pt x="10210" y="76784"/>
                </a:lnTo>
                <a:lnTo>
                  <a:pt x="10210" y="94526"/>
                </a:lnTo>
                <a:lnTo>
                  <a:pt x="9867" y="94653"/>
                </a:lnTo>
                <a:lnTo>
                  <a:pt x="9296" y="94526"/>
                </a:lnTo>
                <a:lnTo>
                  <a:pt x="10198" y="94526"/>
                </a:lnTo>
                <a:lnTo>
                  <a:pt x="10210" y="76784"/>
                </a:lnTo>
                <a:lnTo>
                  <a:pt x="7391" y="80911"/>
                </a:lnTo>
                <a:lnTo>
                  <a:pt x="5168" y="84340"/>
                </a:lnTo>
                <a:lnTo>
                  <a:pt x="4483" y="85890"/>
                </a:lnTo>
                <a:lnTo>
                  <a:pt x="6870" y="84785"/>
                </a:lnTo>
                <a:lnTo>
                  <a:pt x="4546" y="85890"/>
                </a:lnTo>
                <a:lnTo>
                  <a:pt x="4330" y="86334"/>
                </a:lnTo>
                <a:lnTo>
                  <a:pt x="4089" y="86766"/>
                </a:lnTo>
                <a:lnTo>
                  <a:pt x="3568" y="87947"/>
                </a:lnTo>
                <a:lnTo>
                  <a:pt x="3568" y="93167"/>
                </a:lnTo>
                <a:lnTo>
                  <a:pt x="2908" y="93599"/>
                </a:lnTo>
                <a:lnTo>
                  <a:pt x="3441" y="93167"/>
                </a:lnTo>
                <a:lnTo>
                  <a:pt x="3492" y="92976"/>
                </a:lnTo>
                <a:lnTo>
                  <a:pt x="3568" y="93167"/>
                </a:lnTo>
                <a:lnTo>
                  <a:pt x="3568" y="87947"/>
                </a:lnTo>
                <a:lnTo>
                  <a:pt x="2489" y="90385"/>
                </a:lnTo>
                <a:lnTo>
                  <a:pt x="2286" y="90652"/>
                </a:lnTo>
                <a:lnTo>
                  <a:pt x="2108" y="91020"/>
                </a:lnTo>
                <a:lnTo>
                  <a:pt x="787" y="94183"/>
                </a:lnTo>
                <a:lnTo>
                  <a:pt x="711" y="94373"/>
                </a:lnTo>
                <a:lnTo>
                  <a:pt x="622" y="95364"/>
                </a:lnTo>
                <a:lnTo>
                  <a:pt x="533" y="96342"/>
                </a:lnTo>
                <a:lnTo>
                  <a:pt x="139" y="100660"/>
                </a:lnTo>
                <a:lnTo>
                  <a:pt x="114" y="100965"/>
                </a:lnTo>
                <a:lnTo>
                  <a:pt x="0" y="102171"/>
                </a:lnTo>
                <a:lnTo>
                  <a:pt x="3390" y="105181"/>
                </a:lnTo>
                <a:lnTo>
                  <a:pt x="10591" y="108013"/>
                </a:lnTo>
                <a:lnTo>
                  <a:pt x="14643" y="108585"/>
                </a:lnTo>
                <a:lnTo>
                  <a:pt x="14185" y="108013"/>
                </a:lnTo>
                <a:lnTo>
                  <a:pt x="14706" y="108585"/>
                </a:lnTo>
                <a:lnTo>
                  <a:pt x="18161" y="108966"/>
                </a:lnTo>
                <a:lnTo>
                  <a:pt x="21920" y="109397"/>
                </a:lnTo>
                <a:lnTo>
                  <a:pt x="22745" y="109486"/>
                </a:lnTo>
                <a:lnTo>
                  <a:pt x="23342" y="109486"/>
                </a:lnTo>
                <a:lnTo>
                  <a:pt x="24638" y="109613"/>
                </a:lnTo>
                <a:lnTo>
                  <a:pt x="31851" y="110147"/>
                </a:lnTo>
                <a:lnTo>
                  <a:pt x="32232" y="110147"/>
                </a:lnTo>
                <a:lnTo>
                  <a:pt x="39954" y="110515"/>
                </a:lnTo>
                <a:lnTo>
                  <a:pt x="41338" y="110578"/>
                </a:lnTo>
                <a:lnTo>
                  <a:pt x="48387" y="110578"/>
                </a:lnTo>
                <a:lnTo>
                  <a:pt x="57848" y="110578"/>
                </a:lnTo>
                <a:lnTo>
                  <a:pt x="60604" y="110147"/>
                </a:lnTo>
                <a:lnTo>
                  <a:pt x="68186" y="108966"/>
                </a:lnTo>
                <a:lnTo>
                  <a:pt x="68529" y="108915"/>
                </a:lnTo>
                <a:lnTo>
                  <a:pt x="69151" y="108826"/>
                </a:lnTo>
                <a:lnTo>
                  <a:pt x="70751" y="108585"/>
                </a:lnTo>
                <a:lnTo>
                  <a:pt x="71031" y="108585"/>
                </a:lnTo>
                <a:lnTo>
                  <a:pt x="77266" y="106019"/>
                </a:lnTo>
                <a:lnTo>
                  <a:pt x="83096" y="103720"/>
                </a:lnTo>
                <a:lnTo>
                  <a:pt x="90576" y="100660"/>
                </a:lnTo>
                <a:lnTo>
                  <a:pt x="98005" y="97459"/>
                </a:lnTo>
                <a:lnTo>
                  <a:pt x="106159" y="93789"/>
                </a:lnTo>
                <a:lnTo>
                  <a:pt x="115150" y="89636"/>
                </a:lnTo>
                <a:lnTo>
                  <a:pt x="116205" y="86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72516" y="4592158"/>
            <a:ext cx="577029" cy="284044"/>
          </a:xfrm>
          <a:prstGeom prst="rect">
            <a:avLst/>
          </a:prstGeom>
        </p:spPr>
      </p:pic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9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00437" y="3631679"/>
            <a:ext cx="1990725" cy="738505"/>
            <a:chOff x="3500437" y="3631679"/>
            <a:chExt cx="1990725" cy="738505"/>
          </a:xfrm>
        </p:grpSpPr>
        <p:sp>
          <p:nvSpPr>
            <p:cNvPr id="3" name="object 3" descr=""/>
            <p:cNvSpPr/>
            <p:nvPr/>
          </p:nvSpPr>
          <p:spPr>
            <a:xfrm>
              <a:off x="3505200" y="3636264"/>
              <a:ext cx="1981200" cy="728980"/>
            </a:xfrm>
            <a:custGeom>
              <a:avLst/>
              <a:gdLst/>
              <a:ahLst/>
              <a:cxnLst/>
              <a:rect l="l" t="t" r="r" b="b"/>
              <a:pathLst>
                <a:path w="1981200" h="728979">
                  <a:moveTo>
                    <a:pt x="1981200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1981200" y="728472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C0C0C0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00437" y="3631679"/>
              <a:ext cx="1990725" cy="738505"/>
            </a:xfrm>
            <a:custGeom>
              <a:avLst/>
              <a:gdLst/>
              <a:ahLst/>
              <a:cxnLst/>
              <a:rect l="l" t="t" r="r" b="b"/>
              <a:pathLst>
                <a:path w="1990725" h="738504">
                  <a:moveTo>
                    <a:pt x="1990725" y="0"/>
                  </a:moveTo>
                  <a:lnTo>
                    <a:pt x="0" y="0"/>
                  </a:lnTo>
                  <a:lnTo>
                    <a:pt x="0" y="738187"/>
                  </a:lnTo>
                  <a:lnTo>
                    <a:pt x="1990725" y="738187"/>
                  </a:lnTo>
                  <a:lnTo>
                    <a:pt x="1990725" y="733425"/>
                  </a:lnTo>
                  <a:lnTo>
                    <a:pt x="9525" y="733425"/>
                  </a:lnTo>
                  <a:lnTo>
                    <a:pt x="4762" y="728662"/>
                  </a:lnTo>
                  <a:lnTo>
                    <a:pt x="9525" y="728662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1990725" y="4762"/>
                  </a:lnTo>
                  <a:lnTo>
                    <a:pt x="1990725" y="0"/>
                  </a:lnTo>
                  <a:close/>
                </a:path>
                <a:path w="1990725" h="738504">
                  <a:moveTo>
                    <a:pt x="9525" y="728662"/>
                  </a:moveTo>
                  <a:lnTo>
                    <a:pt x="4762" y="728662"/>
                  </a:lnTo>
                  <a:lnTo>
                    <a:pt x="9525" y="733425"/>
                  </a:lnTo>
                  <a:lnTo>
                    <a:pt x="9525" y="728662"/>
                  </a:lnTo>
                  <a:close/>
                </a:path>
                <a:path w="1990725" h="738504">
                  <a:moveTo>
                    <a:pt x="1981200" y="728662"/>
                  </a:moveTo>
                  <a:lnTo>
                    <a:pt x="9525" y="728662"/>
                  </a:lnTo>
                  <a:lnTo>
                    <a:pt x="9525" y="733425"/>
                  </a:lnTo>
                  <a:lnTo>
                    <a:pt x="1981200" y="733425"/>
                  </a:lnTo>
                  <a:lnTo>
                    <a:pt x="1981200" y="728662"/>
                  </a:lnTo>
                  <a:close/>
                </a:path>
                <a:path w="1990725" h="738504">
                  <a:moveTo>
                    <a:pt x="1981200" y="4762"/>
                  </a:moveTo>
                  <a:lnTo>
                    <a:pt x="1981200" y="733425"/>
                  </a:lnTo>
                  <a:lnTo>
                    <a:pt x="1985962" y="728662"/>
                  </a:lnTo>
                  <a:lnTo>
                    <a:pt x="1990725" y="728662"/>
                  </a:lnTo>
                  <a:lnTo>
                    <a:pt x="1990725" y="9525"/>
                  </a:lnTo>
                  <a:lnTo>
                    <a:pt x="1985962" y="9525"/>
                  </a:lnTo>
                  <a:lnTo>
                    <a:pt x="1981200" y="4762"/>
                  </a:lnTo>
                  <a:close/>
                </a:path>
                <a:path w="1990725" h="738504">
                  <a:moveTo>
                    <a:pt x="1990725" y="728662"/>
                  </a:moveTo>
                  <a:lnTo>
                    <a:pt x="1985962" y="728662"/>
                  </a:lnTo>
                  <a:lnTo>
                    <a:pt x="1981200" y="733425"/>
                  </a:lnTo>
                  <a:lnTo>
                    <a:pt x="1990725" y="733425"/>
                  </a:lnTo>
                  <a:lnTo>
                    <a:pt x="1990725" y="728662"/>
                  </a:lnTo>
                  <a:close/>
                </a:path>
                <a:path w="1990725" h="738504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1990725" h="738504">
                  <a:moveTo>
                    <a:pt x="1981200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1981200" y="9525"/>
                  </a:lnTo>
                  <a:lnTo>
                    <a:pt x="1981200" y="4762"/>
                  </a:lnTo>
                  <a:close/>
                </a:path>
                <a:path w="1990725" h="738504">
                  <a:moveTo>
                    <a:pt x="1990725" y="4762"/>
                  </a:moveTo>
                  <a:lnTo>
                    <a:pt x="1981200" y="4762"/>
                  </a:lnTo>
                  <a:lnTo>
                    <a:pt x="1985962" y="9525"/>
                  </a:lnTo>
                  <a:lnTo>
                    <a:pt x="1990725" y="9525"/>
                  </a:lnTo>
                  <a:lnTo>
                    <a:pt x="1990725" y="476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805428"/>
              <a:ext cx="1758696" cy="31851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729615" y="2100224"/>
            <a:ext cx="7368540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5600" algn="l"/>
                <a:tab pos="2484120" algn="l"/>
              </a:tabLst>
            </a:pPr>
            <a:r>
              <a:rPr dirty="0" sz="2400" spc="-25">
                <a:latin typeface="Microsoft YaHei UI"/>
                <a:cs typeface="Microsoft YaHei UI"/>
              </a:rPr>
              <a:t>Let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14">
                <a:latin typeface="Microsoft YaHei UI"/>
                <a:cs typeface="Microsoft YaHei UI"/>
              </a:rPr>
              <a:t>be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b="1">
                <a:solidFill>
                  <a:srgbClr val="0033CC"/>
                </a:solidFill>
                <a:latin typeface="Microsoft YaHei UI"/>
                <a:cs typeface="Microsoft YaHei UI"/>
              </a:rPr>
              <a:t>square</a:t>
            </a:r>
            <a:r>
              <a:rPr dirty="0" sz="2400" spc="-70" b="1">
                <a:solidFill>
                  <a:srgbClr val="0033CC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matrix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with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280" b="1" i="1">
                <a:solidFill>
                  <a:srgbClr val="0033CC"/>
                </a:solidFill>
                <a:latin typeface="Arial"/>
                <a:cs typeface="Arial"/>
              </a:rPr>
              <a:t>m</a:t>
            </a:r>
            <a:r>
              <a:rPr dirty="0" sz="2400" spc="-70" b="1" i="1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Microsoft YaHei UI"/>
                <a:cs typeface="Microsoft YaHei UI"/>
              </a:rPr>
              <a:t>linearly </a:t>
            </a:r>
            <a:r>
              <a:rPr dirty="0" sz="2400" spc="-20" b="1">
                <a:solidFill>
                  <a:srgbClr val="0033CC"/>
                </a:solidFill>
                <a:latin typeface="Microsoft YaHei UI"/>
                <a:cs typeface="Microsoft YaHei UI"/>
              </a:rPr>
              <a:t>independent</a:t>
            </a:r>
            <a:r>
              <a:rPr dirty="0" sz="2400" spc="-125" b="1">
                <a:solidFill>
                  <a:srgbClr val="0033CC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Microsoft YaHei UI"/>
                <a:cs typeface="Microsoft YaHei UI"/>
              </a:rPr>
              <a:t>eigenvectors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9615" y="4450694"/>
            <a:ext cx="6393180" cy="147320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755015" indent="-285115">
              <a:lnSpc>
                <a:spcPct val="100000"/>
              </a:lnSpc>
              <a:spcBef>
                <a:spcPts val="1050"/>
              </a:spcBef>
              <a:buClr>
                <a:srgbClr val="FF0000"/>
              </a:buClr>
              <a:buSzPct val="55000"/>
              <a:buFont typeface="Lucida Sans Unicode"/>
              <a:buChar char="■"/>
              <a:tabLst>
                <a:tab pos="755015" algn="l"/>
              </a:tabLst>
            </a:pPr>
            <a:r>
              <a:rPr dirty="0" sz="2000" spc="-50">
                <a:latin typeface="Microsoft YaHei UI"/>
                <a:cs typeface="Microsoft YaHei UI"/>
              </a:rPr>
              <a:t>(matrix</a:t>
            </a:r>
            <a:r>
              <a:rPr dirty="0" sz="2000" spc="30">
                <a:latin typeface="Microsoft YaHei UI"/>
                <a:cs typeface="Microsoft YaHei UI"/>
              </a:rPr>
              <a:t> </a:t>
            </a:r>
            <a:r>
              <a:rPr dirty="0" sz="2000" spc="-120">
                <a:latin typeface="Microsoft YaHei UI"/>
                <a:cs typeface="Microsoft YaHei UI"/>
              </a:rPr>
              <a:t>diagonalization</a:t>
            </a:r>
            <a:r>
              <a:rPr dirty="0" sz="2000" spc="30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theorem)</a:t>
            </a:r>
            <a:endParaRPr sz="20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1135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150">
                <a:latin typeface="Microsoft YaHei UI"/>
                <a:cs typeface="Microsoft YaHei UI"/>
              </a:rPr>
              <a:t>Columns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of </a:t>
            </a:r>
            <a:r>
              <a:rPr dirty="0" sz="2400" b="1">
                <a:latin typeface="Microsoft YaHei UI"/>
                <a:cs typeface="Microsoft YaHei UI"/>
              </a:rPr>
              <a:t>U</a:t>
            </a:r>
            <a:r>
              <a:rPr dirty="0" sz="2400" spc="-100" b="1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b="1">
                <a:solidFill>
                  <a:srgbClr val="FF3300"/>
                </a:solidFill>
                <a:latin typeface="Microsoft YaHei UI"/>
                <a:cs typeface="Microsoft YaHei UI"/>
              </a:rPr>
              <a:t>eigenvectors</a:t>
            </a:r>
            <a:r>
              <a:rPr dirty="0" sz="2400" spc="-75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of</a:t>
            </a:r>
            <a:endParaRPr sz="24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115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  <a:tab pos="3671570" algn="l"/>
              </a:tabLst>
            </a:pPr>
            <a:r>
              <a:rPr dirty="0" sz="2400" spc="-135">
                <a:latin typeface="Microsoft YaHei UI"/>
                <a:cs typeface="Microsoft YaHei UI"/>
              </a:rPr>
              <a:t>Diagonal</a:t>
            </a:r>
            <a:r>
              <a:rPr dirty="0" sz="2400" spc="-1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elements</a:t>
            </a:r>
            <a:r>
              <a:rPr dirty="0" sz="2400" spc="-2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of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b="1">
                <a:solidFill>
                  <a:srgbClr val="FF3300"/>
                </a:solidFill>
                <a:latin typeface="Microsoft YaHei UI"/>
                <a:cs typeface="Microsoft YaHei UI"/>
              </a:rPr>
              <a:t>eigenvalues</a:t>
            </a:r>
            <a:r>
              <a:rPr dirty="0" sz="2400" spc="-65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75">
                <a:latin typeface="Microsoft YaHei UI"/>
                <a:cs typeface="Microsoft YaHei UI"/>
              </a:rPr>
              <a:t>of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8" rIns="0" bIns="0" rtlCol="0" vert="horz">
            <a:spAutoFit/>
          </a:bodyPr>
          <a:lstStyle/>
          <a:p>
            <a:pPr marL="920115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Diagonal</a:t>
            </a:r>
            <a:r>
              <a:rPr dirty="0" sz="4000" spc="-260"/>
              <a:t> </a:t>
            </a:r>
            <a:r>
              <a:rPr dirty="0" sz="4000" spc="-45"/>
              <a:t>Decomposition</a:t>
            </a:r>
            <a:endParaRPr sz="4000"/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7168" y="2152255"/>
            <a:ext cx="1446098" cy="2622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29615" y="2752849"/>
            <a:ext cx="6385560" cy="109029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5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b="1">
                <a:solidFill>
                  <a:srgbClr val="0033CC"/>
                </a:solidFill>
                <a:latin typeface="Microsoft YaHei UI"/>
                <a:cs typeface="Microsoft YaHei UI"/>
              </a:rPr>
              <a:t>Theorem</a:t>
            </a:r>
            <a:r>
              <a:rPr dirty="0" sz="2400">
                <a:latin typeface="Microsoft YaHei UI"/>
                <a:cs typeface="Microsoft YaHei UI"/>
              </a:rPr>
              <a:t>: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Exists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an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b="1">
                <a:solidFill>
                  <a:srgbClr val="FF3300"/>
                </a:solidFill>
                <a:latin typeface="Microsoft YaHei UI"/>
                <a:cs typeface="Microsoft YaHei UI"/>
              </a:rPr>
              <a:t>eigen</a:t>
            </a:r>
            <a:r>
              <a:rPr dirty="0" sz="2400" spc="-110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25" b="1">
                <a:solidFill>
                  <a:srgbClr val="FF3300"/>
                </a:solidFill>
                <a:latin typeface="Microsoft YaHei UI"/>
                <a:cs typeface="Microsoft YaHei UI"/>
              </a:rPr>
              <a:t>decomposition</a:t>
            </a:r>
            <a:endParaRPr sz="2400">
              <a:latin typeface="Microsoft YaHei UI"/>
              <a:cs typeface="Microsoft YaHei UI"/>
            </a:endParaRPr>
          </a:p>
          <a:p>
            <a:pPr algn="r" marR="329565">
              <a:lnSpc>
                <a:spcPct val="100000"/>
              </a:lnSpc>
              <a:spcBef>
                <a:spcPts val="1415"/>
              </a:spcBef>
            </a:pPr>
            <a:r>
              <a:rPr dirty="0" sz="2000" spc="-10" i="1">
                <a:latin typeface="Arial"/>
                <a:cs typeface="Arial"/>
              </a:rPr>
              <a:t>diagonal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605337" y="3652316"/>
            <a:ext cx="952500" cy="233679"/>
          </a:xfrm>
          <a:custGeom>
            <a:avLst/>
            <a:gdLst/>
            <a:ahLst/>
            <a:cxnLst/>
            <a:rect l="l" t="t" r="r" b="b"/>
            <a:pathLst>
              <a:path w="952500" h="233679">
                <a:moveTo>
                  <a:pt x="33337" y="157162"/>
                </a:moveTo>
                <a:lnTo>
                  <a:pt x="0" y="157162"/>
                </a:lnTo>
                <a:lnTo>
                  <a:pt x="38100" y="233362"/>
                </a:lnTo>
                <a:lnTo>
                  <a:pt x="66675" y="176212"/>
                </a:lnTo>
                <a:lnTo>
                  <a:pt x="33337" y="176212"/>
                </a:lnTo>
                <a:lnTo>
                  <a:pt x="33337" y="157162"/>
                </a:lnTo>
                <a:close/>
              </a:path>
              <a:path w="952500" h="233679">
                <a:moveTo>
                  <a:pt x="952500" y="0"/>
                </a:moveTo>
                <a:lnTo>
                  <a:pt x="38100" y="0"/>
                </a:lnTo>
                <a:lnTo>
                  <a:pt x="36626" y="228"/>
                </a:lnTo>
                <a:lnTo>
                  <a:pt x="35305" y="914"/>
                </a:lnTo>
                <a:lnTo>
                  <a:pt x="34251" y="1968"/>
                </a:lnTo>
                <a:lnTo>
                  <a:pt x="33566" y="3289"/>
                </a:lnTo>
                <a:lnTo>
                  <a:pt x="33337" y="4762"/>
                </a:lnTo>
                <a:lnTo>
                  <a:pt x="33337" y="176212"/>
                </a:lnTo>
                <a:lnTo>
                  <a:pt x="42862" y="176212"/>
                </a:lnTo>
                <a:lnTo>
                  <a:pt x="42862" y="9525"/>
                </a:lnTo>
                <a:lnTo>
                  <a:pt x="38100" y="9525"/>
                </a:lnTo>
                <a:lnTo>
                  <a:pt x="42862" y="4762"/>
                </a:lnTo>
                <a:lnTo>
                  <a:pt x="952500" y="4762"/>
                </a:lnTo>
                <a:lnTo>
                  <a:pt x="952500" y="0"/>
                </a:lnTo>
                <a:close/>
              </a:path>
              <a:path w="952500" h="233679">
                <a:moveTo>
                  <a:pt x="76200" y="157162"/>
                </a:moveTo>
                <a:lnTo>
                  <a:pt x="42862" y="157162"/>
                </a:lnTo>
                <a:lnTo>
                  <a:pt x="42862" y="176212"/>
                </a:lnTo>
                <a:lnTo>
                  <a:pt x="66675" y="176212"/>
                </a:lnTo>
                <a:lnTo>
                  <a:pt x="76200" y="157162"/>
                </a:lnTo>
                <a:close/>
              </a:path>
              <a:path w="952500" h="233679">
                <a:moveTo>
                  <a:pt x="42862" y="4762"/>
                </a:moveTo>
                <a:lnTo>
                  <a:pt x="38100" y="9525"/>
                </a:lnTo>
                <a:lnTo>
                  <a:pt x="42862" y="9525"/>
                </a:lnTo>
                <a:lnTo>
                  <a:pt x="42862" y="4762"/>
                </a:lnTo>
                <a:close/>
              </a:path>
              <a:path w="952500" h="233679">
                <a:moveTo>
                  <a:pt x="952500" y="4762"/>
                </a:moveTo>
                <a:lnTo>
                  <a:pt x="42862" y="4762"/>
                </a:lnTo>
                <a:lnTo>
                  <a:pt x="42862" y="9525"/>
                </a:lnTo>
                <a:lnTo>
                  <a:pt x="952500" y="9525"/>
                </a:lnTo>
                <a:lnTo>
                  <a:pt x="952500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7630" y="5958840"/>
            <a:ext cx="4998765" cy="33711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2300" y="5564284"/>
            <a:ext cx="266598" cy="23100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5952" y="5603908"/>
            <a:ext cx="183733" cy="240631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7208218" y="3119704"/>
            <a:ext cx="1833245" cy="1762125"/>
            <a:chOff x="7208218" y="3119704"/>
            <a:chExt cx="1833245" cy="1762125"/>
          </a:xfrm>
        </p:grpSpPr>
        <p:sp>
          <p:nvSpPr>
            <p:cNvPr id="16" name="object 16" descr=""/>
            <p:cNvSpPr/>
            <p:nvPr/>
          </p:nvSpPr>
          <p:spPr>
            <a:xfrm>
              <a:off x="7213091" y="3124199"/>
              <a:ext cx="1823085" cy="1752600"/>
            </a:xfrm>
            <a:custGeom>
              <a:avLst/>
              <a:gdLst/>
              <a:ahLst/>
              <a:cxnLst/>
              <a:rect l="l" t="t" r="r" b="b"/>
              <a:pathLst>
                <a:path w="1823084" h="1752600">
                  <a:moveTo>
                    <a:pt x="1822703" y="0"/>
                  </a:moveTo>
                  <a:lnTo>
                    <a:pt x="608076" y="0"/>
                  </a:lnTo>
                  <a:lnTo>
                    <a:pt x="608076" y="637032"/>
                  </a:lnTo>
                  <a:lnTo>
                    <a:pt x="292607" y="637032"/>
                  </a:lnTo>
                  <a:lnTo>
                    <a:pt x="292607" y="396239"/>
                  </a:lnTo>
                  <a:lnTo>
                    <a:pt x="0" y="876300"/>
                  </a:lnTo>
                  <a:lnTo>
                    <a:pt x="292607" y="1356360"/>
                  </a:lnTo>
                  <a:lnTo>
                    <a:pt x="292607" y="1117092"/>
                  </a:lnTo>
                  <a:lnTo>
                    <a:pt x="608076" y="1117092"/>
                  </a:lnTo>
                  <a:lnTo>
                    <a:pt x="608076" y="1752600"/>
                  </a:lnTo>
                  <a:lnTo>
                    <a:pt x="1822703" y="1752600"/>
                  </a:lnTo>
                  <a:lnTo>
                    <a:pt x="1822703" y="0"/>
                  </a:lnTo>
                  <a:close/>
                </a:path>
              </a:pathLst>
            </a:custGeom>
            <a:solidFill>
              <a:srgbClr val="00E4A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08218" y="3119704"/>
              <a:ext cx="1833245" cy="1762125"/>
            </a:xfrm>
            <a:custGeom>
              <a:avLst/>
              <a:gdLst/>
              <a:ahLst/>
              <a:cxnLst/>
              <a:rect l="l" t="t" r="r" b="b"/>
              <a:pathLst>
                <a:path w="1833245" h="1762125">
                  <a:moveTo>
                    <a:pt x="608376" y="1121003"/>
                  </a:moveTo>
                  <a:lnTo>
                    <a:pt x="608376" y="1762124"/>
                  </a:lnTo>
                  <a:lnTo>
                    <a:pt x="1833037" y="1762124"/>
                  </a:lnTo>
                  <a:lnTo>
                    <a:pt x="1833037" y="1757362"/>
                  </a:lnTo>
                  <a:lnTo>
                    <a:pt x="617901" y="1757362"/>
                  </a:lnTo>
                  <a:lnTo>
                    <a:pt x="613139" y="1752599"/>
                  </a:lnTo>
                  <a:lnTo>
                    <a:pt x="617901" y="1752599"/>
                  </a:lnTo>
                  <a:lnTo>
                    <a:pt x="617901" y="1125766"/>
                  </a:lnTo>
                  <a:lnTo>
                    <a:pt x="613139" y="1125766"/>
                  </a:lnTo>
                  <a:lnTo>
                    <a:pt x="608376" y="1121003"/>
                  </a:lnTo>
                  <a:close/>
                </a:path>
                <a:path w="1833245" h="1762125">
                  <a:moveTo>
                    <a:pt x="617901" y="1752599"/>
                  </a:moveTo>
                  <a:lnTo>
                    <a:pt x="613139" y="1752599"/>
                  </a:lnTo>
                  <a:lnTo>
                    <a:pt x="617901" y="1757362"/>
                  </a:lnTo>
                  <a:lnTo>
                    <a:pt x="617901" y="1752599"/>
                  </a:lnTo>
                  <a:close/>
                </a:path>
                <a:path w="1833245" h="1762125">
                  <a:moveTo>
                    <a:pt x="1823512" y="1752599"/>
                  </a:moveTo>
                  <a:lnTo>
                    <a:pt x="617901" y="1752599"/>
                  </a:lnTo>
                  <a:lnTo>
                    <a:pt x="617901" y="1757362"/>
                  </a:lnTo>
                  <a:lnTo>
                    <a:pt x="1823512" y="1757362"/>
                  </a:lnTo>
                  <a:lnTo>
                    <a:pt x="1823512" y="1752599"/>
                  </a:lnTo>
                  <a:close/>
                </a:path>
                <a:path w="1833245" h="1762125">
                  <a:moveTo>
                    <a:pt x="1823512" y="4762"/>
                  </a:moveTo>
                  <a:lnTo>
                    <a:pt x="1823512" y="1757362"/>
                  </a:lnTo>
                  <a:lnTo>
                    <a:pt x="1828275" y="1752599"/>
                  </a:lnTo>
                  <a:lnTo>
                    <a:pt x="1833037" y="1752599"/>
                  </a:lnTo>
                  <a:lnTo>
                    <a:pt x="1833037" y="9525"/>
                  </a:lnTo>
                  <a:lnTo>
                    <a:pt x="1828275" y="9525"/>
                  </a:lnTo>
                  <a:lnTo>
                    <a:pt x="1823512" y="4762"/>
                  </a:lnTo>
                  <a:close/>
                </a:path>
                <a:path w="1833245" h="1762125">
                  <a:moveTo>
                    <a:pt x="1833037" y="1752599"/>
                  </a:moveTo>
                  <a:lnTo>
                    <a:pt x="1828275" y="1752599"/>
                  </a:lnTo>
                  <a:lnTo>
                    <a:pt x="1823512" y="1757362"/>
                  </a:lnTo>
                  <a:lnTo>
                    <a:pt x="1833037" y="1757362"/>
                  </a:lnTo>
                  <a:lnTo>
                    <a:pt x="1833037" y="1752599"/>
                  </a:lnTo>
                  <a:close/>
                </a:path>
                <a:path w="1833245" h="1762125">
                  <a:moveTo>
                    <a:pt x="302446" y="384225"/>
                  </a:moveTo>
                  <a:lnTo>
                    <a:pt x="0" y="881068"/>
                  </a:lnTo>
                  <a:lnTo>
                    <a:pt x="302446" y="1377911"/>
                  </a:lnTo>
                  <a:lnTo>
                    <a:pt x="302446" y="1360932"/>
                  </a:lnTo>
                  <a:lnTo>
                    <a:pt x="292921" y="1360932"/>
                  </a:lnTo>
                  <a:lnTo>
                    <a:pt x="292921" y="1343956"/>
                  </a:lnTo>
                  <a:lnTo>
                    <a:pt x="12642" y="883538"/>
                  </a:lnTo>
                  <a:lnTo>
                    <a:pt x="9635" y="883538"/>
                  </a:lnTo>
                  <a:lnTo>
                    <a:pt x="9635" y="878598"/>
                  </a:lnTo>
                  <a:lnTo>
                    <a:pt x="12642" y="878598"/>
                  </a:lnTo>
                  <a:lnTo>
                    <a:pt x="292921" y="418181"/>
                  </a:lnTo>
                  <a:lnTo>
                    <a:pt x="292921" y="401205"/>
                  </a:lnTo>
                  <a:lnTo>
                    <a:pt x="302446" y="401205"/>
                  </a:lnTo>
                  <a:lnTo>
                    <a:pt x="302446" y="384225"/>
                  </a:lnTo>
                  <a:close/>
                </a:path>
                <a:path w="1833245" h="1762125">
                  <a:moveTo>
                    <a:pt x="292921" y="1343956"/>
                  </a:moveTo>
                  <a:lnTo>
                    <a:pt x="292921" y="1360932"/>
                  </a:lnTo>
                  <a:lnTo>
                    <a:pt x="301748" y="1358455"/>
                  </a:lnTo>
                  <a:lnTo>
                    <a:pt x="292921" y="1343956"/>
                  </a:lnTo>
                  <a:close/>
                </a:path>
                <a:path w="1833245" h="1762125">
                  <a:moveTo>
                    <a:pt x="617901" y="1116241"/>
                  </a:moveTo>
                  <a:lnTo>
                    <a:pt x="292921" y="1116241"/>
                  </a:lnTo>
                  <a:lnTo>
                    <a:pt x="292921" y="1343956"/>
                  </a:lnTo>
                  <a:lnTo>
                    <a:pt x="301748" y="1358455"/>
                  </a:lnTo>
                  <a:lnTo>
                    <a:pt x="292921" y="1360932"/>
                  </a:lnTo>
                  <a:lnTo>
                    <a:pt x="302446" y="1360932"/>
                  </a:lnTo>
                  <a:lnTo>
                    <a:pt x="302446" y="1125766"/>
                  </a:lnTo>
                  <a:lnTo>
                    <a:pt x="297684" y="1125766"/>
                  </a:lnTo>
                  <a:lnTo>
                    <a:pt x="302446" y="1121003"/>
                  </a:lnTo>
                  <a:lnTo>
                    <a:pt x="617901" y="1121003"/>
                  </a:lnTo>
                  <a:lnTo>
                    <a:pt x="617901" y="1116241"/>
                  </a:lnTo>
                  <a:close/>
                </a:path>
                <a:path w="1833245" h="1762125">
                  <a:moveTo>
                    <a:pt x="302446" y="1121003"/>
                  </a:moveTo>
                  <a:lnTo>
                    <a:pt x="297684" y="1125766"/>
                  </a:lnTo>
                  <a:lnTo>
                    <a:pt x="302446" y="1125766"/>
                  </a:lnTo>
                  <a:lnTo>
                    <a:pt x="302446" y="1121003"/>
                  </a:lnTo>
                  <a:close/>
                </a:path>
                <a:path w="1833245" h="1762125">
                  <a:moveTo>
                    <a:pt x="608376" y="1121003"/>
                  </a:moveTo>
                  <a:lnTo>
                    <a:pt x="302446" y="1121003"/>
                  </a:lnTo>
                  <a:lnTo>
                    <a:pt x="302446" y="1125766"/>
                  </a:lnTo>
                  <a:lnTo>
                    <a:pt x="608376" y="1125766"/>
                  </a:lnTo>
                  <a:lnTo>
                    <a:pt x="608376" y="1121003"/>
                  </a:lnTo>
                  <a:close/>
                </a:path>
                <a:path w="1833245" h="1762125">
                  <a:moveTo>
                    <a:pt x="617901" y="1121003"/>
                  </a:moveTo>
                  <a:lnTo>
                    <a:pt x="608376" y="1121003"/>
                  </a:lnTo>
                  <a:lnTo>
                    <a:pt x="613139" y="1125766"/>
                  </a:lnTo>
                  <a:lnTo>
                    <a:pt x="617901" y="1125766"/>
                  </a:lnTo>
                  <a:lnTo>
                    <a:pt x="617901" y="1121003"/>
                  </a:lnTo>
                  <a:close/>
                </a:path>
                <a:path w="1833245" h="1762125">
                  <a:moveTo>
                    <a:pt x="9635" y="878598"/>
                  </a:moveTo>
                  <a:lnTo>
                    <a:pt x="9635" y="883538"/>
                  </a:lnTo>
                  <a:lnTo>
                    <a:pt x="11139" y="881068"/>
                  </a:lnTo>
                  <a:lnTo>
                    <a:pt x="9635" y="878598"/>
                  </a:lnTo>
                  <a:close/>
                </a:path>
                <a:path w="1833245" h="1762125">
                  <a:moveTo>
                    <a:pt x="11139" y="881068"/>
                  </a:moveTo>
                  <a:lnTo>
                    <a:pt x="9635" y="883538"/>
                  </a:lnTo>
                  <a:lnTo>
                    <a:pt x="12642" y="883538"/>
                  </a:lnTo>
                  <a:lnTo>
                    <a:pt x="11139" y="881068"/>
                  </a:lnTo>
                  <a:close/>
                </a:path>
                <a:path w="1833245" h="1762125">
                  <a:moveTo>
                    <a:pt x="12642" y="878598"/>
                  </a:moveTo>
                  <a:lnTo>
                    <a:pt x="9635" y="878598"/>
                  </a:lnTo>
                  <a:lnTo>
                    <a:pt x="11139" y="881068"/>
                  </a:lnTo>
                  <a:lnTo>
                    <a:pt x="12642" y="878598"/>
                  </a:lnTo>
                  <a:close/>
                </a:path>
                <a:path w="1833245" h="1762125">
                  <a:moveTo>
                    <a:pt x="302446" y="401205"/>
                  </a:moveTo>
                  <a:lnTo>
                    <a:pt x="292921" y="401205"/>
                  </a:lnTo>
                  <a:lnTo>
                    <a:pt x="301748" y="403682"/>
                  </a:lnTo>
                  <a:lnTo>
                    <a:pt x="292921" y="418181"/>
                  </a:lnTo>
                  <a:lnTo>
                    <a:pt x="292921" y="645896"/>
                  </a:lnTo>
                  <a:lnTo>
                    <a:pt x="617901" y="645896"/>
                  </a:lnTo>
                  <a:lnTo>
                    <a:pt x="617901" y="641134"/>
                  </a:lnTo>
                  <a:lnTo>
                    <a:pt x="302446" y="641134"/>
                  </a:lnTo>
                  <a:lnTo>
                    <a:pt x="297684" y="636371"/>
                  </a:lnTo>
                  <a:lnTo>
                    <a:pt x="302446" y="636371"/>
                  </a:lnTo>
                  <a:lnTo>
                    <a:pt x="302446" y="401205"/>
                  </a:lnTo>
                  <a:close/>
                </a:path>
                <a:path w="1833245" h="1762125">
                  <a:moveTo>
                    <a:pt x="302446" y="636371"/>
                  </a:moveTo>
                  <a:lnTo>
                    <a:pt x="297684" y="636371"/>
                  </a:lnTo>
                  <a:lnTo>
                    <a:pt x="302446" y="641134"/>
                  </a:lnTo>
                  <a:lnTo>
                    <a:pt x="302446" y="636371"/>
                  </a:lnTo>
                  <a:close/>
                </a:path>
                <a:path w="1833245" h="1762125">
                  <a:moveTo>
                    <a:pt x="608376" y="636371"/>
                  </a:moveTo>
                  <a:lnTo>
                    <a:pt x="302446" y="636371"/>
                  </a:lnTo>
                  <a:lnTo>
                    <a:pt x="302446" y="641134"/>
                  </a:lnTo>
                  <a:lnTo>
                    <a:pt x="608376" y="641134"/>
                  </a:lnTo>
                  <a:lnTo>
                    <a:pt x="608376" y="636371"/>
                  </a:lnTo>
                  <a:close/>
                </a:path>
                <a:path w="1833245" h="1762125">
                  <a:moveTo>
                    <a:pt x="1833037" y="0"/>
                  </a:moveTo>
                  <a:lnTo>
                    <a:pt x="608376" y="0"/>
                  </a:lnTo>
                  <a:lnTo>
                    <a:pt x="608376" y="641134"/>
                  </a:lnTo>
                  <a:lnTo>
                    <a:pt x="613139" y="636371"/>
                  </a:lnTo>
                  <a:lnTo>
                    <a:pt x="617901" y="636371"/>
                  </a:lnTo>
                  <a:lnTo>
                    <a:pt x="617901" y="9525"/>
                  </a:lnTo>
                  <a:lnTo>
                    <a:pt x="613139" y="9525"/>
                  </a:lnTo>
                  <a:lnTo>
                    <a:pt x="617901" y="4762"/>
                  </a:lnTo>
                  <a:lnTo>
                    <a:pt x="1833037" y="4762"/>
                  </a:lnTo>
                  <a:lnTo>
                    <a:pt x="1833037" y="0"/>
                  </a:lnTo>
                  <a:close/>
                </a:path>
                <a:path w="1833245" h="1762125">
                  <a:moveTo>
                    <a:pt x="617901" y="636371"/>
                  </a:moveTo>
                  <a:lnTo>
                    <a:pt x="613139" y="636371"/>
                  </a:lnTo>
                  <a:lnTo>
                    <a:pt x="608376" y="641134"/>
                  </a:lnTo>
                  <a:lnTo>
                    <a:pt x="617901" y="641134"/>
                  </a:lnTo>
                  <a:lnTo>
                    <a:pt x="617901" y="636371"/>
                  </a:lnTo>
                  <a:close/>
                </a:path>
                <a:path w="1833245" h="1762125">
                  <a:moveTo>
                    <a:pt x="292921" y="401205"/>
                  </a:moveTo>
                  <a:lnTo>
                    <a:pt x="292921" y="418181"/>
                  </a:lnTo>
                  <a:lnTo>
                    <a:pt x="301748" y="403682"/>
                  </a:lnTo>
                  <a:lnTo>
                    <a:pt x="292921" y="401205"/>
                  </a:lnTo>
                  <a:close/>
                </a:path>
                <a:path w="1833245" h="1762125">
                  <a:moveTo>
                    <a:pt x="617901" y="4762"/>
                  </a:moveTo>
                  <a:lnTo>
                    <a:pt x="613139" y="9525"/>
                  </a:lnTo>
                  <a:lnTo>
                    <a:pt x="617901" y="9525"/>
                  </a:lnTo>
                  <a:lnTo>
                    <a:pt x="617901" y="4762"/>
                  </a:lnTo>
                  <a:close/>
                </a:path>
                <a:path w="1833245" h="1762125">
                  <a:moveTo>
                    <a:pt x="1823512" y="4762"/>
                  </a:moveTo>
                  <a:lnTo>
                    <a:pt x="617901" y="4762"/>
                  </a:lnTo>
                  <a:lnTo>
                    <a:pt x="617901" y="9525"/>
                  </a:lnTo>
                  <a:lnTo>
                    <a:pt x="1823512" y="9525"/>
                  </a:lnTo>
                  <a:lnTo>
                    <a:pt x="1823512" y="4762"/>
                  </a:lnTo>
                  <a:close/>
                </a:path>
                <a:path w="1833245" h="1762125">
                  <a:moveTo>
                    <a:pt x="1833037" y="4762"/>
                  </a:moveTo>
                  <a:lnTo>
                    <a:pt x="1823512" y="4762"/>
                  </a:lnTo>
                  <a:lnTo>
                    <a:pt x="1828275" y="9525"/>
                  </a:lnTo>
                  <a:lnTo>
                    <a:pt x="1833037" y="9525"/>
                  </a:lnTo>
                  <a:lnTo>
                    <a:pt x="1833037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964868" y="3212731"/>
            <a:ext cx="927735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Arial"/>
                <a:cs typeface="Arial"/>
              </a:rPr>
              <a:t>Unique </a:t>
            </a:r>
            <a:r>
              <a:rPr dirty="0" sz="2000" spc="-25" b="1">
                <a:latin typeface="Arial"/>
                <a:cs typeface="Arial"/>
              </a:rPr>
              <a:t>for </a:t>
            </a:r>
            <a:r>
              <a:rPr dirty="0" sz="2000" spc="-10" b="1">
                <a:latin typeface="Arial"/>
                <a:cs typeface="Arial"/>
              </a:rPr>
              <a:t>distinct eigen- values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6084" y="5049172"/>
            <a:ext cx="183733" cy="240631"/>
          </a:xfrm>
          <a:prstGeom prst="rect">
            <a:avLst/>
          </a:prstGeom>
        </p:spPr>
      </p:pic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9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746604" y="1861400"/>
            <a:ext cx="14351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540">
                <a:latin typeface="Microsoft YaHei UI"/>
                <a:cs typeface="Microsoft YaHei UI"/>
              </a:rPr>
              <a:t>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9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550986" y="2373477"/>
            <a:ext cx="364490" cy="7600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400" i="1">
                <a:latin typeface="Times New Roman"/>
                <a:cs typeface="Times New Roman"/>
              </a:rPr>
              <a:t>m</a:t>
            </a:r>
            <a:r>
              <a:rPr dirty="0" sz="1400" spc="-30" i="1">
                <a:latin typeface="Times New Roman"/>
                <a:cs typeface="Times New Roman"/>
              </a:rPr>
              <a:t> </a:t>
            </a:r>
            <a:r>
              <a:rPr dirty="0" baseline="-13888" sz="3600" spc="-2310">
                <a:latin typeface="Microsoft YaHei UI"/>
                <a:cs typeface="Microsoft YaHei UI"/>
              </a:rPr>
              <a:t></a:t>
            </a:r>
            <a:endParaRPr baseline="-13888" sz="3600">
              <a:latin typeface="Microsoft YaHei UI"/>
              <a:cs typeface="Microsoft YaHei UI"/>
            </a:endParaRPr>
          </a:p>
          <a:p>
            <a:pPr marL="208279">
              <a:lnSpc>
                <a:spcPct val="100000"/>
              </a:lnSpc>
            </a:pPr>
            <a:r>
              <a:rPr dirty="0" sz="2400" spc="-1970">
                <a:latin typeface="Microsoft YaHei UI"/>
                <a:cs typeface="Microsoft YaHei UI"/>
              </a:rPr>
              <a:t></a:t>
            </a:r>
            <a:r>
              <a:rPr dirty="0" baseline="-18518" sz="3600" spc="-2954">
                <a:latin typeface="Microsoft YaHei UI"/>
                <a:cs typeface="Microsoft YaHei UI"/>
              </a:rPr>
              <a:t>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13394" y="2154021"/>
            <a:ext cx="502284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45440" algn="l"/>
              </a:tabLst>
            </a:pPr>
            <a:r>
              <a:rPr dirty="0" baseline="-26620" sz="3600" spc="-75" i="1">
                <a:latin typeface="Times New Roman"/>
                <a:cs typeface="Times New Roman"/>
              </a:rPr>
              <a:t>v</a:t>
            </a:r>
            <a:r>
              <a:rPr dirty="0" baseline="-26620" sz="3600" i="1">
                <a:latin typeface="Times New Roman"/>
                <a:cs typeface="Times New Roman"/>
              </a:rPr>
              <a:t>	</a:t>
            </a:r>
            <a:r>
              <a:rPr dirty="0" sz="2400" spc="-1540">
                <a:latin typeface="Microsoft YaHei UI"/>
                <a:cs typeface="Microsoft YaHei UI"/>
              </a:rPr>
              <a:t>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3058" y="2446642"/>
            <a:ext cx="194310" cy="687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590"/>
              </a:lnSpc>
              <a:spcBef>
                <a:spcPts val="120"/>
              </a:spcBef>
            </a:pPr>
            <a:r>
              <a:rPr dirty="0" sz="2400" spc="-1540">
                <a:latin typeface="Microsoft YaHei UI"/>
                <a:cs typeface="Microsoft YaHei UI"/>
              </a:rPr>
              <a:t></a:t>
            </a:r>
            <a:endParaRPr sz="2400">
              <a:latin typeface="Microsoft YaHei UI"/>
              <a:cs typeface="Microsoft YaHei UI"/>
            </a:endParaRPr>
          </a:p>
          <a:p>
            <a:pPr marL="38100">
              <a:lnSpc>
                <a:spcPts val="2590"/>
              </a:lnSpc>
            </a:pPr>
            <a:r>
              <a:rPr dirty="0" sz="2400" spc="-1970">
                <a:latin typeface="Microsoft YaHei UI"/>
                <a:cs typeface="Microsoft YaHei UI"/>
              </a:rPr>
              <a:t></a:t>
            </a:r>
            <a:r>
              <a:rPr dirty="0" baseline="-18518" sz="3600" spc="-2954">
                <a:latin typeface="Microsoft YaHei UI"/>
                <a:cs typeface="Microsoft YaHei UI"/>
              </a:rPr>
              <a:t>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28458" y="1861400"/>
            <a:ext cx="14351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540">
                <a:latin typeface="Microsoft YaHei UI"/>
                <a:cs typeface="Microsoft YaHei UI"/>
              </a:rPr>
              <a:t>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65478" y="2501493"/>
            <a:ext cx="11557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65">
                <a:latin typeface="Microsoft YaHei UI"/>
                <a:cs typeface="Microsoft YaHei UI"/>
              </a:rPr>
              <a:t>1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4040" y="2268153"/>
            <a:ext cx="7649845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7380605" algn="l"/>
              </a:tabLst>
            </a:pPr>
            <a:r>
              <a:rPr dirty="0" sz="2600" spc="-130">
                <a:latin typeface="Microsoft YaHei UI"/>
                <a:cs typeface="Microsoft YaHei UI"/>
              </a:rPr>
              <a:t>Write</a:t>
            </a:r>
            <a:r>
              <a:rPr dirty="0" sz="2600" spc="-65">
                <a:latin typeface="Microsoft YaHei UI"/>
                <a:cs typeface="Microsoft YaHei UI"/>
              </a:rPr>
              <a:t> </a:t>
            </a:r>
            <a:r>
              <a:rPr dirty="0" sz="2700" spc="-285" b="1" i="1">
                <a:latin typeface="Verdana"/>
                <a:cs typeface="Verdana"/>
              </a:rPr>
              <a:t>U</a:t>
            </a:r>
            <a:r>
              <a:rPr dirty="0" sz="2700" spc="-114" b="1" i="1">
                <a:latin typeface="Verdana"/>
                <a:cs typeface="Verdana"/>
              </a:rPr>
              <a:t> </a:t>
            </a:r>
            <a:r>
              <a:rPr dirty="0" sz="2600" spc="-85">
                <a:latin typeface="Microsoft YaHei UI"/>
                <a:cs typeface="Microsoft YaHei UI"/>
              </a:rPr>
              <a:t>with</a:t>
            </a:r>
            <a:r>
              <a:rPr dirty="0" sz="2600" spc="-110">
                <a:latin typeface="Microsoft YaHei UI"/>
                <a:cs typeface="Microsoft YaHei UI"/>
              </a:rPr>
              <a:t> </a:t>
            </a:r>
            <a:r>
              <a:rPr dirty="0" sz="2600" spc="-85">
                <a:latin typeface="Microsoft YaHei UI"/>
                <a:cs typeface="Microsoft YaHei UI"/>
              </a:rPr>
              <a:t>the</a:t>
            </a:r>
            <a:r>
              <a:rPr dirty="0" sz="2600" spc="-110">
                <a:latin typeface="Microsoft YaHei UI"/>
                <a:cs typeface="Microsoft YaHei UI"/>
              </a:rPr>
              <a:t> </a:t>
            </a:r>
            <a:r>
              <a:rPr dirty="0" sz="2600" spc="-130">
                <a:latin typeface="Microsoft YaHei UI"/>
                <a:cs typeface="Microsoft YaHei UI"/>
              </a:rPr>
              <a:t>eigenvectors</a:t>
            </a:r>
            <a:r>
              <a:rPr dirty="0" sz="2600" spc="-60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as</a:t>
            </a:r>
            <a:r>
              <a:rPr dirty="0" sz="2600" spc="-85">
                <a:latin typeface="Microsoft YaHei UI"/>
                <a:cs typeface="Microsoft YaHei UI"/>
              </a:rPr>
              <a:t> </a:t>
            </a:r>
            <a:r>
              <a:rPr dirty="0" sz="2600" spc="-105">
                <a:latin typeface="Microsoft YaHei UI"/>
                <a:cs typeface="Microsoft YaHei UI"/>
              </a:rPr>
              <a:t>columns:</a:t>
            </a:r>
            <a:r>
              <a:rPr dirty="0" baseline="2314" sz="3600" spc="-157" i="1">
                <a:latin typeface="Times New Roman"/>
                <a:cs typeface="Times New Roman"/>
              </a:rPr>
              <a:t>U</a:t>
            </a:r>
            <a:r>
              <a:rPr dirty="0" baseline="2314" sz="3600" spc="225" i="1">
                <a:latin typeface="Times New Roman"/>
                <a:cs typeface="Times New Roman"/>
              </a:rPr>
              <a:t> </a:t>
            </a:r>
            <a:r>
              <a:rPr dirty="0" baseline="2314" sz="3600" spc="-697">
                <a:latin typeface="Microsoft YaHei UI"/>
                <a:cs typeface="Microsoft YaHei UI"/>
              </a:rPr>
              <a:t>=</a:t>
            </a:r>
            <a:r>
              <a:rPr dirty="0" baseline="2314" sz="3600" spc="-187">
                <a:latin typeface="Microsoft YaHei UI"/>
                <a:cs typeface="Microsoft YaHei UI"/>
              </a:rPr>
              <a:t> </a:t>
            </a:r>
            <a:r>
              <a:rPr dirty="0" baseline="27777" sz="3600" spc="-1139">
                <a:latin typeface="Microsoft YaHei UI"/>
                <a:cs typeface="Microsoft YaHei UI"/>
              </a:rPr>
              <a:t></a:t>
            </a:r>
            <a:r>
              <a:rPr dirty="0" baseline="2314" sz="3600" spc="-1139" i="1">
                <a:latin typeface="Times New Roman"/>
                <a:cs typeface="Times New Roman"/>
              </a:rPr>
              <a:t>v</a:t>
            </a:r>
            <a:r>
              <a:rPr dirty="0" baseline="2314" sz="3600" i="1">
                <a:latin typeface="Times New Roman"/>
                <a:cs typeface="Times New Roman"/>
              </a:rPr>
              <a:t>	</a:t>
            </a:r>
            <a:r>
              <a:rPr dirty="0" baseline="2314" sz="3600" spc="-37">
                <a:latin typeface="Microsoft YaHei UI"/>
                <a:cs typeface="Microsoft YaHei UI"/>
              </a:rPr>
              <a:t>...</a:t>
            </a:r>
            <a:endParaRPr baseline="2314" sz="360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77287" y="3789260"/>
            <a:ext cx="532765" cy="13741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30480">
              <a:lnSpc>
                <a:spcPts val="2590"/>
              </a:lnSpc>
              <a:spcBef>
                <a:spcPts val="120"/>
              </a:spcBef>
            </a:pPr>
            <a:r>
              <a:rPr dirty="0" sz="2400" spc="-1540">
                <a:latin typeface="Microsoft YaHei UI"/>
                <a:cs typeface="Microsoft YaHei UI"/>
              </a:rPr>
              <a:t></a:t>
            </a:r>
            <a:endParaRPr sz="2400">
              <a:latin typeface="Microsoft YaHei UI"/>
              <a:cs typeface="Microsoft YaHei UI"/>
            </a:endParaRPr>
          </a:p>
          <a:p>
            <a:pPr algn="r" marR="30480">
              <a:lnSpc>
                <a:spcPts val="2305"/>
              </a:lnSpc>
            </a:pPr>
            <a:r>
              <a:rPr dirty="0" sz="2400" spc="-1540">
                <a:latin typeface="Microsoft YaHei UI"/>
                <a:cs typeface="Microsoft YaHei UI"/>
              </a:rPr>
              <a:t></a:t>
            </a:r>
            <a:endParaRPr sz="2400">
              <a:latin typeface="Microsoft YaHei UI"/>
              <a:cs typeface="Microsoft YaHei UI"/>
            </a:endParaRPr>
          </a:p>
          <a:p>
            <a:pPr algn="r" marR="30480">
              <a:lnSpc>
                <a:spcPts val="2590"/>
              </a:lnSpc>
            </a:pPr>
            <a:r>
              <a:rPr dirty="0" sz="2400" spc="-1540">
                <a:latin typeface="Microsoft YaHei UI"/>
                <a:cs typeface="Microsoft YaHei UI"/>
              </a:rPr>
              <a:t></a:t>
            </a:r>
            <a:endParaRPr sz="2400">
              <a:latin typeface="Microsoft YaHei UI"/>
              <a:cs typeface="Microsoft YaHei UI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4444" sz="3750" spc="-127" i="1">
                <a:latin typeface="Verdana"/>
                <a:cs typeface="Verdana"/>
              </a:rPr>
              <a:t>λ</a:t>
            </a:r>
            <a:r>
              <a:rPr dirty="0" baseline="1984" sz="2100" spc="-127" i="1">
                <a:latin typeface="Times New Roman"/>
                <a:cs typeface="Times New Roman"/>
              </a:rPr>
              <a:t>m</a:t>
            </a:r>
            <a:r>
              <a:rPr dirty="0" baseline="1984" sz="2100" spc="-30" i="1">
                <a:latin typeface="Times New Roman"/>
                <a:cs typeface="Times New Roman"/>
              </a:rPr>
              <a:t> </a:t>
            </a:r>
            <a:r>
              <a:rPr dirty="0" baseline="18518" sz="3600" spc="-2954">
                <a:latin typeface="Microsoft YaHei UI"/>
                <a:cs typeface="Microsoft YaHei UI"/>
              </a:rPr>
              <a:t></a:t>
            </a:r>
            <a:r>
              <a:rPr dirty="0" sz="2400" spc="-1970">
                <a:latin typeface="Microsoft YaHei UI"/>
                <a:cs typeface="Microsoft YaHei UI"/>
              </a:rPr>
              <a:t>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27697" y="4374502"/>
            <a:ext cx="502920" cy="687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590"/>
              </a:lnSpc>
              <a:spcBef>
                <a:spcPts val="120"/>
              </a:spcBef>
            </a:pPr>
            <a:r>
              <a:rPr dirty="0" baseline="23809" sz="2100" i="1">
                <a:latin typeface="Times New Roman"/>
                <a:cs typeface="Times New Roman"/>
              </a:rPr>
              <a:t>m</a:t>
            </a:r>
            <a:r>
              <a:rPr dirty="0" baseline="23809" sz="2100" spc="-44" i="1">
                <a:latin typeface="Times New Roman"/>
                <a:cs typeface="Times New Roman"/>
              </a:rPr>
              <a:t> </a:t>
            </a:r>
            <a:r>
              <a:rPr dirty="0" sz="2400" spc="-1435">
                <a:latin typeface="Microsoft YaHei UI"/>
                <a:cs typeface="Microsoft YaHei UI"/>
              </a:rPr>
              <a:t></a:t>
            </a:r>
            <a:endParaRPr sz="2400">
              <a:latin typeface="Microsoft YaHei UI"/>
              <a:cs typeface="Microsoft YaHei UI"/>
            </a:endParaRPr>
          </a:p>
          <a:p>
            <a:pPr marL="208279">
              <a:lnSpc>
                <a:spcPts val="2590"/>
              </a:lnSpc>
            </a:pPr>
            <a:r>
              <a:rPr dirty="0" sz="2400" spc="-1925">
                <a:latin typeface="Microsoft YaHei UI"/>
                <a:cs typeface="Microsoft YaHei UI"/>
              </a:rPr>
              <a:t></a:t>
            </a:r>
            <a:r>
              <a:rPr dirty="0" baseline="-18518" sz="3600" spc="-2887">
                <a:latin typeface="Microsoft YaHei UI"/>
                <a:cs typeface="Microsoft YaHei UI"/>
              </a:rPr>
              <a:t></a:t>
            </a:r>
            <a:r>
              <a:rPr dirty="0" sz="2400" spc="-1925">
                <a:latin typeface="Microsoft YaHei UI"/>
                <a:cs typeface="Microsoft YaHei UI"/>
              </a:rPr>
              <a:t></a:t>
            </a:r>
            <a:r>
              <a:rPr dirty="0" baseline="-18518" sz="3600" spc="-2887">
                <a:latin typeface="Microsoft YaHei UI"/>
                <a:cs typeface="Microsoft YaHei UI"/>
              </a:rPr>
              <a:t>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90067" y="4081881"/>
            <a:ext cx="64071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45440" algn="l"/>
              </a:tabLst>
            </a:pPr>
            <a:r>
              <a:rPr dirty="0" baseline="-26620" sz="3600" spc="-75" i="1">
                <a:latin typeface="Times New Roman"/>
                <a:cs typeface="Times New Roman"/>
              </a:rPr>
              <a:t>v</a:t>
            </a:r>
            <a:r>
              <a:rPr dirty="0" baseline="-26620" sz="3600" i="1">
                <a:latin typeface="Times New Roman"/>
                <a:cs typeface="Times New Roman"/>
              </a:rPr>
              <a:t>	</a:t>
            </a:r>
            <a:r>
              <a:rPr dirty="0" sz="2400" spc="-1435">
                <a:latin typeface="Microsoft YaHei UI"/>
                <a:cs typeface="Microsoft YaHei UI"/>
              </a:rPr>
              <a:t>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197966" y="3774150"/>
            <a:ext cx="57213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400" spc="-835">
                <a:latin typeface="Microsoft YaHei UI"/>
                <a:cs typeface="Microsoft YaHei UI"/>
              </a:rPr>
              <a:t></a:t>
            </a:r>
            <a:r>
              <a:rPr dirty="0" baseline="4444" sz="3750" spc="-1252" i="1">
                <a:latin typeface="Verdana"/>
                <a:cs typeface="Verdana"/>
              </a:rPr>
              <a:t>λ</a:t>
            </a:r>
            <a:r>
              <a:rPr dirty="0" baseline="-17857" sz="2100" spc="-1252">
                <a:latin typeface="Microsoft YaHei UI"/>
                <a:cs typeface="Microsoft YaHei UI"/>
              </a:rPr>
              <a:t>1</a:t>
            </a:r>
            <a:endParaRPr baseline="-17857" sz="210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65622" y="3789260"/>
            <a:ext cx="58293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1484" algn="l"/>
              </a:tabLst>
            </a:pPr>
            <a:r>
              <a:rPr dirty="0" sz="2400" spc="-1540">
                <a:latin typeface="Microsoft YaHei UI"/>
                <a:cs typeface="Microsoft YaHei UI"/>
              </a:rPr>
              <a:t>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550">
                <a:latin typeface="Microsoft YaHei UI"/>
                <a:cs typeface="Microsoft YaHei UI"/>
              </a:rPr>
              <a:t>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0739" y="3062587"/>
            <a:ext cx="3609975" cy="112077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2600" spc="-10">
                <a:latin typeface="Microsoft YaHei UI"/>
                <a:cs typeface="Microsoft YaHei UI"/>
              </a:rPr>
              <a:t>Then,</a:t>
            </a:r>
            <a:r>
              <a:rPr dirty="0" sz="2600" spc="-185">
                <a:latin typeface="Microsoft YaHei UI"/>
                <a:cs typeface="Microsoft YaHei UI"/>
              </a:rPr>
              <a:t> </a:t>
            </a:r>
            <a:r>
              <a:rPr dirty="0" sz="2700" spc="-280" b="1" i="1">
                <a:latin typeface="Verdana"/>
                <a:cs typeface="Verdana"/>
              </a:rPr>
              <a:t>SU</a:t>
            </a:r>
            <a:r>
              <a:rPr dirty="0" sz="2700" spc="-114" b="1" i="1">
                <a:latin typeface="Verdana"/>
                <a:cs typeface="Verdana"/>
              </a:rPr>
              <a:t> </a:t>
            </a:r>
            <a:r>
              <a:rPr dirty="0" sz="2600" spc="-65">
                <a:latin typeface="Microsoft YaHei UI"/>
                <a:cs typeface="Microsoft YaHei UI"/>
              </a:rPr>
              <a:t>can</a:t>
            </a:r>
            <a:r>
              <a:rPr dirty="0" sz="2600" spc="-100">
                <a:latin typeface="Microsoft YaHei UI"/>
                <a:cs typeface="Microsoft YaHei UI"/>
              </a:rPr>
              <a:t> </a:t>
            </a:r>
            <a:r>
              <a:rPr dirty="0" sz="2600" spc="-125">
                <a:latin typeface="Microsoft YaHei UI"/>
                <a:cs typeface="Microsoft YaHei UI"/>
              </a:rPr>
              <a:t>be</a:t>
            </a:r>
            <a:r>
              <a:rPr dirty="0" sz="2600" spc="-65">
                <a:latin typeface="Microsoft YaHei UI"/>
                <a:cs typeface="Microsoft YaHei UI"/>
              </a:rPr>
              <a:t> </a:t>
            </a:r>
            <a:r>
              <a:rPr dirty="0" sz="2600" spc="-85">
                <a:latin typeface="Microsoft YaHei UI"/>
                <a:cs typeface="Microsoft YaHei UI"/>
              </a:rPr>
              <a:t>written</a:t>
            </a:r>
            <a:endParaRPr sz="2600">
              <a:latin typeface="Microsoft YaHei UI"/>
              <a:cs typeface="Microsoft YaHei UI"/>
            </a:endParaRPr>
          </a:p>
          <a:p>
            <a:pPr marL="717550">
              <a:lnSpc>
                <a:spcPct val="100000"/>
              </a:lnSpc>
              <a:spcBef>
                <a:spcPts val="1170"/>
              </a:spcBef>
              <a:tabLst>
                <a:tab pos="2136140" algn="l"/>
                <a:tab pos="2575560" algn="l"/>
              </a:tabLst>
            </a:pPr>
            <a:r>
              <a:rPr dirty="0" sz="2400" spc="-1540">
                <a:latin typeface="Microsoft YaHei UI"/>
                <a:cs typeface="Microsoft YaHei UI"/>
              </a:rPr>
              <a:t>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540">
                <a:latin typeface="Microsoft YaHei UI"/>
                <a:cs typeface="Microsoft YaHei UI"/>
              </a:rPr>
              <a:t>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540">
                <a:latin typeface="Microsoft YaHei UI"/>
                <a:cs typeface="Microsoft YaHei UI"/>
              </a:rPr>
              <a:t>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20532" y="4374502"/>
            <a:ext cx="194310" cy="687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590"/>
              </a:lnSpc>
              <a:spcBef>
                <a:spcPts val="120"/>
              </a:spcBef>
            </a:pPr>
            <a:r>
              <a:rPr dirty="0" sz="2400" spc="-1540">
                <a:latin typeface="Microsoft YaHei UI"/>
                <a:cs typeface="Microsoft YaHei UI"/>
              </a:rPr>
              <a:t></a:t>
            </a:r>
            <a:endParaRPr sz="2400">
              <a:latin typeface="Microsoft YaHei UI"/>
              <a:cs typeface="Microsoft YaHei UI"/>
            </a:endParaRPr>
          </a:p>
          <a:p>
            <a:pPr marL="38100">
              <a:lnSpc>
                <a:spcPts val="2590"/>
              </a:lnSpc>
            </a:pPr>
            <a:r>
              <a:rPr dirty="0" sz="2400" spc="-1970">
                <a:latin typeface="Microsoft YaHei UI"/>
                <a:cs typeface="Microsoft YaHei UI"/>
              </a:rPr>
              <a:t></a:t>
            </a:r>
            <a:r>
              <a:rPr dirty="0" baseline="-18518" sz="3600" spc="-2954">
                <a:latin typeface="Microsoft YaHei UI"/>
                <a:cs typeface="Microsoft YaHei UI"/>
              </a:rPr>
              <a:t>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56141" y="4374502"/>
            <a:ext cx="829310" cy="687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ts val="2590"/>
              </a:lnSpc>
              <a:spcBef>
                <a:spcPts val="120"/>
              </a:spcBef>
              <a:tabLst>
                <a:tab pos="659765" algn="l"/>
              </a:tabLst>
            </a:pPr>
            <a:r>
              <a:rPr dirty="0" baseline="23809" sz="2100" i="1">
                <a:latin typeface="Times New Roman"/>
                <a:cs typeface="Times New Roman"/>
              </a:rPr>
              <a:t>m</a:t>
            </a:r>
            <a:r>
              <a:rPr dirty="0" baseline="23809" sz="2100" spc="-44" i="1">
                <a:latin typeface="Times New Roman"/>
                <a:cs typeface="Times New Roman"/>
              </a:rPr>
              <a:t> </a:t>
            </a:r>
            <a:r>
              <a:rPr dirty="0" sz="2400" spc="-1540">
                <a:latin typeface="Microsoft YaHei UI"/>
                <a:cs typeface="Microsoft YaHei UI"/>
              </a:rPr>
              <a:t>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550">
                <a:latin typeface="Microsoft YaHei UI"/>
                <a:cs typeface="Microsoft YaHei UI"/>
              </a:rPr>
              <a:t></a:t>
            </a:r>
            <a:endParaRPr sz="2400">
              <a:latin typeface="Microsoft YaHei UI"/>
              <a:cs typeface="Microsoft YaHei UI"/>
            </a:endParaRPr>
          </a:p>
          <a:p>
            <a:pPr marL="220979">
              <a:lnSpc>
                <a:spcPts val="2590"/>
              </a:lnSpc>
              <a:tabLst>
                <a:tab pos="659765" algn="l"/>
              </a:tabLst>
            </a:pPr>
            <a:r>
              <a:rPr dirty="0" sz="2400" spc="-1970">
                <a:latin typeface="Microsoft YaHei UI"/>
                <a:cs typeface="Microsoft YaHei UI"/>
              </a:rPr>
              <a:t></a:t>
            </a:r>
            <a:r>
              <a:rPr dirty="0" baseline="-18518" sz="3600" spc="-2954">
                <a:latin typeface="Microsoft YaHei UI"/>
                <a:cs typeface="Microsoft YaHei UI"/>
              </a:rPr>
              <a:t></a:t>
            </a:r>
            <a:r>
              <a:rPr dirty="0" baseline="-18518" sz="3600">
                <a:latin typeface="Microsoft YaHei UI"/>
                <a:cs typeface="Microsoft YaHei UI"/>
              </a:rPr>
              <a:t>	</a:t>
            </a:r>
            <a:r>
              <a:rPr dirty="0" sz="2400" spc="-1970">
                <a:latin typeface="Microsoft YaHei UI"/>
                <a:cs typeface="Microsoft YaHei UI"/>
              </a:rPr>
              <a:t></a:t>
            </a:r>
            <a:r>
              <a:rPr dirty="0" baseline="-18518" sz="3600" spc="-2954">
                <a:latin typeface="Microsoft YaHei UI"/>
                <a:cs typeface="Microsoft YaHei UI"/>
              </a:rPr>
              <a:t>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1299" y="4209900"/>
            <a:ext cx="614743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1581150" algn="l"/>
                <a:tab pos="2077720" algn="l"/>
                <a:tab pos="2385695" algn="l"/>
                <a:tab pos="3672840" algn="l"/>
                <a:tab pos="4169410" algn="l"/>
                <a:tab pos="4786630" algn="l"/>
                <a:tab pos="5840095" algn="l"/>
              </a:tabLst>
            </a:pPr>
            <a:r>
              <a:rPr dirty="0" sz="2400" i="1">
                <a:latin typeface="Times New Roman"/>
                <a:cs typeface="Times New Roman"/>
              </a:rPr>
              <a:t>SU</a:t>
            </a:r>
            <a:r>
              <a:rPr dirty="0" sz="2400" spc="235" i="1">
                <a:latin typeface="Times New Roman"/>
                <a:cs typeface="Times New Roman"/>
              </a:rPr>
              <a:t> </a:t>
            </a:r>
            <a:r>
              <a:rPr dirty="0" sz="2400" spc="-465">
                <a:latin typeface="Microsoft YaHei UI"/>
                <a:cs typeface="Microsoft YaHei UI"/>
              </a:rPr>
              <a:t>=</a:t>
            </a:r>
            <a:r>
              <a:rPr dirty="0" sz="2400" spc="-125">
                <a:latin typeface="Microsoft YaHei UI"/>
                <a:cs typeface="Microsoft YaHei UI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S</a:t>
            </a:r>
            <a:r>
              <a:rPr dirty="0" sz="2400" spc="-310" i="1">
                <a:latin typeface="Times New Roman"/>
                <a:cs typeface="Times New Roman"/>
              </a:rPr>
              <a:t> </a:t>
            </a:r>
            <a:r>
              <a:rPr dirty="0" baseline="26620" sz="3600" spc="-1139">
                <a:latin typeface="Microsoft YaHei UI"/>
                <a:cs typeface="Microsoft YaHei UI"/>
              </a:rPr>
              <a:t></a:t>
            </a:r>
            <a:r>
              <a:rPr dirty="0" sz="2400" spc="-760" i="1">
                <a:latin typeface="Times New Roman"/>
                <a:cs typeface="Times New Roman"/>
              </a:rPr>
              <a:t>v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Microsoft YaHei UI"/>
                <a:cs typeface="Microsoft YaHei UI"/>
              </a:rPr>
              <a:t>...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50" i="1">
                <a:latin typeface="Times New Roman"/>
                <a:cs typeface="Times New Roman"/>
              </a:rPr>
              <a:t>v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baseline="26620" sz="3600" spc="-2235">
                <a:latin typeface="Microsoft YaHei UI"/>
                <a:cs typeface="Microsoft YaHei UI"/>
              </a:rPr>
              <a:t></a:t>
            </a:r>
            <a:r>
              <a:rPr dirty="0" baseline="26620" sz="3600" spc="-150">
                <a:latin typeface="Microsoft YaHei UI"/>
                <a:cs typeface="Microsoft YaHei UI"/>
              </a:rPr>
              <a:t> </a:t>
            </a:r>
            <a:r>
              <a:rPr dirty="0" sz="2400" spc="-465">
                <a:latin typeface="Microsoft YaHei UI"/>
                <a:cs typeface="Microsoft YaHei UI"/>
              </a:rPr>
              <a:t>=</a:t>
            </a:r>
            <a:r>
              <a:rPr dirty="0" sz="2400" spc="-120">
                <a:latin typeface="Microsoft YaHei UI"/>
                <a:cs typeface="Microsoft YaHei UI"/>
              </a:rPr>
              <a:t> </a:t>
            </a:r>
            <a:r>
              <a:rPr dirty="0" baseline="26620" sz="3600" spc="-1222">
                <a:latin typeface="Microsoft YaHei UI"/>
                <a:cs typeface="Microsoft YaHei UI"/>
              </a:rPr>
              <a:t></a:t>
            </a:r>
            <a:r>
              <a:rPr dirty="0" sz="2500" spc="-815" i="1">
                <a:latin typeface="Verdana"/>
                <a:cs typeface="Verdana"/>
              </a:rPr>
              <a:t>λ</a:t>
            </a:r>
            <a:r>
              <a:rPr dirty="0" sz="2500" spc="-360" i="1">
                <a:latin typeface="Verdana"/>
                <a:cs typeface="Verdana"/>
              </a:rPr>
              <a:t> </a:t>
            </a:r>
            <a:r>
              <a:rPr dirty="0" sz="2400" spc="-50" i="1">
                <a:latin typeface="Times New Roman"/>
                <a:cs typeface="Times New Roman"/>
              </a:rPr>
              <a:t>v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Microsoft YaHei UI"/>
                <a:cs typeface="Microsoft YaHei UI"/>
              </a:rPr>
              <a:t>...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500" i="1">
                <a:latin typeface="Verdana"/>
                <a:cs typeface="Verdana"/>
              </a:rPr>
              <a:t>λ</a:t>
            </a:r>
            <a:r>
              <a:rPr dirty="0" sz="2500" spc="80" i="1">
                <a:latin typeface="Verdana"/>
                <a:cs typeface="Verdana"/>
              </a:rPr>
              <a:t> </a:t>
            </a:r>
            <a:r>
              <a:rPr dirty="0" sz="2400" spc="-50" i="1">
                <a:latin typeface="Times New Roman"/>
                <a:cs typeface="Times New Roman"/>
              </a:rPr>
              <a:t>v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baseline="26620" sz="3600" spc="-2235">
                <a:latin typeface="Microsoft YaHei UI"/>
                <a:cs typeface="Microsoft YaHei UI"/>
              </a:rPr>
              <a:t></a:t>
            </a:r>
            <a:r>
              <a:rPr dirty="0" baseline="26620" sz="3600" spc="-150">
                <a:latin typeface="Microsoft YaHei UI"/>
                <a:cs typeface="Microsoft YaHei UI"/>
              </a:rPr>
              <a:t> </a:t>
            </a:r>
            <a:r>
              <a:rPr dirty="0" sz="2400" spc="-465">
                <a:latin typeface="Microsoft YaHei UI"/>
                <a:cs typeface="Microsoft YaHei UI"/>
              </a:rPr>
              <a:t>=</a:t>
            </a:r>
            <a:r>
              <a:rPr dirty="0" sz="2400" spc="-120">
                <a:latin typeface="Microsoft YaHei UI"/>
                <a:cs typeface="Microsoft YaHei UI"/>
              </a:rPr>
              <a:t> </a:t>
            </a:r>
            <a:r>
              <a:rPr dirty="0" baseline="26620" sz="3600" spc="-1139">
                <a:latin typeface="Microsoft YaHei UI"/>
                <a:cs typeface="Microsoft YaHei UI"/>
              </a:rPr>
              <a:t></a:t>
            </a:r>
            <a:r>
              <a:rPr dirty="0" sz="2400" spc="-760" i="1">
                <a:latin typeface="Times New Roman"/>
                <a:cs typeface="Times New Roman"/>
              </a:rPr>
              <a:t>v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Microsoft YaHei UI"/>
                <a:cs typeface="Microsoft YaHei UI"/>
              </a:rPr>
              <a:t>...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65306" y="4301350"/>
            <a:ext cx="1316990" cy="7600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0"/>
              </a:spcBef>
              <a:tabLst>
                <a:tab pos="342265" algn="l"/>
                <a:tab pos="951865" algn="l"/>
              </a:tabLst>
            </a:pPr>
            <a:r>
              <a:rPr dirty="0" sz="1400" spc="-50" i="1">
                <a:latin typeface="Times New Roman"/>
                <a:cs typeface="Times New Roman"/>
              </a:rPr>
              <a:t>m</a:t>
            </a:r>
            <a:r>
              <a:rPr dirty="0" sz="1400" i="1">
                <a:latin typeface="Times New Roman"/>
                <a:cs typeface="Times New Roman"/>
              </a:rPr>
              <a:t>	m</a:t>
            </a:r>
            <a:r>
              <a:rPr dirty="0" sz="1400" spc="-30" i="1">
                <a:latin typeface="Times New Roman"/>
                <a:cs typeface="Times New Roman"/>
              </a:rPr>
              <a:t> </a:t>
            </a:r>
            <a:r>
              <a:rPr dirty="0" baseline="-13888" sz="3600" spc="-2310">
                <a:latin typeface="Microsoft YaHei UI"/>
                <a:cs typeface="Microsoft YaHei UI"/>
              </a:rPr>
              <a:t></a:t>
            </a:r>
            <a:r>
              <a:rPr dirty="0" baseline="-13888" sz="3600">
                <a:latin typeface="Microsoft YaHei UI"/>
                <a:cs typeface="Microsoft YaHei UI"/>
              </a:rPr>
              <a:t>	</a:t>
            </a:r>
            <a:r>
              <a:rPr dirty="0" baseline="-13888" sz="3600" spc="-2235">
                <a:latin typeface="Microsoft YaHei UI"/>
                <a:cs typeface="Microsoft YaHei UI"/>
              </a:rPr>
              <a:t></a:t>
            </a:r>
            <a:r>
              <a:rPr dirty="0" baseline="-13888" sz="3600" spc="337">
                <a:latin typeface="Microsoft YaHei UI"/>
                <a:cs typeface="Microsoft YaHei UI"/>
              </a:rPr>
              <a:t> </a:t>
            </a:r>
            <a:r>
              <a:rPr dirty="0" sz="1400" spc="-50">
                <a:latin typeface="Microsoft YaHei UI"/>
                <a:cs typeface="Microsoft YaHei UI"/>
              </a:rPr>
              <a:t>1</a:t>
            </a:r>
            <a:endParaRPr sz="1400">
              <a:latin typeface="Microsoft YaHei UI"/>
              <a:cs typeface="Microsoft YaHei UI"/>
            </a:endParaRPr>
          </a:p>
          <a:p>
            <a:pPr marL="512445">
              <a:lnSpc>
                <a:spcPct val="100000"/>
              </a:lnSpc>
              <a:tabLst>
                <a:tab pos="951865" algn="l"/>
              </a:tabLst>
            </a:pPr>
            <a:r>
              <a:rPr dirty="0" sz="2400" spc="-1970">
                <a:latin typeface="Microsoft YaHei UI"/>
                <a:cs typeface="Microsoft YaHei UI"/>
              </a:rPr>
              <a:t></a:t>
            </a:r>
            <a:r>
              <a:rPr dirty="0" baseline="-18518" sz="3600" spc="-2954">
                <a:latin typeface="Microsoft YaHei UI"/>
                <a:cs typeface="Microsoft YaHei UI"/>
              </a:rPr>
              <a:t></a:t>
            </a:r>
            <a:r>
              <a:rPr dirty="0" baseline="-18518" sz="3600">
                <a:latin typeface="Microsoft YaHei UI"/>
                <a:cs typeface="Microsoft YaHei UI"/>
              </a:rPr>
              <a:t>	</a:t>
            </a:r>
            <a:r>
              <a:rPr dirty="0" sz="2400" spc="-1970">
                <a:latin typeface="Microsoft YaHei UI"/>
                <a:cs typeface="Microsoft YaHei UI"/>
              </a:rPr>
              <a:t></a:t>
            </a:r>
            <a:r>
              <a:rPr dirty="0" baseline="-18518" sz="3600" spc="-2954">
                <a:latin typeface="Microsoft YaHei UI"/>
                <a:cs typeface="Microsoft YaHei UI"/>
              </a:rPr>
              <a:t></a:t>
            </a:r>
            <a:endParaRPr baseline="-18518" sz="36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006232" y="4225010"/>
            <a:ext cx="255904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25">
                <a:latin typeface="Microsoft YaHei UI"/>
                <a:cs typeface="Microsoft YaHei UI"/>
              </a:rPr>
              <a:t>...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70998" y="4429366"/>
            <a:ext cx="31877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>
                <a:latin typeface="Microsoft YaHei UI"/>
                <a:cs typeface="Microsoft YaHei UI"/>
              </a:rPr>
              <a:t>1</a:t>
            </a:r>
            <a:r>
              <a:rPr dirty="0" sz="1400" spc="350">
                <a:latin typeface="Microsoft YaHei UI"/>
                <a:cs typeface="Microsoft YaHei UI"/>
              </a:rPr>
              <a:t> </a:t>
            </a:r>
            <a:r>
              <a:rPr dirty="0" sz="1400" spc="-60">
                <a:latin typeface="Microsoft YaHei UI"/>
                <a:cs typeface="Microsoft YaHei UI"/>
              </a:rPr>
              <a:t>1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83029" y="4429366"/>
            <a:ext cx="11557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65">
                <a:latin typeface="Microsoft YaHei UI"/>
                <a:cs typeface="Microsoft YaHei UI"/>
              </a:rPr>
              <a:t>1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415539" y="5467283"/>
            <a:ext cx="4154804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600" spc="-45">
                <a:latin typeface="Microsoft YaHei UI"/>
                <a:cs typeface="Microsoft YaHei UI"/>
              </a:rPr>
              <a:t>Thus</a:t>
            </a:r>
            <a:r>
              <a:rPr dirty="0" sz="2600" spc="-150">
                <a:latin typeface="Microsoft YaHei UI"/>
                <a:cs typeface="Microsoft YaHei UI"/>
              </a:rPr>
              <a:t> </a:t>
            </a:r>
            <a:r>
              <a:rPr dirty="0" sz="2700" spc="-200" b="1" i="1">
                <a:latin typeface="Verdana"/>
                <a:cs typeface="Verdana"/>
              </a:rPr>
              <a:t>SU=UΛ</a:t>
            </a:r>
            <a:r>
              <a:rPr dirty="0" sz="2600" spc="-200">
                <a:latin typeface="Microsoft YaHei UI"/>
                <a:cs typeface="Microsoft YaHei UI"/>
              </a:rPr>
              <a:t>,</a:t>
            </a:r>
            <a:r>
              <a:rPr dirty="0" sz="2600" spc="5">
                <a:latin typeface="Microsoft YaHei UI"/>
                <a:cs typeface="Microsoft YaHei UI"/>
              </a:rPr>
              <a:t> </a:t>
            </a:r>
            <a:r>
              <a:rPr dirty="0" sz="2600" spc="-75">
                <a:latin typeface="Microsoft YaHei UI"/>
                <a:cs typeface="Microsoft YaHei UI"/>
              </a:rPr>
              <a:t>or</a:t>
            </a:r>
            <a:r>
              <a:rPr dirty="0" sz="2600" spc="-80">
                <a:latin typeface="Microsoft YaHei UI"/>
                <a:cs typeface="Microsoft YaHei UI"/>
              </a:rPr>
              <a:t> </a:t>
            </a:r>
            <a:r>
              <a:rPr dirty="0" sz="2700" spc="-195" b="1" i="1">
                <a:latin typeface="Verdana"/>
                <a:cs typeface="Verdana"/>
              </a:rPr>
              <a:t>U</a:t>
            </a:r>
            <a:r>
              <a:rPr dirty="0" baseline="20634" sz="2625" spc="-292" b="1" i="1">
                <a:latin typeface="Verdana"/>
                <a:cs typeface="Verdana"/>
              </a:rPr>
              <a:t>–1</a:t>
            </a:r>
            <a:r>
              <a:rPr dirty="0" sz="2700" spc="-195" b="1" i="1">
                <a:latin typeface="Verdana"/>
                <a:cs typeface="Verdana"/>
              </a:rPr>
              <a:t>SU=Λ</a:t>
            </a:r>
            <a:endParaRPr sz="2700">
              <a:latin typeface="Verdana"/>
              <a:cs typeface="Verdana"/>
            </a:endParaRPr>
          </a:p>
          <a:p>
            <a:pPr algn="ctr" marL="116839">
              <a:lnSpc>
                <a:spcPct val="100000"/>
              </a:lnSpc>
              <a:spcBef>
                <a:spcPts val="2485"/>
              </a:spcBef>
            </a:pPr>
            <a:r>
              <a:rPr dirty="0" sz="2600" spc="-100">
                <a:latin typeface="Microsoft YaHei UI"/>
                <a:cs typeface="Microsoft YaHei UI"/>
              </a:rPr>
              <a:t>Therefore</a:t>
            </a:r>
            <a:r>
              <a:rPr dirty="0" sz="2600" spc="-60">
                <a:latin typeface="Microsoft YaHei UI"/>
                <a:cs typeface="Microsoft YaHei UI"/>
              </a:rPr>
              <a:t> </a:t>
            </a:r>
            <a:r>
              <a:rPr dirty="0" sz="2700" spc="-110" b="1" i="1">
                <a:latin typeface="Verdana"/>
                <a:cs typeface="Verdana"/>
              </a:rPr>
              <a:t>S=UΛU</a:t>
            </a:r>
            <a:r>
              <a:rPr dirty="0" baseline="20634" sz="2625" spc="-165" b="1" i="1">
                <a:latin typeface="Verdana"/>
                <a:cs typeface="Verdana"/>
              </a:rPr>
              <a:t>–1</a:t>
            </a:r>
            <a:r>
              <a:rPr dirty="0" sz="2700" spc="-110" b="1" i="1"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8" rIns="0" bIns="0" rtlCol="0" vert="horz">
            <a:spAutoFit/>
          </a:bodyPr>
          <a:lstStyle/>
          <a:p>
            <a:pPr marL="920115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Diagonal</a:t>
            </a:r>
            <a:r>
              <a:rPr dirty="0" sz="4000" spc="-260"/>
              <a:t> </a:t>
            </a:r>
            <a:r>
              <a:rPr dirty="0" sz="4000" spc="-45"/>
              <a:t>Decomposition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6449" y="2172982"/>
            <a:ext cx="9404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10">
                <a:latin typeface="Microsoft YaHei UI"/>
                <a:cs typeface="Microsoft YaHei UI"/>
              </a:rPr>
              <a:t>Recall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57128" y="2385784"/>
            <a:ext cx="1120775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95044" algn="l"/>
              </a:tabLst>
            </a:pPr>
            <a:r>
              <a:rPr dirty="0" sz="1750" spc="-50">
                <a:latin typeface="Microsoft YaHei UI"/>
                <a:cs typeface="Microsoft YaHei UI"/>
              </a:rPr>
              <a:t>1</a:t>
            </a:r>
            <a:r>
              <a:rPr dirty="0" sz="1750">
                <a:latin typeface="Microsoft YaHei UI"/>
                <a:cs typeface="Microsoft YaHei UI"/>
              </a:rPr>
              <a:t>	</a:t>
            </a:r>
            <a:r>
              <a:rPr dirty="0" sz="1750" spc="-85">
                <a:latin typeface="Microsoft YaHei UI"/>
                <a:cs typeface="Microsoft YaHei UI"/>
              </a:rPr>
              <a:t>2</a:t>
            </a:r>
            <a:endParaRPr sz="175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5504" y="2243213"/>
            <a:ext cx="42164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5925" sz="4500" spc="-1597">
                <a:latin typeface="Microsoft YaHei UI"/>
                <a:cs typeface="Microsoft YaHei UI"/>
              </a:rPr>
              <a:t>2</a:t>
            </a:r>
            <a:r>
              <a:rPr dirty="0" sz="3000" spc="-1065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49346" y="2243213"/>
            <a:ext cx="41846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spc="-1075">
                <a:latin typeface="Microsoft YaHei UI"/>
                <a:cs typeface="Microsoft YaHei UI"/>
              </a:rPr>
              <a:t></a:t>
            </a:r>
            <a:r>
              <a:rPr dirty="0" baseline="-25925" sz="4500" spc="-1612">
                <a:latin typeface="Microsoft YaHei UI"/>
                <a:cs typeface="Microsoft YaHei UI"/>
              </a:rPr>
              <a:t>1</a:t>
            </a:r>
            <a:endParaRPr baseline="-25925" sz="45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74746" y="2514587"/>
            <a:ext cx="107696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15669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49510" y="2109143"/>
            <a:ext cx="2554605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40560" algn="l"/>
              </a:tabLst>
            </a:pPr>
            <a:r>
              <a:rPr dirty="0" baseline="40740" sz="4500" spc="-697">
                <a:latin typeface="Microsoft YaHei UI"/>
                <a:cs typeface="Microsoft YaHei UI"/>
              </a:rPr>
              <a:t>1</a:t>
            </a:r>
            <a:r>
              <a:rPr dirty="0" baseline="37037" sz="4500" spc="-697">
                <a:latin typeface="Microsoft YaHei UI"/>
                <a:cs typeface="Microsoft YaHei UI"/>
              </a:rPr>
              <a:t></a:t>
            </a:r>
            <a:r>
              <a:rPr dirty="0" sz="3000" spc="-465">
                <a:latin typeface="Microsoft YaHei UI"/>
                <a:cs typeface="Microsoft YaHei UI"/>
              </a:rPr>
              <a:t>;</a:t>
            </a:r>
            <a:r>
              <a:rPr dirty="0" sz="3200" spc="-465" i="1">
                <a:latin typeface="Verdana"/>
                <a:cs typeface="Verdana"/>
              </a:rPr>
              <a:t>λ</a:t>
            </a:r>
            <a:r>
              <a:rPr dirty="0" sz="3200" spc="415" i="1">
                <a:latin typeface="Verdana"/>
                <a:cs typeface="Verdana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530">
                <a:latin typeface="Microsoft YaHei UI"/>
                <a:cs typeface="Microsoft YaHei UI"/>
              </a:rPr>
              <a:t> </a:t>
            </a:r>
            <a:r>
              <a:rPr dirty="0" sz="3000" spc="-260">
                <a:latin typeface="Microsoft YaHei UI"/>
                <a:cs typeface="Microsoft YaHei UI"/>
              </a:rPr>
              <a:t>1,</a:t>
            </a:r>
            <a:r>
              <a:rPr dirty="0" sz="3000" spc="-560">
                <a:latin typeface="Microsoft YaHei UI"/>
                <a:cs typeface="Microsoft YaHei UI"/>
              </a:rPr>
              <a:t> </a:t>
            </a:r>
            <a:r>
              <a:rPr dirty="0" sz="3200" spc="-60" i="1">
                <a:latin typeface="Verdana"/>
                <a:cs typeface="Verdana"/>
              </a:rPr>
              <a:t>λ</a:t>
            </a:r>
            <a:r>
              <a:rPr dirty="0" sz="3200" i="1">
                <a:latin typeface="Verdana"/>
                <a:cs typeface="Verdana"/>
              </a:rPr>
              <a:t>	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295">
                <a:latin typeface="Microsoft YaHei UI"/>
                <a:cs typeface="Microsoft YaHei UI"/>
              </a:rPr>
              <a:t> </a:t>
            </a:r>
            <a:r>
              <a:rPr dirty="0" sz="3000" spc="-25">
                <a:latin typeface="Microsoft YaHei UI"/>
                <a:cs typeface="Microsoft YaHei UI"/>
              </a:rPr>
              <a:t>3.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32951" y="2129472"/>
            <a:ext cx="10414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i="1">
                <a:latin typeface="Times New Roman"/>
                <a:cs typeface="Times New Roman"/>
              </a:rPr>
              <a:t>S</a:t>
            </a:r>
            <a:r>
              <a:rPr dirty="0" sz="3000" spc="185" i="1">
                <a:latin typeface="Times New Roman"/>
                <a:cs typeface="Times New Roman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140">
                <a:latin typeface="Microsoft YaHei UI"/>
                <a:cs typeface="Microsoft YaHei UI"/>
              </a:rPr>
              <a:t> </a:t>
            </a:r>
            <a:r>
              <a:rPr dirty="0" baseline="37037" sz="4500" spc="-1575">
                <a:latin typeface="Microsoft YaHei UI"/>
                <a:cs typeface="Microsoft YaHei UI"/>
              </a:rPr>
              <a:t></a:t>
            </a:r>
            <a:r>
              <a:rPr dirty="0" baseline="40740" sz="4500" spc="-1575">
                <a:latin typeface="Microsoft YaHei UI"/>
                <a:cs typeface="Microsoft YaHei UI"/>
              </a:rPr>
              <a:t>2</a:t>
            </a:r>
            <a:endParaRPr baseline="40740" sz="450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92190" y="3198698"/>
            <a:ext cx="7543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75">
                <a:latin typeface="Microsoft YaHei UI"/>
                <a:cs typeface="Microsoft YaHei UI"/>
              </a:rPr>
              <a:t>form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13962" y="3552571"/>
            <a:ext cx="16954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39">
                <a:latin typeface="Microsoft YaHei UI"/>
                <a:cs typeface="Microsoft YaHei UI"/>
              </a:rPr>
              <a:t>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7802" y="3461994"/>
            <a:ext cx="40386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1140">
                <a:latin typeface="Microsoft YaHei UI"/>
                <a:cs typeface="Microsoft YaHei UI"/>
              </a:rPr>
              <a:t>1</a:t>
            </a:r>
            <a:r>
              <a:rPr dirty="0" baseline="-12962" sz="4500" spc="-1710">
                <a:latin typeface="Microsoft YaHei UI"/>
                <a:cs typeface="Microsoft YaHei UI"/>
              </a:rPr>
              <a:t></a:t>
            </a:r>
            <a:endParaRPr baseline="-12962" sz="450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08990" y="3173272"/>
            <a:ext cx="494538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419475" algn="l"/>
                <a:tab pos="4762500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12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eigenvectors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3000" spc="-805">
                <a:latin typeface="Microsoft YaHei UI"/>
                <a:cs typeface="Microsoft YaHei UI"/>
              </a:rPr>
              <a:t></a:t>
            </a:r>
            <a:r>
              <a:rPr dirty="0" baseline="-41666" sz="4500" spc="-1207">
                <a:latin typeface="Microsoft YaHei UI"/>
                <a:cs typeface="Microsoft YaHei UI"/>
              </a:rPr>
              <a:t>–</a:t>
            </a:r>
            <a:r>
              <a:rPr dirty="0" baseline="-41666" sz="4500">
                <a:latin typeface="Microsoft YaHei UI"/>
                <a:cs typeface="Microsoft YaHei UI"/>
              </a:rPr>
              <a:t>	</a:t>
            </a:r>
            <a:r>
              <a:rPr dirty="0" sz="3000" spc="-1889">
                <a:latin typeface="Microsoft YaHei UI"/>
                <a:cs typeface="Microsoft YaHei UI"/>
              </a:rPr>
              <a:t></a:t>
            </a:r>
            <a:r>
              <a:rPr dirty="0" sz="3000" spc="290">
                <a:latin typeface="Microsoft YaHei UI"/>
                <a:cs typeface="Microsoft YaHei UI"/>
              </a:rPr>
              <a:t> </a:t>
            </a:r>
            <a:r>
              <a:rPr dirty="0" sz="2800" spc="-50">
                <a:latin typeface="Microsoft YaHei UI"/>
                <a:cs typeface="Microsoft YaHei UI"/>
              </a:rPr>
              <a:t>and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950" spc="-1880">
                <a:latin typeface="Microsoft YaHei UI"/>
                <a:cs typeface="Microsoft YaHei UI"/>
              </a:rPr>
              <a:t></a:t>
            </a:r>
            <a:r>
              <a:rPr dirty="0" sz="2950">
                <a:latin typeface="Microsoft YaHei UI"/>
                <a:cs typeface="Microsoft YaHei UI"/>
              </a:rPr>
              <a:t>	</a:t>
            </a:r>
            <a:r>
              <a:rPr dirty="0" sz="2950" spc="-1880">
                <a:latin typeface="Microsoft YaHei UI"/>
                <a:cs typeface="Microsoft YaHei UI"/>
              </a:rPr>
              <a:t></a:t>
            </a:r>
            <a:endParaRPr sz="295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205298" y="3562654"/>
            <a:ext cx="54927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950" spc="-1345">
                <a:latin typeface="Microsoft YaHei UI"/>
                <a:cs typeface="Microsoft YaHei UI"/>
              </a:rPr>
              <a:t></a:t>
            </a:r>
            <a:r>
              <a:rPr dirty="0" baseline="13182" sz="4425" spc="-2017">
                <a:latin typeface="Microsoft YaHei UI"/>
                <a:cs typeface="Microsoft YaHei UI"/>
              </a:rPr>
              <a:t>1</a:t>
            </a:r>
            <a:r>
              <a:rPr dirty="0" sz="2950" spc="-1345">
                <a:latin typeface="Microsoft YaHei UI"/>
                <a:cs typeface="Microsoft YaHei UI"/>
              </a:rPr>
              <a:t></a:t>
            </a:r>
            <a:endParaRPr sz="295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88562" y="2933014"/>
            <a:ext cx="216598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54175" algn="l"/>
              </a:tabLst>
            </a:pPr>
            <a:r>
              <a:rPr dirty="0" baseline="1851" sz="4500" spc="195">
                <a:latin typeface="Microsoft YaHei UI"/>
                <a:cs typeface="Microsoft YaHei UI"/>
              </a:rPr>
              <a:t>(</a:t>
            </a:r>
            <a:r>
              <a:rPr dirty="0" baseline="1851" sz="4500" spc="307">
                <a:latin typeface="Microsoft YaHei UI"/>
                <a:cs typeface="Microsoft YaHei UI"/>
              </a:rPr>
              <a:t> </a:t>
            </a:r>
            <a:r>
              <a:rPr dirty="0" baseline="5555" sz="4500" spc="-450">
                <a:latin typeface="Microsoft YaHei UI"/>
                <a:cs typeface="Microsoft YaHei UI"/>
              </a:rPr>
              <a:t>1</a:t>
            </a:r>
            <a:r>
              <a:rPr dirty="0" baseline="5555" sz="4500" spc="209">
                <a:latin typeface="Microsoft YaHei UI"/>
                <a:cs typeface="Microsoft YaHei UI"/>
              </a:rPr>
              <a:t> </a:t>
            </a:r>
            <a:r>
              <a:rPr dirty="0" baseline="1851" sz="4500" spc="-2925">
                <a:latin typeface="Microsoft YaHei UI"/>
                <a:cs typeface="Microsoft YaHei UI"/>
              </a:rPr>
              <a:t></a:t>
            </a:r>
            <a:r>
              <a:rPr dirty="0" baseline="1851" sz="4500">
                <a:latin typeface="Microsoft YaHei UI"/>
                <a:cs typeface="Microsoft YaHei UI"/>
              </a:rPr>
              <a:t>	</a:t>
            </a:r>
            <a:r>
              <a:rPr dirty="0" sz="2950" spc="-690">
                <a:latin typeface="Microsoft YaHei UI"/>
                <a:cs typeface="Microsoft YaHei UI"/>
              </a:rPr>
              <a:t>(</a:t>
            </a:r>
            <a:r>
              <a:rPr dirty="0" baseline="3766" sz="4425" spc="-1035">
                <a:latin typeface="Microsoft YaHei UI"/>
                <a:cs typeface="Microsoft YaHei UI"/>
              </a:rPr>
              <a:t>1</a:t>
            </a:r>
            <a:r>
              <a:rPr dirty="0" sz="2950" spc="-690">
                <a:latin typeface="Microsoft YaHei UI"/>
                <a:cs typeface="Microsoft YaHei UI"/>
              </a:rPr>
              <a:t></a:t>
            </a:r>
            <a:endParaRPr sz="295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73236" y="3511537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480196" y="3240163"/>
            <a:ext cx="39179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5925" sz="4500" spc="-1770">
                <a:latin typeface="Microsoft YaHei UI"/>
                <a:cs typeface="Microsoft YaHei UI"/>
              </a:rPr>
              <a:t>1</a:t>
            </a:r>
            <a:r>
              <a:rPr dirty="0" sz="3000" spc="-1180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505596" y="2845066"/>
            <a:ext cx="34099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180">
                <a:latin typeface="Microsoft YaHei UI"/>
                <a:cs typeface="Microsoft YaHei UI"/>
              </a:rPr>
              <a:t>1</a:t>
            </a:r>
            <a:r>
              <a:rPr dirty="0" baseline="-3703" sz="4500" spc="-1770">
                <a:latin typeface="Microsoft YaHei UI"/>
                <a:cs typeface="Microsoft YaHei UI"/>
              </a:rPr>
              <a:t></a:t>
            </a:r>
            <a:endParaRPr baseline="-3703" sz="4500">
              <a:latin typeface="Microsoft YaHei UI"/>
              <a:cs typeface="Microsoft YaHei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637462" y="3511537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612062" y="3419741"/>
            <a:ext cx="65849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25925" sz="4500" spc="-960">
                <a:latin typeface="Microsoft YaHei UI"/>
                <a:cs typeface="Microsoft YaHei UI"/>
              </a:rPr>
              <a:t></a:t>
            </a:r>
            <a:r>
              <a:rPr dirty="0" sz="3000" spc="-640">
                <a:latin typeface="Microsoft YaHei UI"/>
                <a:cs typeface="Microsoft YaHei UI"/>
              </a:rPr>
              <a:t>–1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93611" y="3126422"/>
            <a:ext cx="123888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i="1">
                <a:latin typeface="Times New Roman"/>
                <a:cs typeface="Times New Roman"/>
              </a:rPr>
              <a:t>U</a:t>
            </a:r>
            <a:r>
              <a:rPr dirty="0" sz="3000" spc="315" i="1">
                <a:latin typeface="Times New Roman"/>
                <a:cs typeface="Times New Roman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140">
                <a:latin typeface="Microsoft YaHei UI"/>
                <a:cs typeface="Microsoft YaHei UI"/>
              </a:rPr>
              <a:t> </a:t>
            </a:r>
            <a:r>
              <a:rPr dirty="0" baseline="37037" sz="4500" spc="-2790">
                <a:latin typeface="Microsoft YaHei UI"/>
                <a:cs typeface="Microsoft YaHei UI"/>
              </a:rPr>
              <a:t></a:t>
            </a:r>
            <a:r>
              <a:rPr dirty="0" baseline="37037" sz="4500" spc="-104">
                <a:latin typeface="Microsoft YaHei UI"/>
                <a:cs typeface="Microsoft YaHei UI"/>
              </a:rPr>
              <a:t> </a:t>
            </a:r>
            <a:r>
              <a:rPr dirty="0" baseline="40740" sz="4500" spc="-75">
                <a:latin typeface="Microsoft YaHei UI"/>
                <a:cs typeface="Microsoft YaHei UI"/>
              </a:rPr>
              <a:t>1</a:t>
            </a:r>
            <a:endParaRPr baseline="40740" sz="450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34389" y="4072432"/>
            <a:ext cx="33020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95">
                <a:latin typeface="Microsoft YaHei UI"/>
                <a:cs typeface="Microsoft YaHei UI"/>
              </a:rPr>
              <a:t>Inverting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U,</a:t>
            </a:r>
            <a:r>
              <a:rPr dirty="0" sz="2800" spc="-95">
                <a:latin typeface="Microsoft YaHei UI"/>
                <a:cs typeface="Microsoft YaHei UI"/>
              </a:rPr>
              <a:t> </a:t>
            </a:r>
            <a:r>
              <a:rPr dirty="0" sz="2800" spc="-30">
                <a:latin typeface="Microsoft YaHei UI"/>
                <a:cs typeface="Microsoft YaHei UI"/>
              </a:rPr>
              <a:t>we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85">
                <a:latin typeface="Microsoft YaHei UI"/>
                <a:cs typeface="Microsoft YaHei UI"/>
              </a:rPr>
              <a:t>have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349470" y="5022964"/>
            <a:ext cx="9480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spc="-265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2</a:t>
            </a:r>
            <a:r>
              <a:rPr dirty="0" sz="3000" spc="-10">
                <a:latin typeface="Microsoft YaHei UI"/>
                <a:cs typeface="Microsoft YaHei UI"/>
              </a:rPr>
              <a:t> </a:t>
            </a:r>
            <a:r>
              <a:rPr dirty="0" baseline="25925" sz="4500" spc="-2865">
                <a:latin typeface="Microsoft YaHei UI"/>
                <a:cs typeface="Microsoft YaHei UI"/>
              </a:rPr>
              <a:t></a:t>
            </a:r>
            <a:endParaRPr baseline="25925" sz="4500">
              <a:latin typeface="Microsoft YaHei UI"/>
              <a:cs typeface="Microsoft YaHei U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79150" y="4448289"/>
            <a:ext cx="99314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14">
                <a:latin typeface="Microsoft YaHei UI"/>
                <a:cs typeface="Microsoft YaHei UI"/>
              </a:rPr>
              <a:t>–1/</a:t>
            </a:r>
            <a:r>
              <a:rPr dirty="0" sz="3000" spc="-340">
                <a:latin typeface="Microsoft YaHei UI"/>
                <a:cs typeface="Microsoft YaHei UI"/>
              </a:rPr>
              <a:t> </a:t>
            </a:r>
            <a:r>
              <a:rPr dirty="0" sz="3000" spc="-1065">
                <a:latin typeface="Microsoft YaHei UI"/>
                <a:cs typeface="Microsoft YaHei UI"/>
              </a:rPr>
              <a:t>2</a:t>
            </a:r>
            <a:r>
              <a:rPr dirty="0" baseline="-3703" sz="4500" spc="-1597">
                <a:latin typeface="Microsoft YaHei UI"/>
                <a:cs typeface="Microsoft YaHei UI"/>
              </a:rPr>
              <a:t></a:t>
            </a:r>
            <a:endParaRPr baseline="-3703" sz="4500">
              <a:latin typeface="Microsoft YaHei UI"/>
              <a:cs typeface="Microsoft YaHei U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26219" y="5114747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200819" y="5022964"/>
            <a:ext cx="77152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25925" sz="4500" spc="-1327">
                <a:latin typeface="Microsoft YaHei UI"/>
                <a:cs typeface="Microsoft YaHei UI"/>
              </a:rPr>
              <a:t></a:t>
            </a:r>
            <a:r>
              <a:rPr dirty="0" sz="3000" spc="-885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219667" y="4448289"/>
            <a:ext cx="17526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40740" sz="4500" i="1">
                <a:latin typeface="Times New Roman"/>
                <a:cs typeface="Times New Roman"/>
              </a:rPr>
              <a:t>U</a:t>
            </a:r>
            <a:r>
              <a:rPr dirty="0" baseline="-40740" sz="4500" spc="-352" i="1">
                <a:latin typeface="Times New Roman"/>
                <a:cs typeface="Times New Roman"/>
              </a:rPr>
              <a:t> </a:t>
            </a:r>
            <a:r>
              <a:rPr dirty="0" baseline="-26984" sz="2625">
                <a:latin typeface="Microsoft YaHei UI"/>
                <a:cs typeface="Microsoft YaHei UI"/>
              </a:rPr>
              <a:t>–1</a:t>
            </a:r>
            <a:r>
              <a:rPr dirty="0" baseline="-26984" sz="2625" spc="195">
                <a:latin typeface="Microsoft YaHei UI"/>
                <a:cs typeface="Microsoft YaHei UI"/>
              </a:rPr>
              <a:t> </a:t>
            </a:r>
            <a:r>
              <a:rPr dirty="0" baseline="-40740" sz="4500" spc="-869">
                <a:latin typeface="Microsoft YaHei UI"/>
                <a:cs typeface="Microsoft YaHei UI"/>
              </a:rPr>
              <a:t>=</a:t>
            </a:r>
            <a:r>
              <a:rPr dirty="0" baseline="-40740" sz="4500" spc="-232">
                <a:latin typeface="Microsoft YaHei UI"/>
                <a:cs typeface="Microsoft YaHei UI"/>
              </a:rPr>
              <a:t> </a:t>
            </a:r>
            <a:r>
              <a:rPr dirty="0" baseline="-3703" sz="4500" spc="-1327">
                <a:latin typeface="Microsoft YaHei UI"/>
                <a:cs typeface="Microsoft YaHei UI"/>
              </a:rPr>
              <a:t></a:t>
            </a:r>
            <a:r>
              <a:rPr dirty="0" sz="3000" spc="-885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133496" y="6008399"/>
            <a:ext cx="320675" cy="317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00" spc="-170" b="1" i="1">
                <a:latin typeface="Verdana"/>
                <a:cs typeface="Verdana"/>
              </a:rPr>
              <a:t>–1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36701" y="5967956"/>
            <a:ext cx="297561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71445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Then,</a:t>
            </a:r>
            <a:r>
              <a:rPr dirty="0" sz="2800" spc="-175">
                <a:latin typeface="Microsoft YaHei UI"/>
                <a:cs typeface="Microsoft YaHei UI"/>
              </a:rPr>
              <a:t> </a:t>
            </a:r>
            <a:r>
              <a:rPr dirty="0" sz="2900" spc="-305" b="1" i="1">
                <a:latin typeface="Verdana"/>
                <a:cs typeface="Verdana"/>
              </a:rPr>
              <a:t>S=UΛU</a:t>
            </a:r>
            <a:r>
              <a:rPr dirty="0" sz="2900" b="1" i="1">
                <a:latin typeface="Verdana"/>
                <a:cs typeface="Verdana"/>
              </a:rPr>
              <a:t>	</a:t>
            </a:r>
            <a:r>
              <a:rPr dirty="0" sz="2900" spc="-175" b="1" i="1">
                <a:latin typeface="Verdana"/>
                <a:cs typeface="Verdana"/>
              </a:rPr>
              <a:t>=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015153" y="6298831"/>
            <a:ext cx="141160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76960" algn="l"/>
              </a:tabLst>
            </a:pPr>
            <a:r>
              <a:rPr dirty="0" sz="3000" spc="-1785">
                <a:latin typeface="Microsoft YaHei UI"/>
                <a:cs typeface="Microsoft YaHei UI"/>
              </a:rPr>
              <a:t>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785">
                <a:latin typeface="Microsoft YaHei UI"/>
                <a:cs typeface="Microsoft YaHei UI"/>
              </a:rPr>
              <a:t>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980230" y="6298831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280961" y="5520019"/>
            <a:ext cx="1043940" cy="1174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350" marR="30480" indent="-95885">
              <a:lnSpc>
                <a:spcPct val="125699"/>
              </a:lnSpc>
              <a:spcBef>
                <a:spcPts val="90"/>
              </a:spcBef>
            </a:pPr>
            <a:r>
              <a:rPr dirty="0" sz="3000" spc="-114">
                <a:latin typeface="Microsoft YaHei UI"/>
                <a:cs typeface="Microsoft YaHei UI"/>
              </a:rPr>
              <a:t>–1/</a:t>
            </a:r>
            <a:r>
              <a:rPr dirty="0" sz="3000" spc="-340">
                <a:latin typeface="Microsoft YaHei UI"/>
                <a:cs typeface="Microsoft YaHei UI"/>
              </a:rPr>
              <a:t> </a:t>
            </a:r>
            <a:r>
              <a:rPr dirty="0" sz="3000" spc="-1065">
                <a:latin typeface="Microsoft YaHei UI"/>
                <a:cs typeface="Microsoft YaHei UI"/>
              </a:rPr>
              <a:t>2</a:t>
            </a:r>
            <a:r>
              <a:rPr dirty="0" baseline="-3703" sz="4500" spc="-1597">
                <a:latin typeface="Microsoft YaHei UI"/>
                <a:cs typeface="Microsoft YaHei UI"/>
              </a:rPr>
              <a:t></a:t>
            </a:r>
            <a:r>
              <a:rPr dirty="0" baseline="-3703" sz="4500" spc="-397">
                <a:latin typeface="Microsoft YaHei UI"/>
                <a:cs typeface="Microsoft YaHei UI"/>
              </a:rPr>
              <a:t> </a:t>
            </a:r>
            <a:r>
              <a:rPr dirty="0" sz="3000" spc="-265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2</a:t>
            </a:r>
            <a:r>
              <a:rPr dirty="0" sz="3000" spc="-10">
                <a:latin typeface="Microsoft YaHei UI"/>
                <a:cs typeface="Microsoft YaHei UI"/>
              </a:rPr>
              <a:t> </a:t>
            </a:r>
            <a:r>
              <a:rPr dirty="0" baseline="25925" sz="4500" spc="-2865">
                <a:latin typeface="Microsoft YaHei UI"/>
                <a:cs typeface="Microsoft YaHei UI"/>
              </a:rPr>
              <a:t></a:t>
            </a:r>
            <a:endParaRPr baseline="25925" sz="4500">
              <a:latin typeface="Microsoft YaHei UI"/>
              <a:cs typeface="Microsoft YaHei U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860173" y="6207048"/>
            <a:ext cx="113982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spc="-910">
                <a:latin typeface="Microsoft YaHei UI"/>
                <a:cs typeface="Microsoft YaHei UI"/>
              </a:rPr>
              <a:t>3</a:t>
            </a:r>
            <a:r>
              <a:rPr dirty="0" baseline="25925" sz="4500" spc="-1364">
                <a:latin typeface="Microsoft YaHei UI"/>
                <a:cs typeface="Microsoft YaHei UI"/>
              </a:rPr>
              <a:t></a:t>
            </a:r>
            <a:r>
              <a:rPr dirty="0" sz="3000" spc="-910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954830" y="6027458"/>
            <a:ext cx="163957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904875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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baseline="-25925" sz="4500" spc="-1612">
                <a:latin typeface="Microsoft YaHei UI"/>
                <a:cs typeface="Microsoft YaHei UI"/>
              </a:rPr>
              <a:t>1</a:t>
            </a:r>
            <a:r>
              <a:rPr dirty="0" sz="3000" spc="-1075">
                <a:latin typeface="Microsoft YaHei UI"/>
                <a:cs typeface="Microsoft YaHei UI"/>
              </a:rPr>
              <a:t></a:t>
            </a:r>
            <a:r>
              <a:rPr dirty="0" baseline="-25925" sz="4500" spc="-1612">
                <a:latin typeface="Microsoft YaHei UI"/>
                <a:cs typeface="Microsoft YaHei UI"/>
              </a:rPr>
              <a:t>0</a:t>
            </a:r>
            <a:endParaRPr baseline="-25925" sz="4500">
              <a:latin typeface="Microsoft YaHei UI"/>
              <a:cs typeface="Microsoft YaHei U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35767" y="6207048"/>
            <a:ext cx="451484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25">
                <a:latin typeface="Microsoft YaHei UI"/>
                <a:cs typeface="Microsoft YaHei UI"/>
              </a:rPr>
              <a:t>–1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980230" y="5059441"/>
            <a:ext cx="2994025" cy="106108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algn="ctr" marR="575310">
              <a:lnSpc>
                <a:spcPct val="100000"/>
              </a:lnSpc>
              <a:spcBef>
                <a:spcPts val="570"/>
              </a:spcBef>
            </a:pP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  <a:tabLst>
                <a:tab pos="866775" algn="l"/>
                <a:tab pos="1901825" algn="l"/>
              </a:tabLst>
            </a:pPr>
            <a:r>
              <a:rPr dirty="0" baseline="-3703" sz="4500" spc="-2790">
                <a:latin typeface="Microsoft YaHei UI"/>
                <a:cs typeface="Microsoft YaHei UI"/>
              </a:rPr>
              <a:t></a:t>
            </a:r>
            <a:r>
              <a:rPr dirty="0" baseline="-3703" sz="4500" spc="-112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1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080">
                <a:latin typeface="Microsoft YaHei UI"/>
                <a:cs typeface="Microsoft YaHei UI"/>
              </a:rPr>
              <a:t>1</a:t>
            </a:r>
            <a:r>
              <a:rPr dirty="0" baseline="-3703" sz="4500" spc="-1620">
                <a:latin typeface="Microsoft YaHei UI"/>
                <a:cs typeface="Microsoft YaHei UI"/>
              </a:rPr>
              <a:t></a:t>
            </a:r>
            <a:r>
              <a:rPr dirty="0" sz="3000" spc="-1080">
                <a:latin typeface="Microsoft YaHei UI"/>
                <a:cs typeface="Microsoft YaHei UI"/>
              </a:rPr>
              <a:t>1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905">
                <a:latin typeface="Microsoft YaHei UI"/>
                <a:cs typeface="Microsoft YaHei UI"/>
              </a:rPr>
              <a:t>0</a:t>
            </a:r>
            <a:r>
              <a:rPr dirty="0" baseline="-3703" sz="4500" spc="-1357">
                <a:latin typeface="Microsoft YaHei UI"/>
                <a:cs typeface="Microsoft YaHei UI"/>
              </a:rPr>
              <a:t></a:t>
            </a:r>
            <a:r>
              <a:rPr dirty="0" sz="3000" spc="-905">
                <a:latin typeface="Microsoft YaHei UI"/>
                <a:cs typeface="Microsoft YaHei UI"/>
              </a:rPr>
              <a:t>1/</a:t>
            </a:r>
            <a:r>
              <a:rPr dirty="0" sz="3000" spc="-365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endParaRPr sz="3000">
              <a:latin typeface="Microsoft YaHei UI"/>
              <a:cs typeface="Microsoft YaHei U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472961" y="4563478"/>
            <a:ext cx="2399030" cy="963930"/>
            <a:chOff x="5472961" y="4563478"/>
            <a:chExt cx="2399030" cy="963930"/>
          </a:xfrm>
        </p:grpSpPr>
        <p:sp>
          <p:nvSpPr>
            <p:cNvPr id="37" name="object 37" descr=""/>
            <p:cNvSpPr/>
            <p:nvPr/>
          </p:nvSpPr>
          <p:spPr>
            <a:xfrm>
              <a:off x="5481828" y="4568952"/>
              <a:ext cx="2385060" cy="954405"/>
            </a:xfrm>
            <a:custGeom>
              <a:avLst/>
              <a:gdLst/>
              <a:ahLst/>
              <a:cxnLst/>
              <a:rect l="l" t="t" r="r" b="b"/>
              <a:pathLst>
                <a:path w="2385059" h="954404">
                  <a:moveTo>
                    <a:pt x="2385060" y="0"/>
                  </a:moveTo>
                  <a:lnTo>
                    <a:pt x="795527" y="0"/>
                  </a:lnTo>
                  <a:lnTo>
                    <a:pt x="795527" y="356616"/>
                  </a:lnTo>
                  <a:lnTo>
                    <a:pt x="406908" y="356616"/>
                  </a:lnTo>
                  <a:lnTo>
                    <a:pt x="406908" y="237744"/>
                  </a:lnTo>
                  <a:lnTo>
                    <a:pt x="0" y="477012"/>
                  </a:lnTo>
                  <a:lnTo>
                    <a:pt x="406908" y="714756"/>
                  </a:lnTo>
                  <a:lnTo>
                    <a:pt x="406908" y="595884"/>
                  </a:lnTo>
                  <a:lnTo>
                    <a:pt x="795527" y="595884"/>
                  </a:lnTo>
                  <a:lnTo>
                    <a:pt x="795527" y="954024"/>
                  </a:lnTo>
                  <a:lnTo>
                    <a:pt x="2385060" y="954024"/>
                  </a:lnTo>
                  <a:lnTo>
                    <a:pt x="2385060" y="0"/>
                  </a:lnTo>
                  <a:close/>
                </a:path>
              </a:pathLst>
            </a:custGeom>
            <a:solidFill>
              <a:srgbClr val="00E4A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472961" y="4563478"/>
              <a:ext cx="2399030" cy="963930"/>
            </a:xfrm>
            <a:custGeom>
              <a:avLst/>
              <a:gdLst/>
              <a:ahLst/>
              <a:cxnLst/>
              <a:rect l="l" t="t" r="r" b="b"/>
              <a:pathLst>
                <a:path w="2399029" h="963929">
                  <a:moveTo>
                    <a:pt x="799479" y="601078"/>
                  </a:moveTo>
                  <a:lnTo>
                    <a:pt x="799479" y="963637"/>
                  </a:lnTo>
                  <a:lnTo>
                    <a:pt x="2398727" y="963637"/>
                  </a:lnTo>
                  <a:lnTo>
                    <a:pt x="2398727" y="958875"/>
                  </a:lnTo>
                  <a:lnTo>
                    <a:pt x="809004" y="958875"/>
                  </a:lnTo>
                  <a:lnTo>
                    <a:pt x="804242" y="954112"/>
                  </a:lnTo>
                  <a:lnTo>
                    <a:pt x="809004" y="954112"/>
                  </a:lnTo>
                  <a:lnTo>
                    <a:pt x="809004" y="605840"/>
                  </a:lnTo>
                  <a:lnTo>
                    <a:pt x="804242" y="605840"/>
                  </a:lnTo>
                  <a:lnTo>
                    <a:pt x="799479" y="601078"/>
                  </a:lnTo>
                  <a:close/>
                </a:path>
                <a:path w="2399029" h="963929">
                  <a:moveTo>
                    <a:pt x="809004" y="954112"/>
                  </a:moveTo>
                  <a:lnTo>
                    <a:pt x="804242" y="954112"/>
                  </a:lnTo>
                  <a:lnTo>
                    <a:pt x="809004" y="958875"/>
                  </a:lnTo>
                  <a:lnTo>
                    <a:pt x="809004" y="954112"/>
                  </a:lnTo>
                  <a:close/>
                </a:path>
                <a:path w="2399029" h="963929">
                  <a:moveTo>
                    <a:pt x="2389202" y="954112"/>
                  </a:moveTo>
                  <a:lnTo>
                    <a:pt x="809004" y="954112"/>
                  </a:lnTo>
                  <a:lnTo>
                    <a:pt x="809004" y="958875"/>
                  </a:lnTo>
                  <a:lnTo>
                    <a:pt x="2389202" y="958875"/>
                  </a:lnTo>
                  <a:lnTo>
                    <a:pt x="2389202" y="954112"/>
                  </a:lnTo>
                  <a:close/>
                </a:path>
                <a:path w="2399029" h="963929">
                  <a:moveTo>
                    <a:pt x="2389202" y="4762"/>
                  </a:moveTo>
                  <a:lnTo>
                    <a:pt x="2389202" y="958875"/>
                  </a:lnTo>
                  <a:lnTo>
                    <a:pt x="2393964" y="954112"/>
                  </a:lnTo>
                  <a:lnTo>
                    <a:pt x="2398727" y="954112"/>
                  </a:lnTo>
                  <a:lnTo>
                    <a:pt x="2398727" y="9525"/>
                  </a:lnTo>
                  <a:lnTo>
                    <a:pt x="2393964" y="9525"/>
                  </a:lnTo>
                  <a:lnTo>
                    <a:pt x="2389202" y="4762"/>
                  </a:lnTo>
                  <a:close/>
                </a:path>
                <a:path w="2399029" h="963929">
                  <a:moveTo>
                    <a:pt x="2398727" y="954112"/>
                  </a:moveTo>
                  <a:lnTo>
                    <a:pt x="2393964" y="954112"/>
                  </a:lnTo>
                  <a:lnTo>
                    <a:pt x="2389202" y="958875"/>
                  </a:lnTo>
                  <a:lnTo>
                    <a:pt x="2398727" y="958875"/>
                  </a:lnTo>
                  <a:lnTo>
                    <a:pt x="2398727" y="954112"/>
                  </a:lnTo>
                  <a:close/>
                </a:path>
                <a:path w="2399029" h="963929">
                  <a:moveTo>
                    <a:pt x="420917" y="234975"/>
                  </a:moveTo>
                  <a:lnTo>
                    <a:pt x="0" y="481818"/>
                  </a:lnTo>
                  <a:lnTo>
                    <a:pt x="420917" y="728662"/>
                  </a:lnTo>
                  <a:lnTo>
                    <a:pt x="420917" y="720344"/>
                  </a:lnTo>
                  <a:lnTo>
                    <a:pt x="411392" y="720344"/>
                  </a:lnTo>
                  <a:lnTo>
                    <a:pt x="411392" y="712034"/>
                  </a:lnTo>
                  <a:lnTo>
                    <a:pt x="25824" y="485927"/>
                  </a:lnTo>
                  <a:lnTo>
                    <a:pt x="11812" y="485927"/>
                  </a:lnTo>
                  <a:lnTo>
                    <a:pt x="11812" y="477710"/>
                  </a:lnTo>
                  <a:lnTo>
                    <a:pt x="25824" y="477710"/>
                  </a:lnTo>
                  <a:lnTo>
                    <a:pt x="411392" y="251603"/>
                  </a:lnTo>
                  <a:lnTo>
                    <a:pt x="411392" y="243293"/>
                  </a:lnTo>
                  <a:lnTo>
                    <a:pt x="420917" y="243293"/>
                  </a:lnTo>
                  <a:lnTo>
                    <a:pt x="420917" y="234975"/>
                  </a:lnTo>
                  <a:close/>
                </a:path>
                <a:path w="2399029" h="963929">
                  <a:moveTo>
                    <a:pt x="411392" y="712034"/>
                  </a:moveTo>
                  <a:lnTo>
                    <a:pt x="411392" y="720344"/>
                  </a:lnTo>
                  <a:lnTo>
                    <a:pt x="418568" y="716241"/>
                  </a:lnTo>
                  <a:lnTo>
                    <a:pt x="411392" y="712034"/>
                  </a:lnTo>
                  <a:close/>
                </a:path>
                <a:path w="2399029" h="963929">
                  <a:moveTo>
                    <a:pt x="809004" y="596315"/>
                  </a:moveTo>
                  <a:lnTo>
                    <a:pt x="411392" y="596315"/>
                  </a:lnTo>
                  <a:lnTo>
                    <a:pt x="411392" y="712034"/>
                  </a:lnTo>
                  <a:lnTo>
                    <a:pt x="418568" y="716241"/>
                  </a:lnTo>
                  <a:lnTo>
                    <a:pt x="411392" y="720344"/>
                  </a:lnTo>
                  <a:lnTo>
                    <a:pt x="420917" y="720344"/>
                  </a:lnTo>
                  <a:lnTo>
                    <a:pt x="420917" y="605840"/>
                  </a:lnTo>
                  <a:lnTo>
                    <a:pt x="416155" y="605840"/>
                  </a:lnTo>
                  <a:lnTo>
                    <a:pt x="420917" y="601078"/>
                  </a:lnTo>
                  <a:lnTo>
                    <a:pt x="809004" y="601078"/>
                  </a:lnTo>
                  <a:lnTo>
                    <a:pt x="809004" y="596315"/>
                  </a:lnTo>
                  <a:close/>
                </a:path>
                <a:path w="2399029" h="963929">
                  <a:moveTo>
                    <a:pt x="420917" y="601078"/>
                  </a:moveTo>
                  <a:lnTo>
                    <a:pt x="416155" y="605840"/>
                  </a:lnTo>
                  <a:lnTo>
                    <a:pt x="420917" y="605840"/>
                  </a:lnTo>
                  <a:lnTo>
                    <a:pt x="420917" y="601078"/>
                  </a:lnTo>
                  <a:close/>
                </a:path>
                <a:path w="2399029" h="963929">
                  <a:moveTo>
                    <a:pt x="799479" y="601078"/>
                  </a:moveTo>
                  <a:lnTo>
                    <a:pt x="420917" y="601078"/>
                  </a:lnTo>
                  <a:lnTo>
                    <a:pt x="420917" y="605840"/>
                  </a:lnTo>
                  <a:lnTo>
                    <a:pt x="799479" y="605840"/>
                  </a:lnTo>
                  <a:lnTo>
                    <a:pt x="799479" y="601078"/>
                  </a:lnTo>
                  <a:close/>
                </a:path>
                <a:path w="2399029" h="963929">
                  <a:moveTo>
                    <a:pt x="809004" y="601078"/>
                  </a:moveTo>
                  <a:lnTo>
                    <a:pt x="799479" y="601078"/>
                  </a:lnTo>
                  <a:lnTo>
                    <a:pt x="804242" y="605840"/>
                  </a:lnTo>
                  <a:lnTo>
                    <a:pt x="809004" y="605840"/>
                  </a:lnTo>
                  <a:lnTo>
                    <a:pt x="809004" y="601078"/>
                  </a:lnTo>
                  <a:close/>
                </a:path>
                <a:path w="2399029" h="963929">
                  <a:moveTo>
                    <a:pt x="11812" y="477710"/>
                  </a:moveTo>
                  <a:lnTo>
                    <a:pt x="11812" y="485927"/>
                  </a:lnTo>
                  <a:lnTo>
                    <a:pt x="18818" y="481818"/>
                  </a:lnTo>
                  <a:lnTo>
                    <a:pt x="11812" y="477710"/>
                  </a:lnTo>
                  <a:close/>
                </a:path>
                <a:path w="2399029" h="963929">
                  <a:moveTo>
                    <a:pt x="18818" y="481818"/>
                  </a:moveTo>
                  <a:lnTo>
                    <a:pt x="11812" y="485927"/>
                  </a:lnTo>
                  <a:lnTo>
                    <a:pt x="25824" y="485927"/>
                  </a:lnTo>
                  <a:lnTo>
                    <a:pt x="18818" y="481818"/>
                  </a:lnTo>
                  <a:close/>
                </a:path>
                <a:path w="2399029" h="963929">
                  <a:moveTo>
                    <a:pt x="25824" y="477710"/>
                  </a:moveTo>
                  <a:lnTo>
                    <a:pt x="11812" y="477710"/>
                  </a:lnTo>
                  <a:lnTo>
                    <a:pt x="18818" y="481818"/>
                  </a:lnTo>
                  <a:lnTo>
                    <a:pt x="25824" y="477710"/>
                  </a:lnTo>
                  <a:close/>
                </a:path>
                <a:path w="2399029" h="963929">
                  <a:moveTo>
                    <a:pt x="420917" y="243293"/>
                  </a:moveTo>
                  <a:lnTo>
                    <a:pt x="411392" y="243293"/>
                  </a:lnTo>
                  <a:lnTo>
                    <a:pt x="418568" y="247395"/>
                  </a:lnTo>
                  <a:lnTo>
                    <a:pt x="411392" y="251603"/>
                  </a:lnTo>
                  <a:lnTo>
                    <a:pt x="411392" y="367322"/>
                  </a:lnTo>
                  <a:lnTo>
                    <a:pt x="809004" y="367322"/>
                  </a:lnTo>
                  <a:lnTo>
                    <a:pt x="809004" y="362559"/>
                  </a:lnTo>
                  <a:lnTo>
                    <a:pt x="420917" y="362559"/>
                  </a:lnTo>
                  <a:lnTo>
                    <a:pt x="416155" y="357797"/>
                  </a:lnTo>
                  <a:lnTo>
                    <a:pt x="420917" y="357797"/>
                  </a:lnTo>
                  <a:lnTo>
                    <a:pt x="420917" y="243293"/>
                  </a:lnTo>
                  <a:close/>
                </a:path>
                <a:path w="2399029" h="963929">
                  <a:moveTo>
                    <a:pt x="420917" y="357797"/>
                  </a:moveTo>
                  <a:lnTo>
                    <a:pt x="416155" y="357797"/>
                  </a:lnTo>
                  <a:lnTo>
                    <a:pt x="420917" y="362559"/>
                  </a:lnTo>
                  <a:lnTo>
                    <a:pt x="420917" y="357797"/>
                  </a:lnTo>
                  <a:close/>
                </a:path>
                <a:path w="2399029" h="963929">
                  <a:moveTo>
                    <a:pt x="799479" y="357797"/>
                  </a:moveTo>
                  <a:lnTo>
                    <a:pt x="420917" y="357797"/>
                  </a:lnTo>
                  <a:lnTo>
                    <a:pt x="420917" y="362559"/>
                  </a:lnTo>
                  <a:lnTo>
                    <a:pt x="799479" y="362559"/>
                  </a:lnTo>
                  <a:lnTo>
                    <a:pt x="799479" y="357797"/>
                  </a:lnTo>
                  <a:close/>
                </a:path>
                <a:path w="2399029" h="963929">
                  <a:moveTo>
                    <a:pt x="2398727" y="0"/>
                  </a:moveTo>
                  <a:lnTo>
                    <a:pt x="799479" y="0"/>
                  </a:lnTo>
                  <a:lnTo>
                    <a:pt x="799479" y="362559"/>
                  </a:lnTo>
                  <a:lnTo>
                    <a:pt x="804242" y="357797"/>
                  </a:lnTo>
                  <a:lnTo>
                    <a:pt x="809004" y="357797"/>
                  </a:lnTo>
                  <a:lnTo>
                    <a:pt x="809004" y="9525"/>
                  </a:lnTo>
                  <a:lnTo>
                    <a:pt x="804242" y="9525"/>
                  </a:lnTo>
                  <a:lnTo>
                    <a:pt x="809004" y="4762"/>
                  </a:lnTo>
                  <a:lnTo>
                    <a:pt x="2398727" y="4762"/>
                  </a:lnTo>
                  <a:lnTo>
                    <a:pt x="2398727" y="0"/>
                  </a:lnTo>
                  <a:close/>
                </a:path>
                <a:path w="2399029" h="963929">
                  <a:moveTo>
                    <a:pt x="809004" y="357797"/>
                  </a:moveTo>
                  <a:lnTo>
                    <a:pt x="804242" y="357797"/>
                  </a:lnTo>
                  <a:lnTo>
                    <a:pt x="799479" y="362559"/>
                  </a:lnTo>
                  <a:lnTo>
                    <a:pt x="809004" y="362559"/>
                  </a:lnTo>
                  <a:lnTo>
                    <a:pt x="809004" y="357797"/>
                  </a:lnTo>
                  <a:close/>
                </a:path>
                <a:path w="2399029" h="963929">
                  <a:moveTo>
                    <a:pt x="411392" y="243293"/>
                  </a:moveTo>
                  <a:lnTo>
                    <a:pt x="411392" y="251603"/>
                  </a:lnTo>
                  <a:lnTo>
                    <a:pt x="418568" y="247395"/>
                  </a:lnTo>
                  <a:lnTo>
                    <a:pt x="411392" y="243293"/>
                  </a:lnTo>
                  <a:close/>
                </a:path>
                <a:path w="2399029" h="963929">
                  <a:moveTo>
                    <a:pt x="809004" y="4762"/>
                  </a:moveTo>
                  <a:lnTo>
                    <a:pt x="804242" y="9525"/>
                  </a:lnTo>
                  <a:lnTo>
                    <a:pt x="809004" y="9525"/>
                  </a:lnTo>
                  <a:lnTo>
                    <a:pt x="809004" y="4762"/>
                  </a:lnTo>
                  <a:close/>
                </a:path>
                <a:path w="2399029" h="963929">
                  <a:moveTo>
                    <a:pt x="2389202" y="4762"/>
                  </a:moveTo>
                  <a:lnTo>
                    <a:pt x="809004" y="4762"/>
                  </a:lnTo>
                  <a:lnTo>
                    <a:pt x="809004" y="9525"/>
                  </a:lnTo>
                  <a:lnTo>
                    <a:pt x="2389202" y="9525"/>
                  </a:lnTo>
                  <a:lnTo>
                    <a:pt x="2389202" y="4762"/>
                  </a:lnTo>
                  <a:close/>
                </a:path>
                <a:path w="2399029" h="963929">
                  <a:moveTo>
                    <a:pt x="2398727" y="4762"/>
                  </a:moveTo>
                  <a:lnTo>
                    <a:pt x="2389202" y="4762"/>
                  </a:lnTo>
                  <a:lnTo>
                    <a:pt x="2393964" y="9525"/>
                  </a:lnTo>
                  <a:lnTo>
                    <a:pt x="2398727" y="9525"/>
                  </a:lnTo>
                  <a:lnTo>
                    <a:pt x="2398727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6338163" y="4605070"/>
            <a:ext cx="146685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 indent="23812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Microsoft YaHei UI"/>
                <a:cs typeface="Microsoft YaHei UI"/>
              </a:rPr>
              <a:t>Recall </a:t>
            </a:r>
            <a:r>
              <a:rPr dirty="0" sz="2800" spc="-80">
                <a:latin typeface="Microsoft YaHei UI"/>
                <a:cs typeface="Microsoft YaHei UI"/>
              </a:rPr>
              <a:t>UU</a:t>
            </a:r>
            <a:r>
              <a:rPr dirty="0" baseline="21604" sz="2700" spc="-120">
                <a:latin typeface="Microsoft YaHei UI"/>
                <a:cs typeface="Microsoft YaHei UI"/>
              </a:rPr>
              <a:t>–1</a:t>
            </a:r>
            <a:r>
              <a:rPr dirty="0" baseline="21604" sz="2700" spc="97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=1.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125929" y="6301917"/>
            <a:ext cx="4826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860">
                <a:latin typeface="Microsoft YaHei UI"/>
                <a:cs typeface="Microsoft YaHei UI"/>
              </a:rPr>
              <a:t></a:t>
            </a:r>
            <a:r>
              <a:rPr dirty="0" sz="3000" spc="10">
                <a:latin typeface="Microsoft YaHei UI"/>
                <a:cs typeface="Microsoft YaHei UI"/>
              </a:rPr>
              <a:t> </a:t>
            </a:r>
            <a:r>
              <a:rPr dirty="0" sz="1400" spc="-25">
                <a:latin typeface="Microsoft YaHei UI"/>
                <a:cs typeface="Microsoft YaHei UI"/>
              </a:rPr>
              <a:t>10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8" rIns="0" bIns="0" rtlCol="0" vert="horz">
            <a:spAutoFit/>
          </a:bodyPr>
          <a:lstStyle/>
          <a:p>
            <a:pPr marL="920115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Diagonal</a:t>
            </a:r>
            <a:r>
              <a:rPr dirty="0" sz="4000" spc="-260"/>
              <a:t> </a:t>
            </a:r>
            <a:r>
              <a:rPr dirty="0" sz="4000" spc="-45"/>
              <a:t>Decomposition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3252" y="2518306"/>
            <a:ext cx="560578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800" spc="-65">
                <a:latin typeface="Microsoft YaHei UI"/>
                <a:cs typeface="Microsoft YaHei UI"/>
              </a:rPr>
              <a:t>Let’s</a:t>
            </a:r>
            <a:r>
              <a:rPr dirty="0" sz="2800" spc="-14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divide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900" spc="-310" b="1" i="1">
                <a:latin typeface="Verdana"/>
                <a:cs typeface="Verdana"/>
              </a:rPr>
              <a:t>U</a:t>
            </a:r>
            <a:r>
              <a:rPr dirty="0" sz="2900" spc="-170" b="1" i="1">
                <a:latin typeface="Verdana"/>
                <a:cs typeface="Verdana"/>
              </a:rPr>
              <a:t> </a:t>
            </a:r>
            <a:r>
              <a:rPr dirty="0" sz="2800" spc="-50">
                <a:latin typeface="Microsoft YaHei UI"/>
                <a:cs typeface="Microsoft YaHei UI"/>
              </a:rPr>
              <a:t>(and </a:t>
            </a:r>
            <a:r>
              <a:rPr dirty="0" sz="2800" spc="-145">
                <a:latin typeface="Microsoft YaHei UI"/>
                <a:cs typeface="Microsoft YaHei UI"/>
              </a:rPr>
              <a:t>multiply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900" spc="-145" b="1" i="1">
                <a:latin typeface="Verdana"/>
                <a:cs typeface="Verdana"/>
              </a:rPr>
              <a:t>U</a:t>
            </a:r>
            <a:r>
              <a:rPr dirty="0" baseline="20467" sz="2850" spc="-217" b="1" i="1">
                <a:latin typeface="Verdana"/>
                <a:cs typeface="Verdana"/>
              </a:rPr>
              <a:t>–1</a:t>
            </a:r>
            <a:r>
              <a:rPr dirty="0" sz="2800" spc="-145">
                <a:latin typeface="Microsoft YaHei UI"/>
                <a:cs typeface="Microsoft YaHei UI"/>
              </a:rPr>
              <a:t>)</a:t>
            </a:r>
            <a:r>
              <a:rPr dirty="0" sz="2800" spc="-260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by</a:t>
            </a:r>
            <a:endParaRPr sz="2800">
              <a:latin typeface="Microsoft YaHei UI"/>
              <a:cs typeface="Microsoft YaHei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329895" y="2599334"/>
            <a:ext cx="401955" cy="356235"/>
            <a:chOff x="6329895" y="2599334"/>
            <a:chExt cx="401955" cy="356235"/>
          </a:xfrm>
        </p:grpSpPr>
        <p:sp>
          <p:nvSpPr>
            <p:cNvPr id="4" name="object 4" descr=""/>
            <p:cNvSpPr/>
            <p:nvPr/>
          </p:nvSpPr>
          <p:spPr>
            <a:xfrm>
              <a:off x="6336893" y="2821978"/>
              <a:ext cx="43180" cy="24765"/>
            </a:xfrm>
            <a:custGeom>
              <a:avLst/>
              <a:gdLst/>
              <a:ahLst/>
              <a:cxnLst/>
              <a:rect l="l" t="t" r="r" b="b"/>
              <a:pathLst>
                <a:path w="43179" h="24764">
                  <a:moveTo>
                    <a:pt x="0" y="24549"/>
                  </a:moveTo>
                  <a:lnTo>
                    <a:pt x="42773" y="0"/>
                  </a:lnTo>
                </a:path>
              </a:pathLst>
            </a:custGeom>
            <a:ln w="1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79667" y="2828988"/>
              <a:ext cx="62230" cy="112395"/>
            </a:xfrm>
            <a:custGeom>
              <a:avLst/>
              <a:gdLst/>
              <a:ahLst/>
              <a:cxnLst/>
              <a:rect l="l" t="t" r="r" b="b"/>
              <a:pathLst>
                <a:path w="62229" h="112394">
                  <a:moveTo>
                    <a:pt x="0" y="0"/>
                  </a:moveTo>
                  <a:lnTo>
                    <a:pt x="62001" y="112204"/>
                  </a:lnTo>
                </a:path>
              </a:pathLst>
            </a:custGeom>
            <a:ln w="27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48653" y="2606332"/>
              <a:ext cx="283210" cy="335280"/>
            </a:xfrm>
            <a:custGeom>
              <a:avLst/>
              <a:gdLst/>
              <a:ahLst/>
              <a:cxnLst/>
              <a:rect l="l" t="t" r="r" b="b"/>
              <a:pathLst>
                <a:path w="283209" h="335280">
                  <a:moveTo>
                    <a:pt x="0" y="334860"/>
                  </a:moveTo>
                  <a:lnTo>
                    <a:pt x="82067" y="0"/>
                  </a:lnTo>
                </a:path>
                <a:path w="283209" h="335280">
                  <a:moveTo>
                    <a:pt x="82067" y="0"/>
                  </a:moveTo>
                  <a:lnTo>
                    <a:pt x="282892" y="0"/>
                  </a:lnTo>
                </a:path>
              </a:pathLst>
            </a:custGeom>
            <a:ln w="13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538976" y="2578849"/>
            <a:ext cx="19367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75">
                <a:latin typeface="Microsoft YaHei UI"/>
                <a:cs typeface="Microsoft YaHei UI"/>
              </a:rPr>
              <a:t>2</a:t>
            </a:r>
            <a:endParaRPr sz="2650">
              <a:latin typeface="Microsoft YaHei UI"/>
              <a:cs typeface="Microsoft YaHei U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085788" y="3533324"/>
            <a:ext cx="459105" cy="405130"/>
            <a:chOff x="3085788" y="3533324"/>
            <a:chExt cx="459105" cy="405130"/>
          </a:xfrm>
        </p:grpSpPr>
        <p:sp>
          <p:nvSpPr>
            <p:cNvPr id="9" name="object 9" descr=""/>
            <p:cNvSpPr/>
            <p:nvPr/>
          </p:nvSpPr>
          <p:spPr>
            <a:xfrm>
              <a:off x="3093770" y="378672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940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42627" y="3794709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19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21393" y="3541306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4" h="381635">
                  <a:moveTo>
                    <a:pt x="0" y="381101"/>
                  </a:moveTo>
                  <a:lnTo>
                    <a:pt x="93726" y="0"/>
                  </a:lnTo>
                </a:path>
                <a:path w="323214" h="381635">
                  <a:moveTo>
                    <a:pt x="93726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411922" y="3533324"/>
            <a:ext cx="459105" cy="405130"/>
            <a:chOff x="4411922" y="3533324"/>
            <a:chExt cx="459105" cy="405130"/>
          </a:xfrm>
        </p:grpSpPr>
        <p:sp>
          <p:nvSpPr>
            <p:cNvPr id="13" name="object 13" descr=""/>
            <p:cNvSpPr/>
            <p:nvPr/>
          </p:nvSpPr>
          <p:spPr>
            <a:xfrm>
              <a:off x="4419904" y="378672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40"/>
                  </a:moveTo>
                  <a:lnTo>
                    <a:pt x="48869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68774" y="3794709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47539" y="3541306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4" h="381635">
                  <a:moveTo>
                    <a:pt x="0" y="381101"/>
                  </a:moveTo>
                  <a:lnTo>
                    <a:pt x="93725" y="0"/>
                  </a:lnTo>
                </a:path>
                <a:path w="323214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223380" y="4107960"/>
            <a:ext cx="459105" cy="405130"/>
            <a:chOff x="3223380" y="4107960"/>
            <a:chExt cx="459105" cy="405130"/>
          </a:xfrm>
        </p:grpSpPr>
        <p:sp>
          <p:nvSpPr>
            <p:cNvPr id="17" name="object 17" descr=""/>
            <p:cNvSpPr/>
            <p:nvPr/>
          </p:nvSpPr>
          <p:spPr>
            <a:xfrm>
              <a:off x="3231362" y="436137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27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80219" y="4369345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802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58997" y="4115942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4" h="381635">
                  <a:moveTo>
                    <a:pt x="0" y="381101"/>
                  </a:moveTo>
                  <a:lnTo>
                    <a:pt x="93725" y="0"/>
                  </a:lnTo>
                </a:path>
                <a:path w="323214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411922" y="4107960"/>
            <a:ext cx="459105" cy="405130"/>
            <a:chOff x="4411922" y="4107960"/>
            <a:chExt cx="459105" cy="405130"/>
          </a:xfrm>
        </p:grpSpPr>
        <p:sp>
          <p:nvSpPr>
            <p:cNvPr id="21" name="object 21" descr=""/>
            <p:cNvSpPr/>
            <p:nvPr/>
          </p:nvSpPr>
          <p:spPr>
            <a:xfrm>
              <a:off x="4419904" y="436137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27"/>
                  </a:moveTo>
                  <a:lnTo>
                    <a:pt x="48869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68774" y="4369345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47539" y="4115942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4" h="381635">
                  <a:moveTo>
                    <a:pt x="0" y="381101"/>
                  </a:moveTo>
                  <a:lnTo>
                    <a:pt x="93725" y="0"/>
                  </a:lnTo>
                </a:path>
                <a:path w="323214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6641445" y="3533324"/>
            <a:ext cx="459105" cy="405130"/>
            <a:chOff x="6641445" y="3533324"/>
            <a:chExt cx="459105" cy="405130"/>
          </a:xfrm>
        </p:grpSpPr>
        <p:sp>
          <p:nvSpPr>
            <p:cNvPr id="25" name="object 25" descr=""/>
            <p:cNvSpPr/>
            <p:nvPr/>
          </p:nvSpPr>
          <p:spPr>
            <a:xfrm>
              <a:off x="6649427" y="378672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40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698284" y="3794709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77050" y="3541306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5" h="381635">
                  <a:moveTo>
                    <a:pt x="0" y="381101"/>
                  </a:moveTo>
                  <a:lnTo>
                    <a:pt x="93725" y="0"/>
                  </a:lnTo>
                </a:path>
                <a:path w="323215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8105184" y="3533324"/>
            <a:ext cx="459105" cy="405130"/>
            <a:chOff x="8105184" y="3533324"/>
            <a:chExt cx="459105" cy="405130"/>
          </a:xfrm>
        </p:grpSpPr>
        <p:sp>
          <p:nvSpPr>
            <p:cNvPr id="29" name="object 29" descr=""/>
            <p:cNvSpPr/>
            <p:nvPr/>
          </p:nvSpPr>
          <p:spPr>
            <a:xfrm>
              <a:off x="8113166" y="378672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40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162023" y="3794709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240788" y="3541306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5" h="381635">
                  <a:moveTo>
                    <a:pt x="0" y="381101"/>
                  </a:moveTo>
                  <a:lnTo>
                    <a:pt x="93738" y="0"/>
                  </a:lnTo>
                </a:path>
                <a:path w="323215" h="381635">
                  <a:moveTo>
                    <a:pt x="93738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6641445" y="4107960"/>
            <a:ext cx="459105" cy="405130"/>
            <a:chOff x="6641445" y="4107960"/>
            <a:chExt cx="459105" cy="405130"/>
          </a:xfrm>
        </p:grpSpPr>
        <p:sp>
          <p:nvSpPr>
            <p:cNvPr id="33" name="object 33" descr=""/>
            <p:cNvSpPr/>
            <p:nvPr/>
          </p:nvSpPr>
          <p:spPr>
            <a:xfrm>
              <a:off x="6649427" y="436137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27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698284" y="4369345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789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777050" y="4115942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5" h="381635">
                  <a:moveTo>
                    <a:pt x="0" y="381101"/>
                  </a:moveTo>
                  <a:lnTo>
                    <a:pt x="93725" y="0"/>
                  </a:lnTo>
                </a:path>
                <a:path w="323215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7967580" y="4107960"/>
            <a:ext cx="459105" cy="405130"/>
            <a:chOff x="7967580" y="4107960"/>
            <a:chExt cx="459105" cy="405130"/>
          </a:xfrm>
        </p:grpSpPr>
        <p:sp>
          <p:nvSpPr>
            <p:cNvPr id="37" name="object 37" descr=""/>
            <p:cNvSpPr/>
            <p:nvPr/>
          </p:nvSpPr>
          <p:spPr>
            <a:xfrm>
              <a:off x="7975562" y="4361370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927"/>
                  </a:moveTo>
                  <a:lnTo>
                    <a:pt x="48856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024419" y="4369345"/>
              <a:ext cx="71120" cy="128270"/>
            </a:xfrm>
            <a:custGeom>
              <a:avLst/>
              <a:gdLst/>
              <a:ahLst/>
              <a:cxnLst/>
              <a:rect l="l" t="t" r="r" b="b"/>
              <a:pathLst>
                <a:path w="71120" h="128270">
                  <a:moveTo>
                    <a:pt x="0" y="0"/>
                  </a:moveTo>
                  <a:lnTo>
                    <a:pt x="70802" y="127698"/>
                  </a:lnTo>
                </a:path>
              </a:pathLst>
            </a:custGeom>
            <a:ln w="31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103197" y="4115942"/>
              <a:ext cx="323215" cy="381635"/>
            </a:xfrm>
            <a:custGeom>
              <a:avLst/>
              <a:gdLst/>
              <a:ahLst/>
              <a:cxnLst/>
              <a:rect l="l" t="t" r="r" b="b"/>
              <a:pathLst>
                <a:path w="323215" h="381635">
                  <a:moveTo>
                    <a:pt x="0" y="381101"/>
                  </a:moveTo>
                  <a:lnTo>
                    <a:pt x="93725" y="0"/>
                  </a:lnTo>
                </a:path>
                <a:path w="323215" h="381635">
                  <a:moveTo>
                    <a:pt x="93725" y="0"/>
                  </a:moveTo>
                  <a:lnTo>
                    <a:pt x="323062" y="0"/>
                  </a:lnTo>
                </a:path>
              </a:pathLst>
            </a:custGeom>
            <a:ln w="15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8575090" y="4175899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55" name="object 5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1" name="object 41" descr=""/>
          <p:cNvSpPr txBox="1"/>
          <p:nvPr/>
        </p:nvSpPr>
        <p:spPr>
          <a:xfrm>
            <a:off x="8182749" y="3824732"/>
            <a:ext cx="59118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04495" algn="l"/>
              </a:tabLst>
            </a:pPr>
            <a:r>
              <a:rPr dirty="0" baseline="-37962" sz="4500" spc="-75">
                <a:latin typeface="Microsoft YaHei UI"/>
                <a:cs typeface="Microsoft YaHei UI"/>
              </a:rPr>
              <a:t>2</a:t>
            </a:r>
            <a:r>
              <a:rPr dirty="0" baseline="-37962" sz="45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921337" y="4084116"/>
            <a:ext cx="6858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407" sz="4500" spc="-1650">
                <a:latin typeface="Microsoft YaHei UI"/>
                <a:cs typeface="Microsoft YaHei UI"/>
              </a:rPr>
              <a:t></a:t>
            </a:r>
            <a:r>
              <a:rPr dirty="0" baseline="-12962" sz="4500" spc="-1650">
                <a:latin typeface="Microsoft YaHei UI"/>
                <a:cs typeface="Microsoft YaHei UI"/>
              </a:rPr>
              <a:t></a:t>
            </a:r>
            <a:r>
              <a:rPr dirty="0" sz="3000" spc="-1100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8320354" y="3457600"/>
            <a:ext cx="45402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7407" sz="4500" spc="-382">
                <a:latin typeface="Microsoft YaHei UI"/>
                <a:cs typeface="Microsoft YaHei UI"/>
              </a:rPr>
              <a:t>2</a:t>
            </a:r>
            <a:r>
              <a:rPr dirty="0" baseline="-7407" sz="4500" spc="-892">
                <a:latin typeface="Microsoft YaHei UI"/>
                <a:cs typeface="Microsoft YaHei UI"/>
              </a:rPr>
              <a:t> </a:t>
            </a:r>
            <a:r>
              <a:rPr dirty="0" sz="3000" spc="-1910">
                <a:latin typeface="Microsoft YaHei UI"/>
                <a:cs typeface="Microsoft YaHei UI"/>
              </a:rPr>
              <a:t>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726900" y="3824732"/>
            <a:ext cx="5924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32407" sz="4500" spc="-1920">
                <a:latin typeface="Microsoft YaHei UI"/>
                <a:cs typeface="Microsoft YaHei UI"/>
              </a:rPr>
              <a:t>3</a:t>
            </a:r>
            <a:r>
              <a:rPr dirty="0" baseline="-5555" sz="4500" spc="-1920">
                <a:latin typeface="Microsoft YaHei UI"/>
                <a:cs typeface="Microsoft YaHei UI"/>
              </a:rPr>
              <a:t></a:t>
            </a:r>
            <a:r>
              <a:rPr dirty="0" sz="3000" spc="-1280">
                <a:latin typeface="Microsoft YaHei UI"/>
                <a:cs typeface="Microsoft YaHei UI"/>
              </a:rPr>
              <a:t>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711202" y="3397138"/>
            <a:ext cx="2359660" cy="117475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15"/>
              </a:spcBef>
              <a:tabLst>
                <a:tab pos="1183005" algn="l"/>
                <a:tab pos="1765300" algn="l"/>
              </a:tabLst>
            </a:pPr>
            <a:r>
              <a:rPr dirty="0" baseline="5555" sz="4500" spc="-1387">
                <a:latin typeface="Microsoft YaHei UI"/>
                <a:cs typeface="Microsoft YaHei UI"/>
              </a:rPr>
              <a:t>0</a:t>
            </a:r>
            <a:r>
              <a:rPr dirty="0" baseline="1851" sz="4500" spc="-1387">
                <a:latin typeface="Microsoft YaHei UI"/>
                <a:cs typeface="Microsoft YaHei UI"/>
              </a:rPr>
              <a:t></a:t>
            </a:r>
            <a:r>
              <a:rPr dirty="0" baseline="7407" sz="4500" spc="-1387">
                <a:latin typeface="Microsoft YaHei UI"/>
                <a:cs typeface="Microsoft YaHei UI"/>
              </a:rPr>
              <a:t></a:t>
            </a:r>
            <a:r>
              <a:rPr dirty="0" sz="3000" spc="-925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5">
                <a:latin typeface="Microsoft YaHei UI"/>
                <a:cs typeface="Microsoft YaHei UI"/>
              </a:rPr>
              <a:t>–1/</a:t>
            </a:r>
            <a:endParaRPr sz="3000">
              <a:latin typeface="Microsoft YaHei UI"/>
              <a:cs typeface="Microsoft YaHei UI"/>
            </a:endParaRPr>
          </a:p>
          <a:p>
            <a:pPr marL="1183005">
              <a:lnSpc>
                <a:spcPct val="100000"/>
              </a:lnSpc>
              <a:spcBef>
                <a:spcPts val="925"/>
              </a:spcBef>
              <a:tabLst>
                <a:tab pos="1861185" algn="l"/>
              </a:tabLst>
            </a:pPr>
            <a:r>
              <a:rPr dirty="0" sz="3000" spc="-50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90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856429" y="4135996"/>
            <a:ext cx="39814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5555" sz="4500" spc="-2677">
                <a:latin typeface="Microsoft YaHei UI"/>
                <a:cs typeface="Microsoft YaHei UI"/>
              </a:rPr>
              <a:t></a:t>
            </a:r>
            <a:r>
              <a:rPr dirty="0" sz="3000" spc="-1785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627092" y="3824732"/>
            <a:ext cx="82169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37962" sz="4500" spc="-382">
                <a:latin typeface="Microsoft YaHei UI"/>
                <a:cs typeface="Microsoft YaHei UI"/>
              </a:rPr>
              <a:t>2</a:t>
            </a:r>
            <a:r>
              <a:rPr dirty="0" baseline="-37962" sz="4500" spc="-892">
                <a:latin typeface="Microsoft YaHei UI"/>
                <a:cs typeface="Microsoft YaHei UI"/>
              </a:rPr>
              <a:t> </a:t>
            </a:r>
            <a:r>
              <a:rPr dirty="0" sz="3000" spc="-1280">
                <a:latin typeface="Microsoft YaHei UI"/>
                <a:cs typeface="Microsoft YaHei UI"/>
              </a:rPr>
              <a:t></a:t>
            </a:r>
            <a:r>
              <a:rPr dirty="0" baseline="-5555" sz="4500" spc="-1920">
                <a:latin typeface="Microsoft YaHei UI"/>
                <a:cs typeface="Microsoft YaHei UI"/>
              </a:rPr>
              <a:t></a:t>
            </a:r>
            <a:r>
              <a:rPr dirty="0" baseline="-32407" sz="4500" spc="-1920">
                <a:latin typeface="Microsoft YaHei UI"/>
                <a:cs typeface="Microsoft YaHei UI"/>
              </a:rPr>
              <a:t>0</a:t>
            </a:r>
            <a:endParaRPr baseline="-32407" sz="4500">
              <a:latin typeface="Microsoft YaHei UI"/>
              <a:cs typeface="Microsoft YaHei U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627092" y="3469563"/>
            <a:ext cx="81851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5555" sz="4500" spc="-382">
                <a:latin typeface="Microsoft YaHei UI"/>
                <a:cs typeface="Microsoft YaHei UI"/>
              </a:rPr>
              <a:t>2</a:t>
            </a:r>
            <a:r>
              <a:rPr dirty="0" baseline="-5555" sz="4500" spc="-892">
                <a:latin typeface="Microsoft YaHei UI"/>
                <a:cs typeface="Microsoft YaHei UI"/>
              </a:rPr>
              <a:t> </a:t>
            </a:r>
            <a:r>
              <a:rPr dirty="0" baseline="1851" sz="4500" spc="-1935">
                <a:latin typeface="Microsoft YaHei UI"/>
                <a:cs typeface="Microsoft YaHei UI"/>
              </a:rPr>
              <a:t></a:t>
            </a:r>
            <a:r>
              <a:rPr dirty="0" baseline="-3703" sz="4500" spc="-1935">
                <a:latin typeface="Microsoft YaHei UI"/>
                <a:cs typeface="Microsoft YaHei UI"/>
              </a:rPr>
              <a:t></a:t>
            </a:r>
            <a:r>
              <a:rPr dirty="0" sz="3000" spc="-1290">
                <a:latin typeface="Microsoft YaHei UI"/>
                <a:cs typeface="Microsoft YaHei UI"/>
              </a:rPr>
              <a:t>1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426970" y="4175899"/>
            <a:ext cx="1733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401570" y="4084116"/>
            <a:ext cx="78803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37962" sz="4500" spc="-825">
                <a:latin typeface="Microsoft YaHei UI"/>
                <a:cs typeface="Microsoft YaHei UI"/>
              </a:rPr>
              <a:t></a:t>
            </a:r>
            <a:r>
              <a:rPr dirty="0" sz="3000" spc="-550">
                <a:latin typeface="Microsoft YaHei UI"/>
                <a:cs typeface="Microsoft YaHei UI"/>
              </a:rPr>
              <a:t>–1/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63257" y="3509467"/>
            <a:ext cx="3714750" cy="182816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6095">
              <a:lnSpc>
                <a:spcPts val="2880"/>
              </a:lnSpc>
              <a:spcBef>
                <a:spcPts val="130"/>
              </a:spcBef>
              <a:tabLst>
                <a:tab pos="2675255" algn="l"/>
                <a:tab pos="3353435" algn="l"/>
              </a:tabLst>
            </a:pPr>
            <a:r>
              <a:rPr dirty="0" baseline="7407" sz="4500" spc="-2790">
                <a:latin typeface="Microsoft YaHei UI"/>
                <a:cs typeface="Microsoft YaHei UI"/>
              </a:rPr>
              <a:t></a:t>
            </a:r>
            <a:r>
              <a:rPr dirty="0" baseline="7407" sz="4500" spc="-112">
                <a:latin typeface="Microsoft YaHei UI"/>
                <a:cs typeface="Microsoft YaHei UI"/>
              </a:rPr>
              <a:t> </a:t>
            </a:r>
            <a:r>
              <a:rPr dirty="0" sz="3000" spc="-290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50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90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  <a:p>
            <a:pPr marL="50800">
              <a:lnSpc>
                <a:spcPts val="2200"/>
              </a:lnSpc>
            </a:pPr>
            <a:r>
              <a:rPr dirty="0" sz="2800" spc="-10">
                <a:latin typeface="Microsoft YaHei UI"/>
                <a:cs typeface="Microsoft YaHei UI"/>
              </a:rPr>
              <a:t>Then,</a:t>
            </a:r>
            <a:r>
              <a:rPr dirty="0" sz="2800" spc="-175">
                <a:latin typeface="Microsoft YaHei UI"/>
                <a:cs typeface="Microsoft YaHei UI"/>
              </a:rPr>
              <a:t> </a:t>
            </a:r>
            <a:r>
              <a:rPr dirty="0" sz="2900" spc="-295" b="1" i="1">
                <a:latin typeface="Verdana"/>
                <a:cs typeface="Verdana"/>
              </a:rPr>
              <a:t>S=</a:t>
            </a:r>
            <a:endParaRPr sz="2900">
              <a:latin typeface="Verdana"/>
              <a:cs typeface="Verdana"/>
            </a:endParaRPr>
          </a:p>
          <a:p>
            <a:pPr marL="2813050">
              <a:lnSpc>
                <a:spcPts val="3045"/>
              </a:lnSpc>
              <a:tabLst>
                <a:tab pos="3353435" algn="l"/>
              </a:tabLst>
            </a:pPr>
            <a:r>
              <a:rPr dirty="0" sz="3000" spc="-50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90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  <a:p>
            <a:pPr algn="r" marR="526415">
              <a:lnSpc>
                <a:spcPct val="100000"/>
              </a:lnSpc>
              <a:spcBef>
                <a:spcPts val="2550"/>
              </a:spcBef>
            </a:pPr>
            <a:r>
              <a:rPr dirty="0" sz="2900" spc="-375" b="1" i="1">
                <a:latin typeface="Verdana"/>
                <a:cs typeface="Verdana"/>
              </a:rPr>
              <a:t>Q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656069" y="4864631"/>
            <a:ext cx="179768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900" spc="-260" b="1" i="1">
                <a:latin typeface="Verdana"/>
                <a:cs typeface="Verdana"/>
              </a:rPr>
              <a:t>(Q</a:t>
            </a:r>
            <a:r>
              <a:rPr dirty="0" baseline="20467" sz="2850" spc="-390" b="1" i="1">
                <a:latin typeface="Verdana"/>
                <a:cs typeface="Verdana"/>
              </a:rPr>
              <a:t>-</a:t>
            </a:r>
            <a:r>
              <a:rPr dirty="0" baseline="20467" sz="2850" spc="-330" b="1" i="1">
                <a:latin typeface="Verdana"/>
                <a:cs typeface="Verdana"/>
              </a:rPr>
              <a:t>1</a:t>
            </a:r>
            <a:r>
              <a:rPr dirty="0" sz="2900" spc="-220" b="1" i="1">
                <a:latin typeface="Verdana"/>
                <a:cs typeface="Verdana"/>
              </a:rPr>
              <a:t>=</a:t>
            </a:r>
            <a:r>
              <a:rPr dirty="0" sz="2900" spc="-150" b="1" i="1">
                <a:latin typeface="Verdana"/>
                <a:cs typeface="Verdana"/>
              </a:rPr>
              <a:t> </a:t>
            </a:r>
            <a:r>
              <a:rPr dirty="0" sz="2900" spc="-260" b="1" i="1">
                <a:latin typeface="Verdana"/>
                <a:cs typeface="Verdana"/>
              </a:rPr>
              <a:t>Q</a:t>
            </a:r>
            <a:r>
              <a:rPr dirty="0" baseline="20467" sz="2850" spc="-390" b="1" i="1">
                <a:latin typeface="Verdana"/>
                <a:cs typeface="Verdana"/>
              </a:rPr>
              <a:t>T</a:t>
            </a:r>
            <a:r>
              <a:rPr dirty="0" baseline="20467" sz="2850" spc="-157" b="1" i="1">
                <a:latin typeface="Verdana"/>
                <a:cs typeface="Verdana"/>
              </a:rPr>
              <a:t> </a:t>
            </a:r>
            <a:r>
              <a:rPr dirty="0" sz="2900" spc="-365" b="1" i="1">
                <a:latin typeface="Verdana"/>
                <a:cs typeface="Verdana"/>
              </a:rPr>
              <a:t>)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462270" y="4836309"/>
            <a:ext cx="252729" cy="44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-365" b="1" i="1">
                <a:latin typeface="Verdana"/>
                <a:cs typeface="Verdana"/>
              </a:rPr>
              <a:t>Λ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8" rIns="0" bIns="0" rtlCol="0" vert="horz">
            <a:spAutoFit/>
          </a:bodyPr>
          <a:lstStyle/>
          <a:p>
            <a:pPr marL="920115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Diagonal</a:t>
            </a:r>
            <a:r>
              <a:rPr dirty="0" sz="4000" spc="-260"/>
              <a:t> </a:t>
            </a:r>
            <a:r>
              <a:rPr dirty="0" sz="4000" spc="-45"/>
              <a:t>Decomposition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75689" y="4117175"/>
            <a:ext cx="171450" cy="259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50">
                <a:solidFill>
                  <a:srgbClr val="FF0000"/>
                </a:solidFill>
                <a:latin typeface="Lucida Sans Unicode"/>
                <a:cs typeface="Lucida Sans Unicode"/>
              </a:rPr>
              <a:t>■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36039" y="3868254"/>
            <a:ext cx="13919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3888" sz="4200" b="1" i="1">
                <a:latin typeface="Trebuchet MS"/>
                <a:cs typeface="Trebuchet MS"/>
              </a:rPr>
              <a:t>Q</a:t>
            </a:r>
            <a:r>
              <a:rPr dirty="0" sz="1800" b="1" i="1">
                <a:latin typeface="Trebuchet MS"/>
                <a:cs typeface="Trebuchet MS"/>
              </a:rPr>
              <a:t>-</a:t>
            </a:r>
            <a:r>
              <a:rPr dirty="0" sz="1800" spc="145" b="1" i="1">
                <a:latin typeface="Trebuchet MS"/>
                <a:cs typeface="Trebuchet MS"/>
              </a:rPr>
              <a:t>1</a:t>
            </a:r>
            <a:r>
              <a:rPr dirty="0" baseline="-13888" sz="4200" spc="217" b="1" i="1">
                <a:latin typeface="Trebuchet MS"/>
                <a:cs typeface="Trebuchet MS"/>
              </a:rPr>
              <a:t>=</a:t>
            </a:r>
            <a:r>
              <a:rPr dirty="0" baseline="-13888" sz="4200" spc="172" b="1" i="1">
                <a:latin typeface="Trebuchet MS"/>
                <a:cs typeface="Trebuchet MS"/>
              </a:rPr>
              <a:t> </a:t>
            </a:r>
            <a:r>
              <a:rPr dirty="0" baseline="-13888" sz="4200" spc="75" b="1" i="1">
                <a:latin typeface="Trebuchet MS"/>
                <a:cs typeface="Trebuchet MS"/>
              </a:rPr>
              <a:t>Q</a:t>
            </a:r>
            <a:r>
              <a:rPr dirty="0" sz="1800" spc="50" b="1" i="1">
                <a:latin typeface="Trebuchet MS"/>
                <a:cs typeface="Trebuchet MS"/>
              </a:rPr>
              <a:t>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5689" y="4372631"/>
            <a:ext cx="6977380" cy="183896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515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297815" algn="l"/>
              </a:tabLst>
            </a:pPr>
            <a:r>
              <a:rPr dirty="0" sz="2800" spc="-175">
                <a:latin typeface="Microsoft YaHei UI"/>
                <a:cs typeface="Microsoft YaHei UI"/>
              </a:rPr>
              <a:t>Columns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900" spc="-325" b="1" i="1">
                <a:latin typeface="Verdana"/>
                <a:cs typeface="Verdana"/>
              </a:rPr>
              <a:t>Q</a:t>
            </a:r>
            <a:r>
              <a:rPr dirty="0" sz="2900" spc="-114" b="1" i="1">
                <a:latin typeface="Verdana"/>
                <a:cs typeface="Verdana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are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160">
                <a:latin typeface="Microsoft YaHei UI"/>
                <a:cs typeface="Microsoft YaHei UI"/>
              </a:rPr>
              <a:t>normalized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eigenvectors</a:t>
            </a:r>
            <a:endParaRPr sz="2800">
              <a:latin typeface="Microsoft YaHei UI"/>
              <a:cs typeface="Microsoft YaHei UI"/>
            </a:endParaRPr>
          </a:p>
          <a:p>
            <a:pPr marL="297815" indent="-285115">
              <a:lnSpc>
                <a:spcPct val="100000"/>
              </a:lnSpc>
              <a:spcBef>
                <a:spcPts val="132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297815" algn="l"/>
              </a:tabLst>
            </a:pPr>
            <a:r>
              <a:rPr dirty="0" sz="2800" spc="-175">
                <a:latin typeface="Microsoft YaHei UI"/>
                <a:cs typeface="Microsoft YaHei UI"/>
              </a:rPr>
              <a:t>Columns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are</a:t>
            </a:r>
            <a:r>
              <a:rPr dirty="0" sz="2800" spc="-165">
                <a:latin typeface="Microsoft YaHei UI"/>
                <a:cs typeface="Microsoft YaHei UI"/>
              </a:rPr>
              <a:t> </a:t>
            </a:r>
            <a:r>
              <a:rPr dirty="0" sz="2800" spc="-55">
                <a:latin typeface="Microsoft YaHei UI"/>
                <a:cs typeface="Microsoft YaHei UI"/>
              </a:rPr>
              <a:t>orthogonal.</a:t>
            </a:r>
            <a:endParaRPr sz="2800">
              <a:latin typeface="Microsoft YaHei UI"/>
              <a:cs typeface="Microsoft YaHei UI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297815" algn="l"/>
              </a:tabLst>
            </a:pPr>
            <a:r>
              <a:rPr dirty="0" sz="2800" spc="-95">
                <a:latin typeface="Microsoft YaHei UI"/>
                <a:cs typeface="Microsoft YaHei UI"/>
              </a:rPr>
              <a:t>(everything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12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real)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4234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Symmetric</a:t>
            </a:r>
            <a:endParaRPr sz="4000"/>
          </a:p>
          <a:p>
            <a:pPr marL="942340">
              <a:lnSpc>
                <a:spcPct val="100000"/>
              </a:lnSpc>
            </a:pPr>
            <a:r>
              <a:rPr dirty="0" sz="4000" spc="-20"/>
              <a:t>Diagonal</a:t>
            </a:r>
            <a:r>
              <a:rPr dirty="0" sz="4000" spc="-260"/>
              <a:t> </a:t>
            </a:r>
            <a:r>
              <a:rPr dirty="0" sz="4000" spc="-45"/>
              <a:t>Decomposition</a:t>
            </a:r>
            <a:endParaRPr sz="4000"/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3464" y="2130919"/>
            <a:ext cx="1446098" cy="26220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05790" y="2021040"/>
            <a:ext cx="8108950" cy="188722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368300" marR="43180" indent="-342900">
              <a:lnSpc>
                <a:spcPts val="3360"/>
              </a:lnSpc>
              <a:spcBef>
                <a:spcPts val="204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68300" algn="l"/>
                <a:tab pos="4320540" algn="l"/>
              </a:tabLst>
            </a:pPr>
            <a:r>
              <a:rPr dirty="0" sz="2800" b="1">
                <a:solidFill>
                  <a:srgbClr val="0033CC"/>
                </a:solidFill>
                <a:latin typeface="Microsoft YaHei UI"/>
                <a:cs typeface="Microsoft YaHei UI"/>
              </a:rPr>
              <a:t>Theorem</a:t>
            </a:r>
            <a:r>
              <a:rPr dirty="0" sz="2800">
                <a:latin typeface="Microsoft YaHei UI"/>
                <a:cs typeface="Microsoft YaHei UI"/>
              </a:rPr>
              <a:t>:</a:t>
            </a:r>
            <a:r>
              <a:rPr dirty="0" sz="2800" spc="130">
                <a:latin typeface="Microsoft YaHei UI"/>
                <a:cs typeface="Microsoft YaHei UI"/>
              </a:rPr>
              <a:t> </a:t>
            </a:r>
            <a:r>
              <a:rPr dirty="0" sz="2800" spc="35">
                <a:latin typeface="Microsoft YaHei UI"/>
                <a:cs typeface="Microsoft YaHei UI"/>
              </a:rPr>
              <a:t>If</a:t>
            </a:r>
            <a:r>
              <a:rPr dirty="0" sz="2800">
                <a:latin typeface="Microsoft YaHei UI"/>
                <a:cs typeface="Microsoft YaHei UI"/>
              </a:rPr>
              <a:t>	is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b="1">
                <a:solidFill>
                  <a:srgbClr val="FF3300"/>
                </a:solidFill>
                <a:latin typeface="Microsoft YaHei UI"/>
                <a:cs typeface="Microsoft YaHei UI"/>
              </a:rPr>
              <a:t>symmetric</a:t>
            </a:r>
            <a:r>
              <a:rPr dirty="0" sz="2800" spc="-135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800" spc="-45">
                <a:latin typeface="Microsoft YaHei UI"/>
                <a:cs typeface="Microsoft YaHei UI"/>
              </a:rPr>
              <a:t>matrix, </a:t>
            </a:r>
            <a:r>
              <a:rPr dirty="0" sz="2800" spc="-90">
                <a:latin typeface="Microsoft YaHei UI"/>
                <a:cs typeface="Microsoft YaHei UI"/>
              </a:rPr>
              <a:t>there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60">
                <a:latin typeface="Microsoft YaHei UI"/>
                <a:cs typeface="Microsoft YaHei UI"/>
              </a:rPr>
              <a:t>exists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an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b="1">
                <a:solidFill>
                  <a:srgbClr val="FF3300"/>
                </a:solidFill>
                <a:latin typeface="Microsoft YaHei UI"/>
                <a:cs typeface="Microsoft YaHei UI"/>
              </a:rPr>
              <a:t>eigen</a:t>
            </a:r>
            <a:r>
              <a:rPr dirty="0" sz="2800" spc="-165" b="1">
                <a:solidFill>
                  <a:srgbClr val="FF3300"/>
                </a:solidFill>
                <a:latin typeface="Microsoft YaHei UI"/>
                <a:cs typeface="Microsoft YaHei UI"/>
              </a:rPr>
              <a:t> </a:t>
            </a:r>
            <a:r>
              <a:rPr dirty="0" sz="2800" spc="-20" b="1">
                <a:solidFill>
                  <a:srgbClr val="FF3300"/>
                </a:solidFill>
                <a:latin typeface="Microsoft YaHei UI"/>
                <a:cs typeface="Microsoft YaHei UI"/>
              </a:rPr>
              <a:t>decomposition</a:t>
            </a:r>
            <a:r>
              <a:rPr dirty="0" sz="2800" spc="-20">
                <a:latin typeface="Microsoft YaHei UI"/>
                <a:cs typeface="Microsoft YaHei UI"/>
              </a:rPr>
              <a:t>,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where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900" spc="-375" b="1" i="1">
                <a:latin typeface="Verdana"/>
                <a:cs typeface="Verdana"/>
              </a:rPr>
              <a:t>Q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135">
                <a:latin typeface="Microsoft YaHei UI"/>
                <a:cs typeface="Microsoft YaHei UI"/>
              </a:rPr>
              <a:t> </a:t>
            </a:r>
            <a:r>
              <a:rPr dirty="0" sz="2800" spc="-10" b="1">
                <a:solidFill>
                  <a:srgbClr val="FF3300"/>
                </a:solidFill>
                <a:latin typeface="Microsoft YaHei UI"/>
                <a:cs typeface="Microsoft YaHei UI"/>
              </a:rPr>
              <a:t>orthogonal:</a:t>
            </a:r>
            <a:endParaRPr sz="2800">
              <a:latin typeface="Microsoft YaHei UI"/>
              <a:cs typeface="Microsoft YaHei UI"/>
            </a:endParaRPr>
          </a:p>
          <a:p>
            <a:pPr algn="ctr" marR="502284">
              <a:lnSpc>
                <a:spcPct val="100000"/>
              </a:lnSpc>
              <a:spcBef>
                <a:spcPts val="865"/>
              </a:spcBef>
            </a:pPr>
            <a:r>
              <a:rPr dirty="0" sz="3000" i="1">
                <a:latin typeface="Times New Roman"/>
                <a:cs typeface="Times New Roman"/>
              </a:rPr>
              <a:t>S</a:t>
            </a:r>
            <a:r>
              <a:rPr dirty="0" sz="3000" spc="195" i="1">
                <a:latin typeface="Times New Roman"/>
                <a:cs typeface="Times New Roman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285">
                <a:latin typeface="Microsoft YaHei UI"/>
                <a:cs typeface="Microsoft YaHei UI"/>
              </a:rPr>
              <a:t> </a:t>
            </a:r>
            <a:r>
              <a:rPr dirty="0" sz="3000" spc="-20" i="1">
                <a:latin typeface="Times New Roman"/>
                <a:cs typeface="Times New Roman"/>
              </a:rPr>
              <a:t>Q</a:t>
            </a:r>
            <a:r>
              <a:rPr dirty="0" sz="3000" spc="-20">
                <a:latin typeface="Microsoft YaHei UI"/>
                <a:cs typeface="Microsoft YaHei UI"/>
              </a:rPr>
              <a:t>Λ</a:t>
            </a:r>
            <a:r>
              <a:rPr dirty="0" sz="3000" spc="-20" i="1">
                <a:latin typeface="Times New Roman"/>
                <a:cs typeface="Times New Roman"/>
              </a:rPr>
              <a:t>Q</a:t>
            </a:r>
            <a:r>
              <a:rPr dirty="0" baseline="42857" sz="2625" spc="-30" i="1">
                <a:latin typeface="Times New Roman"/>
                <a:cs typeface="Times New Roman"/>
              </a:rPr>
              <a:t>T</a:t>
            </a:r>
            <a:endParaRPr baseline="42857" sz="2625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884" rIns="0" bIns="0" rtlCol="0" vert="horz">
            <a:spAutoFit/>
          </a:bodyPr>
          <a:lstStyle/>
          <a:p>
            <a:pPr marL="8604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Singular</a:t>
            </a:r>
            <a:r>
              <a:rPr dirty="0" sz="4000" spc="-100"/>
              <a:t> </a:t>
            </a:r>
            <a:r>
              <a:rPr dirty="0" sz="4000"/>
              <a:t>Value</a:t>
            </a:r>
            <a:r>
              <a:rPr dirty="0" sz="4000" spc="-100"/>
              <a:t> </a:t>
            </a:r>
            <a:r>
              <a:rPr dirty="0" sz="4000" spc="-40"/>
              <a:t>Decomposition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2262200" y="3265182"/>
            <a:ext cx="5339080" cy="790575"/>
          </a:xfrm>
          <a:custGeom>
            <a:avLst/>
            <a:gdLst/>
            <a:ahLst/>
            <a:cxnLst/>
            <a:rect l="l" t="t" r="r" b="b"/>
            <a:pathLst>
              <a:path w="5339080" h="790575">
                <a:moveTo>
                  <a:pt x="2157412" y="25082"/>
                </a:moveTo>
                <a:lnTo>
                  <a:pt x="2074570" y="5219"/>
                </a:lnTo>
                <a:lnTo>
                  <a:pt x="2082114" y="37693"/>
                </a:lnTo>
                <a:lnTo>
                  <a:pt x="872528" y="318782"/>
                </a:lnTo>
                <a:lnTo>
                  <a:pt x="868362" y="318782"/>
                </a:lnTo>
                <a:lnTo>
                  <a:pt x="868362" y="328307"/>
                </a:lnTo>
                <a:lnTo>
                  <a:pt x="868362" y="780732"/>
                </a:lnTo>
                <a:lnTo>
                  <a:pt x="9525" y="780732"/>
                </a:lnTo>
                <a:lnTo>
                  <a:pt x="9525" y="328307"/>
                </a:lnTo>
                <a:lnTo>
                  <a:pt x="868362" y="328307"/>
                </a:lnTo>
                <a:lnTo>
                  <a:pt x="868362" y="318782"/>
                </a:lnTo>
                <a:lnTo>
                  <a:pt x="0" y="318782"/>
                </a:lnTo>
                <a:lnTo>
                  <a:pt x="0" y="790257"/>
                </a:lnTo>
                <a:lnTo>
                  <a:pt x="877887" y="790257"/>
                </a:lnTo>
                <a:lnTo>
                  <a:pt x="877887" y="785495"/>
                </a:lnTo>
                <a:lnTo>
                  <a:pt x="877887" y="780732"/>
                </a:lnTo>
                <a:lnTo>
                  <a:pt x="877887" y="328307"/>
                </a:lnTo>
                <a:lnTo>
                  <a:pt x="877887" y="327317"/>
                </a:lnTo>
                <a:lnTo>
                  <a:pt x="2084260" y="46977"/>
                </a:lnTo>
                <a:lnTo>
                  <a:pt x="2091817" y="79438"/>
                </a:lnTo>
                <a:lnTo>
                  <a:pt x="2147392" y="33375"/>
                </a:lnTo>
                <a:lnTo>
                  <a:pt x="2157412" y="25082"/>
                </a:lnTo>
                <a:close/>
              </a:path>
              <a:path w="5339080" h="790575">
                <a:moveTo>
                  <a:pt x="4322762" y="318782"/>
                </a:moveTo>
                <a:lnTo>
                  <a:pt x="4313237" y="318782"/>
                </a:lnTo>
                <a:lnTo>
                  <a:pt x="4313237" y="328307"/>
                </a:lnTo>
                <a:lnTo>
                  <a:pt x="4313237" y="780732"/>
                </a:lnTo>
                <a:lnTo>
                  <a:pt x="1090612" y="780732"/>
                </a:lnTo>
                <a:lnTo>
                  <a:pt x="1090612" y="328307"/>
                </a:lnTo>
                <a:lnTo>
                  <a:pt x="2533650" y="328307"/>
                </a:lnTo>
                <a:lnTo>
                  <a:pt x="2533650" y="329895"/>
                </a:lnTo>
                <a:lnTo>
                  <a:pt x="2543175" y="329895"/>
                </a:lnTo>
                <a:lnTo>
                  <a:pt x="2543175" y="328307"/>
                </a:lnTo>
                <a:lnTo>
                  <a:pt x="4313237" y="328307"/>
                </a:lnTo>
                <a:lnTo>
                  <a:pt x="4313237" y="318782"/>
                </a:lnTo>
                <a:lnTo>
                  <a:pt x="2543175" y="318782"/>
                </a:lnTo>
                <a:lnTo>
                  <a:pt x="2543175" y="101282"/>
                </a:lnTo>
                <a:lnTo>
                  <a:pt x="2576512" y="101282"/>
                </a:lnTo>
                <a:lnTo>
                  <a:pt x="2566987" y="82232"/>
                </a:lnTo>
                <a:lnTo>
                  <a:pt x="2538412" y="25082"/>
                </a:lnTo>
                <a:lnTo>
                  <a:pt x="2500312" y="101282"/>
                </a:lnTo>
                <a:lnTo>
                  <a:pt x="2533650" y="101282"/>
                </a:lnTo>
                <a:lnTo>
                  <a:pt x="2533650" y="318782"/>
                </a:lnTo>
                <a:lnTo>
                  <a:pt x="1081087" y="318782"/>
                </a:lnTo>
                <a:lnTo>
                  <a:pt x="1081087" y="790257"/>
                </a:lnTo>
                <a:lnTo>
                  <a:pt x="4322762" y="790257"/>
                </a:lnTo>
                <a:lnTo>
                  <a:pt x="4322762" y="785495"/>
                </a:lnTo>
                <a:lnTo>
                  <a:pt x="4322762" y="780732"/>
                </a:lnTo>
                <a:lnTo>
                  <a:pt x="4322762" y="328307"/>
                </a:lnTo>
                <a:lnTo>
                  <a:pt x="4322762" y="323545"/>
                </a:lnTo>
                <a:lnTo>
                  <a:pt x="4322762" y="318782"/>
                </a:lnTo>
                <a:close/>
              </a:path>
              <a:path w="5339080" h="790575">
                <a:moveTo>
                  <a:pt x="5338775" y="318782"/>
                </a:moveTo>
                <a:lnTo>
                  <a:pt x="5329250" y="318782"/>
                </a:lnTo>
                <a:lnTo>
                  <a:pt x="5329250" y="328307"/>
                </a:lnTo>
                <a:lnTo>
                  <a:pt x="5329250" y="780732"/>
                </a:lnTo>
                <a:lnTo>
                  <a:pt x="4643450" y="780732"/>
                </a:lnTo>
                <a:lnTo>
                  <a:pt x="4643450" y="328307"/>
                </a:lnTo>
                <a:lnTo>
                  <a:pt x="5329250" y="328307"/>
                </a:lnTo>
                <a:lnTo>
                  <a:pt x="5329250" y="318782"/>
                </a:lnTo>
                <a:lnTo>
                  <a:pt x="4639068" y="318782"/>
                </a:lnTo>
                <a:lnTo>
                  <a:pt x="2919158" y="32880"/>
                </a:lnTo>
                <a:lnTo>
                  <a:pt x="2919679" y="29756"/>
                </a:lnTo>
                <a:lnTo>
                  <a:pt x="2924632" y="0"/>
                </a:lnTo>
                <a:lnTo>
                  <a:pt x="2843212" y="25082"/>
                </a:lnTo>
                <a:lnTo>
                  <a:pt x="2912135" y="75158"/>
                </a:lnTo>
                <a:lnTo>
                  <a:pt x="2917596" y="42278"/>
                </a:lnTo>
                <a:lnTo>
                  <a:pt x="4633925" y="327583"/>
                </a:lnTo>
                <a:lnTo>
                  <a:pt x="4633925" y="790257"/>
                </a:lnTo>
                <a:lnTo>
                  <a:pt x="5338775" y="790257"/>
                </a:lnTo>
                <a:lnTo>
                  <a:pt x="5338775" y="785495"/>
                </a:lnTo>
                <a:lnTo>
                  <a:pt x="5338775" y="780732"/>
                </a:lnTo>
                <a:lnTo>
                  <a:pt x="5338775" y="328307"/>
                </a:lnTo>
                <a:lnTo>
                  <a:pt x="5338775" y="323545"/>
                </a:lnTo>
                <a:lnTo>
                  <a:pt x="5338775" y="318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53365" y="1992325"/>
            <a:ext cx="8706485" cy="3596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  <a:tabLst>
                <a:tab pos="4813300" algn="l"/>
              </a:tabLst>
            </a:pPr>
            <a:r>
              <a:rPr dirty="0" sz="2600" spc="-95">
                <a:latin typeface="Microsoft YaHei UI"/>
                <a:cs typeface="Microsoft YaHei UI"/>
              </a:rPr>
              <a:t>For</a:t>
            </a:r>
            <a:r>
              <a:rPr dirty="0" sz="2600" spc="-100">
                <a:latin typeface="Microsoft YaHei UI"/>
                <a:cs typeface="Microsoft YaHei UI"/>
              </a:rPr>
              <a:t> </a:t>
            </a:r>
            <a:r>
              <a:rPr dirty="0" sz="2600" spc="-10">
                <a:latin typeface="Microsoft YaHei UI"/>
                <a:cs typeface="Microsoft YaHei UI"/>
              </a:rPr>
              <a:t>an</a:t>
            </a:r>
            <a:r>
              <a:rPr dirty="0" sz="2600" spc="-185">
                <a:latin typeface="Microsoft YaHei UI"/>
                <a:cs typeface="Microsoft YaHei UI"/>
              </a:rPr>
              <a:t> </a:t>
            </a:r>
            <a:r>
              <a:rPr dirty="0" sz="2700" spc="-875" i="1">
                <a:latin typeface="Verdana"/>
                <a:cs typeface="Verdana"/>
              </a:rPr>
              <a:t>m</a:t>
            </a:r>
            <a:r>
              <a:rPr dirty="0" sz="2700" spc="-140" i="1">
                <a:latin typeface="Verdana"/>
                <a:cs typeface="Verdana"/>
              </a:rPr>
              <a:t> </a:t>
            </a:r>
            <a:r>
              <a:rPr dirty="0" sz="2700" spc="-275" i="1">
                <a:latin typeface="Verdana"/>
                <a:cs typeface="Verdana"/>
              </a:rPr>
              <a:t>n</a:t>
            </a:r>
            <a:r>
              <a:rPr dirty="0" sz="2700" spc="-140" i="1">
                <a:latin typeface="Verdana"/>
                <a:cs typeface="Verdana"/>
              </a:rPr>
              <a:t> </a:t>
            </a:r>
            <a:r>
              <a:rPr dirty="0" sz="2600" spc="-85">
                <a:latin typeface="Microsoft YaHei UI"/>
                <a:cs typeface="Microsoft YaHei UI"/>
              </a:rPr>
              <a:t>matrix</a:t>
            </a:r>
            <a:r>
              <a:rPr dirty="0" sz="2600" spc="-110">
                <a:latin typeface="Microsoft YaHei UI"/>
                <a:cs typeface="Microsoft YaHei UI"/>
              </a:rPr>
              <a:t> </a:t>
            </a:r>
            <a:r>
              <a:rPr dirty="0" sz="3000" spc="-210" b="1">
                <a:latin typeface="Microsoft YaHei UI"/>
                <a:cs typeface="Microsoft YaHei UI"/>
              </a:rPr>
              <a:t>A</a:t>
            </a:r>
            <a:r>
              <a:rPr dirty="0" sz="3000" spc="-135" b="1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95">
                <a:latin typeface="Microsoft YaHei UI"/>
                <a:cs typeface="Microsoft YaHei UI"/>
              </a:rPr>
              <a:t> </a:t>
            </a:r>
            <a:r>
              <a:rPr dirty="0" sz="2600" spc="-80">
                <a:latin typeface="Microsoft YaHei UI"/>
                <a:cs typeface="Microsoft YaHei UI"/>
              </a:rPr>
              <a:t>rank</a:t>
            </a:r>
            <a:r>
              <a:rPr dirty="0" sz="2600" spc="-55">
                <a:latin typeface="Microsoft YaHei UI"/>
                <a:cs typeface="Microsoft YaHei UI"/>
              </a:rPr>
              <a:t> </a:t>
            </a:r>
            <a:r>
              <a:rPr dirty="0" sz="2700" spc="-420" i="1">
                <a:latin typeface="Verdana"/>
                <a:cs typeface="Verdana"/>
              </a:rPr>
              <a:t>r,</a:t>
            </a:r>
            <a:r>
              <a:rPr dirty="0" sz="2700" i="1">
                <a:latin typeface="Verdana"/>
                <a:cs typeface="Verdana"/>
              </a:rPr>
              <a:t>	</a:t>
            </a:r>
            <a:r>
              <a:rPr dirty="0" sz="2600" spc="-90">
                <a:latin typeface="Microsoft YaHei UI"/>
                <a:cs typeface="Microsoft YaHei UI"/>
              </a:rPr>
              <a:t>there </a:t>
            </a:r>
            <a:r>
              <a:rPr dirty="0" sz="2600" spc="-45">
                <a:latin typeface="Microsoft YaHei UI"/>
                <a:cs typeface="Microsoft YaHei UI"/>
              </a:rPr>
              <a:t>exists</a:t>
            </a:r>
            <a:r>
              <a:rPr dirty="0" sz="2600" spc="-90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a</a:t>
            </a:r>
            <a:r>
              <a:rPr dirty="0" sz="2600" spc="-90">
                <a:latin typeface="Microsoft YaHei UI"/>
                <a:cs typeface="Microsoft YaHei UI"/>
              </a:rPr>
              <a:t> </a:t>
            </a:r>
            <a:r>
              <a:rPr dirty="0" sz="2600" spc="-120">
                <a:latin typeface="Microsoft YaHei UI"/>
                <a:cs typeface="Microsoft YaHei UI"/>
              </a:rPr>
              <a:t>factorization </a:t>
            </a:r>
            <a:r>
              <a:rPr dirty="0" sz="2600" spc="-85">
                <a:latin typeface="Microsoft YaHei UI"/>
                <a:cs typeface="Microsoft YaHei UI"/>
              </a:rPr>
              <a:t>(Singular</a:t>
            </a:r>
            <a:r>
              <a:rPr dirty="0" sz="2600" spc="-5">
                <a:latin typeface="Microsoft YaHei UI"/>
                <a:cs typeface="Microsoft YaHei UI"/>
              </a:rPr>
              <a:t> </a:t>
            </a:r>
            <a:r>
              <a:rPr dirty="0" sz="2600" spc="-150">
                <a:latin typeface="Microsoft YaHei UI"/>
                <a:cs typeface="Microsoft YaHei UI"/>
              </a:rPr>
              <a:t>Value</a:t>
            </a:r>
            <a:r>
              <a:rPr dirty="0" sz="2600" spc="-5">
                <a:latin typeface="Microsoft YaHei UI"/>
                <a:cs typeface="Microsoft YaHei UI"/>
              </a:rPr>
              <a:t> </a:t>
            </a:r>
            <a:r>
              <a:rPr dirty="0" sz="2600" spc="-175">
                <a:latin typeface="Microsoft YaHei UI"/>
                <a:cs typeface="Microsoft YaHei UI"/>
              </a:rPr>
              <a:t>Decomposition</a:t>
            </a:r>
            <a:r>
              <a:rPr dirty="0" sz="2600" spc="-5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=</a:t>
            </a:r>
            <a:r>
              <a:rPr dirty="0" sz="2600" spc="-5">
                <a:latin typeface="Microsoft YaHei UI"/>
                <a:cs typeface="Microsoft YaHei UI"/>
              </a:rPr>
              <a:t> </a:t>
            </a:r>
            <a:r>
              <a:rPr dirty="0" sz="2600" b="1">
                <a:solidFill>
                  <a:srgbClr val="FF3300"/>
                </a:solidFill>
                <a:latin typeface="Microsoft YaHei UI"/>
                <a:cs typeface="Microsoft YaHei UI"/>
              </a:rPr>
              <a:t>SVD</a:t>
            </a:r>
            <a:r>
              <a:rPr dirty="0" sz="2600">
                <a:latin typeface="Microsoft YaHei UI"/>
                <a:cs typeface="Microsoft YaHei UI"/>
              </a:rPr>
              <a:t>)</a:t>
            </a:r>
            <a:r>
              <a:rPr dirty="0" sz="2600" spc="-5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as </a:t>
            </a:r>
            <a:r>
              <a:rPr dirty="0" sz="2600" spc="-10">
                <a:latin typeface="Microsoft YaHei UI"/>
                <a:cs typeface="Microsoft YaHei UI"/>
              </a:rPr>
              <a:t>follows:</a:t>
            </a:r>
            <a:endParaRPr sz="2600">
              <a:latin typeface="Microsoft YaHei UI"/>
              <a:cs typeface="Microsoft YaHei UI"/>
            </a:endParaRPr>
          </a:p>
          <a:p>
            <a:pPr algn="ctr" marR="67945">
              <a:lnSpc>
                <a:spcPct val="100000"/>
              </a:lnSpc>
              <a:spcBef>
                <a:spcPts val="75"/>
              </a:spcBef>
            </a:pPr>
            <a:r>
              <a:rPr dirty="0" sz="3000" i="1">
                <a:latin typeface="Times New Roman"/>
                <a:cs typeface="Times New Roman"/>
              </a:rPr>
              <a:t>A</a:t>
            </a:r>
            <a:r>
              <a:rPr dirty="0" sz="3000" spc="-110" i="1">
                <a:latin typeface="Times New Roman"/>
                <a:cs typeface="Times New Roman"/>
              </a:rPr>
              <a:t> </a:t>
            </a:r>
            <a:r>
              <a:rPr dirty="0" sz="3000" spc="-605">
                <a:latin typeface="Microsoft YaHei UI"/>
                <a:cs typeface="Microsoft YaHei UI"/>
              </a:rPr>
              <a:t>=</a:t>
            </a:r>
            <a:r>
              <a:rPr dirty="0" sz="3000" spc="-440">
                <a:latin typeface="Microsoft YaHei UI"/>
                <a:cs typeface="Microsoft YaHei UI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U</a:t>
            </a:r>
            <a:r>
              <a:rPr dirty="0" sz="3000">
                <a:latin typeface="Microsoft YaHei UI"/>
                <a:cs typeface="Microsoft YaHei UI"/>
              </a:rPr>
              <a:t>Σ</a:t>
            </a:r>
            <a:r>
              <a:rPr dirty="0" sz="3000" i="1">
                <a:latin typeface="Times New Roman"/>
                <a:cs typeface="Times New Roman"/>
              </a:rPr>
              <a:t>V</a:t>
            </a:r>
            <a:r>
              <a:rPr dirty="0" sz="3000" spc="-245" i="1">
                <a:latin typeface="Times New Roman"/>
                <a:cs typeface="Times New Roman"/>
              </a:rPr>
              <a:t> </a:t>
            </a:r>
            <a:r>
              <a:rPr dirty="0" baseline="42857" sz="2625" spc="-75" i="1">
                <a:latin typeface="Times New Roman"/>
                <a:cs typeface="Times New Roman"/>
              </a:rPr>
              <a:t>T</a:t>
            </a:r>
            <a:endParaRPr baseline="42857" sz="2625">
              <a:latin typeface="Times New Roman"/>
              <a:cs typeface="Times New Roman"/>
            </a:endParaRPr>
          </a:p>
          <a:p>
            <a:pPr algn="ctr" marL="650240">
              <a:lnSpc>
                <a:spcPct val="100000"/>
              </a:lnSpc>
              <a:spcBef>
                <a:spcPts val="2325"/>
              </a:spcBef>
              <a:tabLst>
                <a:tab pos="1742439" algn="l"/>
                <a:tab pos="5283835" algn="l"/>
              </a:tabLst>
            </a:pPr>
            <a:r>
              <a:rPr dirty="0" sz="2500" spc="-725" i="1">
                <a:latin typeface="Verdana"/>
                <a:cs typeface="Verdana"/>
              </a:rPr>
              <a:t>mm</a:t>
            </a:r>
            <a:r>
              <a:rPr dirty="0" sz="2500" i="1">
                <a:latin typeface="Verdana"/>
                <a:cs typeface="Verdana"/>
              </a:rPr>
              <a:t>	</a:t>
            </a:r>
            <a:r>
              <a:rPr dirty="0" sz="2500" spc="-525" i="1">
                <a:latin typeface="Verdana"/>
                <a:cs typeface="Verdana"/>
              </a:rPr>
              <a:t>mn,</a:t>
            </a:r>
            <a:r>
              <a:rPr dirty="0" sz="2500" spc="-130" i="1">
                <a:latin typeface="Verdana"/>
                <a:cs typeface="Verdana"/>
              </a:rPr>
              <a:t> </a:t>
            </a:r>
            <a:r>
              <a:rPr dirty="0" sz="2500" spc="-235" i="1">
                <a:latin typeface="Verdana"/>
                <a:cs typeface="Verdana"/>
              </a:rPr>
              <a:t>nonnegative</a:t>
            </a:r>
            <a:r>
              <a:rPr dirty="0" sz="2500" spc="-125" i="1">
                <a:latin typeface="Verdana"/>
                <a:cs typeface="Verdana"/>
              </a:rPr>
              <a:t> </a:t>
            </a:r>
            <a:r>
              <a:rPr dirty="0" sz="2500" spc="-20" i="1">
                <a:latin typeface="Verdana"/>
                <a:cs typeface="Verdana"/>
              </a:rPr>
              <a:t>real</a:t>
            </a:r>
            <a:r>
              <a:rPr dirty="0" sz="2500" i="1">
                <a:latin typeface="Verdana"/>
                <a:cs typeface="Verdana"/>
              </a:rPr>
              <a:t>	</a:t>
            </a:r>
            <a:r>
              <a:rPr dirty="0" sz="2500" spc="-600" i="1">
                <a:latin typeface="Verdana"/>
                <a:cs typeface="Verdana"/>
              </a:rPr>
              <a:t>nn</a:t>
            </a:r>
            <a:endParaRPr sz="2500">
              <a:latin typeface="Verdana"/>
              <a:cs typeface="Verdana"/>
            </a:endParaRPr>
          </a:p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dirty="0" sz="2600" spc="-20">
                <a:latin typeface="Microsoft YaHei UI"/>
                <a:cs typeface="Microsoft YaHei UI"/>
              </a:rPr>
              <a:t>The</a:t>
            </a:r>
            <a:r>
              <a:rPr dirty="0" sz="2600" spc="-175">
                <a:latin typeface="Microsoft YaHei UI"/>
                <a:cs typeface="Microsoft YaHei UI"/>
              </a:rPr>
              <a:t> </a:t>
            </a:r>
            <a:r>
              <a:rPr dirty="0" sz="2600" spc="-150">
                <a:latin typeface="Microsoft YaHei UI"/>
                <a:cs typeface="Microsoft YaHei UI"/>
              </a:rPr>
              <a:t>columns</a:t>
            </a:r>
            <a:r>
              <a:rPr dirty="0" sz="2600" spc="-45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60">
                <a:latin typeface="Microsoft YaHei UI"/>
                <a:cs typeface="Microsoft YaHei UI"/>
              </a:rPr>
              <a:t> </a:t>
            </a:r>
            <a:r>
              <a:rPr dirty="0" sz="2700" spc="-285" b="1" i="1">
                <a:latin typeface="Verdana"/>
                <a:cs typeface="Verdana"/>
              </a:rPr>
              <a:t>U</a:t>
            </a:r>
            <a:r>
              <a:rPr dirty="0" sz="2700" spc="-114" b="1" i="1">
                <a:latin typeface="Verdana"/>
                <a:cs typeface="Verdana"/>
              </a:rPr>
              <a:t> </a:t>
            </a:r>
            <a:r>
              <a:rPr dirty="0" sz="2600" spc="-20">
                <a:latin typeface="Microsoft YaHei UI"/>
                <a:cs typeface="Microsoft YaHei UI"/>
              </a:rPr>
              <a:t>are</a:t>
            </a:r>
            <a:r>
              <a:rPr dirty="0" sz="2600" spc="-55">
                <a:latin typeface="Microsoft YaHei UI"/>
                <a:cs typeface="Microsoft YaHei UI"/>
              </a:rPr>
              <a:t> </a:t>
            </a:r>
            <a:r>
              <a:rPr dirty="0" sz="2600" spc="-165">
                <a:latin typeface="Microsoft YaHei UI"/>
                <a:cs typeface="Microsoft YaHei UI"/>
              </a:rPr>
              <a:t>orthogonal</a:t>
            </a:r>
            <a:r>
              <a:rPr dirty="0" sz="2600" spc="-25">
                <a:latin typeface="Microsoft YaHei UI"/>
                <a:cs typeface="Microsoft YaHei UI"/>
              </a:rPr>
              <a:t> </a:t>
            </a:r>
            <a:r>
              <a:rPr dirty="0" sz="2600" spc="-130">
                <a:latin typeface="Microsoft YaHei UI"/>
                <a:cs typeface="Microsoft YaHei UI"/>
              </a:rPr>
              <a:t>eigenvectors</a:t>
            </a:r>
            <a:r>
              <a:rPr dirty="0" sz="2600" spc="-55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700" spc="-20" b="1" i="1">
                <a:latin typeface="Verdana"/>
                <a:cs typeface="Verdana"/>
              </a:rPr>
              <a:t>AA</a:t>
            </a:r>
            <a:r>
              <a:rPr dirty="0" baseline="20634" sz="2625" spc="-30" b="1" i="1">
                <a:latin typeface="Verdana"/>
                <a:cs typeface="Verdana"/>
              </a:rPr>
              <a:t>T</a:t>
            </a:r>
            <a:r>
              <a:rPr dirty="0" sz="2600" spc="-20">
                <a:latin typeface="Microsoft YaHei UI"/>
                <a:cs typeface="Microsoft YaHei UI"/>
              </a:rPr>
              <a:t>.</a:t>
            </a:r>
            <a:endParaRPr sz="2600">
              <a:latin typeface="Microsoft YaHei UI"/>
              <a:cs typeface="Microsoft YaHei UI"/>
            </a:endParaRPr>
          </a:p>
          <a:p>
            <a:pPr marL="142875" marR="591185" indent="-33655">
              <a:lnSpc>
                <a:spcPct val="129299"/>
              </a:lnSpc>
              <a:spcBef>
                <a:spcPts val="265"/>
              </a:spcBef>
            </a:pPr>
            <a:r>
              <a:rPr dirty="0" sz="2600" spc="-20">
                <a:latin typeface="Microsoft YaHei UI"/>
                <a:cs typeface="Microsoft YaHei UI"/>
              </a:rPr>
              <a:t>The</a:t>
            </a:r>
            <a:r>
              <a:rPr dirty="0" sz="2600" spc="-185">
                <a:latin typeface="Microsoft YaHei UI"/>
                <a:cs typeface="Microsoft YaHei UI"/>
              </a:rPr>
              <a:t> </a:t>
            </a:r>
            <a:r>
              <a:rPr dirty="0" sz="2600" spc="-150">
                <a:latin typeface="Microsoft YaHei UI"/>
                <a:cs typeface="Microsoft YaHei UI"/>
              </a:rPr>
              <a:t>columns</a:t>
            </a:r>
            <a:r>
              <a:rPr dirty="0" sz="2600" spc="-45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60">
                <a:latin typeface="Microsoft YaHei UI"/>
                <a:cs typeface="Microsoft YaHei UI"/>
              </a:rPr>
              <a:t> </a:t>
            </a:r>
            <a:r>
              <a:rPr dirty="0" sz="2700" spc="-310" b="1" i="1">
                <a:latin typeface="Verdana"/>
                <a:cs typeface="Verdana"/>
              </a:rPr>
              <a:t>V</a:t>
            </a:r>
            <a:r>
              <a:rPr dirty="0" sz="2700" spc="-114" b="1" i="1">
                <a:latin typeface="Verdana"/>
                <a:cs typeface="Verdana"/>
              </a:rPr>
              <a:t> </a:t>
            </a:r>
            <a:r>
              <a:rPr dirty="0" sz="2600" spc="-20">
                <a:latin typeface="Microsoft YaHei UI"/>
                <a:cs typeface="Microsoft YaHei UI"/>
              </a:rPr>
              <a:t>are</a:t>
            </a:r>
            <a:r>
              <a:rPr dirty="0" sz="2600" spc="-55">
                <a:latin typeface="Microsoft YaHei UI"/>
                <a:cs typeface="Microsoft YaHei UI"/>
              </a:rPr>
              <a:t> </a:t>
            </a:r>
            <a:r>
              <a:rPr dirty="0" sz="2600" spc="-165">
                <a:latin typeface="Microsoft YaHei UI"/>
                <a:cs typeface="Microsoft YaHei UI"/>
              </a:rPr>
              <a:t>orthogonal</a:t>
            </a:r>
            <a:r>
              <a:rPr dirty="0" sz="2600" spc="-25">
                <a:latin typeface="Microsoft YaHei UI"/>
                <a:cs typeface="Microsoft YaHei UI"/>
              </a:rPr>
              <a:t> </a:t>
            </a:r>
            <a:r>
              <a:rPr dirty="0" sz="2600" spc="-130">
                <a:latin typeface="Microsoft YaHei UI"/>
                <a:cs typeface="Microsoft YaHei UI"/>
              </a:rPr>
              <a:t>eigenvectors</a:t>
            </a:r>
            <a:r>
              <a:rPr dirty="0" sz="2600" spc="-55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700" spc="-20" b="1" i="1">
                <a:latin typeface="Verdana"/>
                <a:cs typeface="Verdana"/>
              </a:rPr>
              <a:t>A</a:t>
            </a:r>
            <a:r>
              <a:rPr dirty="0" baseline="20634" sz="2625" spc="-30" b="1" i="1">
                <a:latin typeface="Verdana"/>
                <a:cs typeface="Verdana"/>
              </a:rPr>
              <a:t>T</a:t>
            </a:r>
            <a:r>
              <a:rPr dirty="0" sz="2700" spc="-20" b="1" i="1">
                <a:latin typeface="Verdana"/>
                <a:cs typeface="Verdana"/>
              </a:rPr>
              <a:t>A</a:t>
            </a:r>
            <a:r>
              <a:rPr dirty="0" sz="2600" spc="-20">
                <a:latin typeface="Microsoft YaHei UI"/>
                <a:cs typeface="Microsoft YaHei UI"/>
              </a:rPr>
              <a:t>. </a:t>
            </a:r>
            <a:r>
              <a:rPr dirty="0" sz="2600" spc="-110">
                <a:latin typeface="Microsoft YaHei UI"/>
                <a:cs typeface="Microsoft YaHei UI"/>
              </a:rPr>
              <a:t>Eigenvalues</a:t>
            </a:r>
            <a:r>
              <a:rPr dirty="0" sz="2600" spc="-85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λ</a:t>
            </a:r>
            <a:r>
              <a:rPr dirty="0" baseline="-16339" sz="2550">
                <a:latin typeface="Microsoft YaHei UI"/>
                <a:cs typeface="Microsoft YaHei UI"/>
              </a:rPr>
              <a:t>1</a:t>
            </a:r>
            <a:r>
              <a:rPr dirty="0" baseline="-16339" sz="2550" spc="-75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…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600">
                <a:latin typeface="Microsoft YaHei UI"/>
                <a:cs typeface="Microsoft YaHei UI"/>
              </a:rPr>
              <a:t>λ</a:t>
            </a:r>
            <a:r>
              <a:rPr dirty="0" baseline="-16339" sz="2550">
                <a:latin typeface="Microsoft YaHei UI"/>
                <a:cs typeface="Microsoft YaHei UI"/>
              </a:rPr>
              <a:t>r</a:t>
            </a:r>
            <a:r>
              <a:rPr dirty="0" baseline="-16339" sz="2550" spc="330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40">
                <a:latin typeface="Microsoft YaHei UI"/>
                <a:cs typeface="Microsoft YaHei UI"/>
              </a:rPr>
              <a:t> </a:t>
            </a:r>
            <a:r>
              <a:rPr dirty="0" sz="2700" spc="-280" b="1" i="1">
                <a:latin typeface="Verdana"/>
                <a:cs typeface="Verdana"/>
              </a:rPr>
              <a:t>AA</a:t>
            </a:r>
            <a:r>
              <a:rPr dirty="0" baseline="20634" sz="2625" spc="-419" b="1" i="1">
                <a:latin typeface="Verdana"/>
                <a:cs typeface="Verdana"/>
              </a:rPr>
              <a:t>T</a:t>
            </a:r>
            <a:r>
              <a:rPr dirty="0" baseline="20634" sz="2625" spc="-157" b="1" i="1">
                <a:latin typeface="Verdana"/>
                <a:cs typeface="Verdana"/>
              </a:rPr>
              <a:t> </a:t>
            </a:r>
            <a:r>
              <a:rPr dirty="0" sz="2600" spc="-20">
                <a:latin typeface="Microsoft YaHei UI"/>
                <a:cs typeface="Microsoft YaHei UI"/>
              </a:rPr>
              <a:t>are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600" spc="-85">
                <a:latin typeface="Microsoft YaHei UI"/>
                <a:cs typeface="Microsoft YaHei UI"/>
              </a:rPr>
              <a:t>the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600" spc="-125">
                <a:latin typeface="Microsoft YaHei UI"/>
                <a:cs typeface="Microsoft YaHei UI"/>
              </a:rPr>
              <a:t>eigenvalues</a:t>
            </a:r>
            <a:r>
              <a:rPr dirty="0" sz="2600" spc="-50">
                <a:latin typeface="Microsoft YaHei UI"/>
                <a:cs typeface="Microsoft YaHei UI"/>
              </a:rPr>
              <a:t> </a:t>
            </a:r>
            <a:r>
              <a:rPr dirty="0" sz="2600" spc="-90">
                <a:latin typeface="Microsoft YaHei UI"/>
                <a:cs typeface="Microsoft YaHei UI"/>
              </a:rPr>
              <a:t>of</a:t>
            </a:r>
            <a:r>
              <a:rPr dirty="0" sz="2600" spc="-40">
                <a:latin typeface="Microsoft YaHei UI"/>
                <a:cs typeface="Microsoft YaHei UI"/>
              </a:rPr>
              <a:t> </a:t>
            </a:r>
            <a:r>
              <a:rPr dirty="0" sz="2700" spc="-70" b="1" i="1">
                <a:latin typeface="Verdana"/>
                <a:cs typeface="Verdana"/>
              </a:rPr>
              <a:t>A</a:t>
            </a:r>
            <a:r>
              <a:rPr dirty="0" baseline="20634" sz="2625" spc="-104" b="1" i="1">
                <a:latin typeface="Verdana"/>
                <a:cs typeface="Verdana"/>
              </a:rPr>
              <a:t>T</a:t>
            </a:r>
            <a:r>
              <a:rPr dirty="0" sz="2700" spc="-70" b="1" i="1">
                <a:latin typeface="Verdana"/>
                <a:cs typeface="Verdana"/>
              </a:rPr>
              <a:t>A</a:t>
            </a:r>
            <a:r>
              <a:rPr dirty="0" sz="2600" spc="-70">
                <a:latin typeface="Microsoft YaHei UI"/>
                <a:cs typeface="Microsoft YaHei UI"/>
              </a:rPr>
              <a:t>.</a:t>
            </a:r>
            <a:endParaRPr sz="2600">
              <a:latin typeface="Microsoft YaHei UI"/>
              <a:cs typeface="Microsoft YaHei U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045362" y="5723147"/>
            <a:ext cx="460375" cy="401320"/>
            <a:chOff x="4045362" y="5723147"/>
            <a:chExt cx="460375" cy="401320"/>
          </a:xfrm>
        </p:grpSpPr>
        <p:sp>
          <p:nvSpPr>
            <p:cNvPr id="6" name="object 6" descr=""/>
            <p:cNvSpPr/>
            <p:nvPr/>
          </p:nvSpPr>
          <p:spPr>
            <a:xfrm>
              <a:off x="4051719" y="5972391"/>
              <a:ext cx="39370" cy="22225"/>
            </a:xfrm>
            <a:custGeom>
              <a:avLst/>
              <a:gdLst/>
              <a:ahLst/>
              <a:cxnLst/>
              <a:rect l="l" t="t" r="r" b="b"/>
              <a:pathLst>
                <a:path w="39370" h="22225">
                  <a:moveTo>
                    <a:pt x="0" y="22225"/>
                  </a:moveTo>
                  <a:lnTo>
                    <a:pt x="38963" y="0"/>
                  </a:lnTo>
                </a:path>
              </a:pathLst>
            </a:custGeom>
            <a:ln w="12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90682" y="5978741"/>
              <a:ext cx="56515" cy="132715"/>
            </a:xfrm>
            <a:custGeom>
              <a:avLst/>
              <a:gdLst/>
              <a:ahLst/>
              <a:cxnLst/>
              <a:rect l="l" t="t" r="r" b="b"/>
              <a:pathLst>
                <a:path w="56514" h="132714">
                  <a:moveTo>
                    <a:pt x="0" y="0"/>
                  </a:moveTo>
                  <a:lnTo>
                    <a:pt x="56451" y="132549"/>
                  </a:lnTo>
                </a:path>
              </a:pathLst>
            </a:custGeom>
            <a:ln w="254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53484" y="5729503"/>
              <a:ext cx="352425" cy="382270"/>
            </a:xfrm>
            <a:custGeom>
              <a:avLst/>
              <a:gdLst/>
              <a:ahLst/>
              <a:cxnLst/>
              <a:rect l="l" t="t" r="r" b="b"/>
              <a:pathLst>
                <a:path w="352425" h="382270">
                  <a:moveTo>
                    <a:pt x="0" y="381787"/>
                  </a:moveTo>
                  <a:lnTo>
                    <a:pt x="74739" y="0"/>
                  </a:lnTo>
                </a:path>
                <a:path w="352425" h="382270">
                  <a:moveTo>
                    <a:pt x="74739" y="0"/>
                  </a:moveTo>
                  <a:lnTo>
                    <a:pt x="352209" y="0"/>
                  </a:lnTo>
                </a:path>
              </a:pathLst>
            </a:custGeom>
            <a:ln w="12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515679" y="5690399"/>
            <a:ext cx="2713990" cy="972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7415">
              <a:lnSpc>
                <a:spcPts val="2830"/>
              </a:lnSpc>
              <a:spcBef>
                <a:spcPts val="100"/>
              </a:spcBef>
              <a:tabLst>
                <a:tab pos="1726564" algn="l"/>
              </a:tabLst>
            </a:pPr>
            <a:r>
              <a:rPr dirty="0" sz="2500" spc="-135" i="1">
                <a:latin typeface="Verdana"/>
                <a:cs typeface="Verdana"/>
              </a:rPr>
              <a:t>σ</a:t>
            </a:r>
            <a:r>
              <a:rPr dirty="0" sz="2500" spc="-590" i="1">
                <a:latin typeface="Verdana"/>
                <a:cs typeface="Verdana"/>
              </a:rPr>
              <a:t> </a:t>
            </a:r>
            <a:r>
              <a:rPr dirty="0" baseline="-24691" sz="2025" i="1">
                <a:latin typeface="Times New Roman"/>
                <a:cs typeface="Times New Roman"/>
              </a:rPr>
              <a:t>i</a:t>
            </a:r>
            <a:r>
              <a:rPr dirty="0" baseline="-24691" sz="2025" spc="135" i="1">
                <a:latin typeface="Times New Roman"/>
                <a:cs typeface="Times New Roman"/>
              </a:rPr>
              <a:t>  </a:t>
            </a:r>
            <a:r>
              <a:rPr dirty="0" sz="2350" spc="-470">
                <a:latin typeface="Microsoft YaHei UI"/>
                <a:cs typeface="Microsoft YaHei UI"/>
              </a:rPr>
              <a:t>=</a:t>
            </a:r>
            <a:r>
              <a:rPr dirty="0" sz="2350">
                <a:latin typeface="Microsoft YaHei UI"/>
                <a:cs typeface="Microsoft YaHei UI"/>
              </a:rPr>
              <a:t>	</a:t>
            </a:r>
            <a:r>
              <a:rPr dirty="0" sz="2500" spc="-25" i="1">
                <a:latin typeface="Verdana"/>
                <a:cs typeface="Verdana"/>
              </a:rPr>
              <a:t>λ</a:t>
            </a:r>
            <a:r>
              <a:rPr dirty="0" baseline="-24691" sz="2025" spc="-37" i="1">
                <a:latin typeface="Times New Roman"/>
                <a:cs typeface="Times New Roman"/>
              </a:rPr>
              <a:t>i</a:t>
            </a:r>
            <a:endParaRPr baseline="-24691" sz="2025">
              <a:latin typeface="Times New Roman"/>
              <a:cs typeface="Times New Roman"/>
            </a:endParaRPr>
          </a:p>
          <a:p>
            <a:pPr marL="50800">
              <a:lnSpc>
                <a:spcPts val="4630"/>
              </a:lnSpc>
            </a:pPr>
            <a:r>
              <a:rPr dirty="0" sz="3000" spc="100">
                <a:latin typeface="Microsoft YaHei UI"/>
                <a:cs typeface="Microsoft YaHei UI"/>
              </a:rPr>
              <a:t>Σ</a:t>
            </a:r>
            <a:r>
              <a:rPr dirty="0" sz="3000" spc="-150">
                <a:latin typeface="Microsoft YaHei UI"/>
                <a:cs typeface="Microsoft YaHei UI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165">
                <a:latin typeface="Microsoft YaHei UI"/>
                <a:cs typeface="Microsoft YaHei UI"/>
              </a:rPr>
              <a:t> </a:t>
            </a:r>
            <a:r>
              <a:rPr dirty="0" sz="3000" spc="-70" i="1">
                <a:latin typeface="Times New Roman"/>
                <a:cs typeface="Times New Roman"/>
              </a:rPr>
              <a:t>dia</a:t>
            </a:r>
            <a:r>
              <a:rPr dirty="0" sz="3000" spc="135" i="1">
                <a:latin typeface="Times New Roman"/>
                <a:cs typeface="Times New Roman"/>
              </a:rPr>
              <a:t>g</a:t>
            </a:r>
            <a:r>
              <a:rPr dirty="0" sz="4000" spc="-465">
                <a:latin typeface="Microsoft YaHei UI"/>
                <a:cs typeface="Microsoft YaHei UI"/>
              </a:rPr>
              <a:t>(</a:t>
            </a:r>
            <a:r>
              <a:rPr dirty="0" sz="3200" spc="150" i="1">
                <a:latin typeface="Verdana"/>
                <a:cs typeface="Verdana"/>
              </a:rPr>
              <a:t>σ</a:t>
            </a:r>
            <a:r>
              <a:rPr dirty="0" baseline="-23809" sz="2625" spc="-22">
                <a:latin typeface="Microsoft YaHei UI"/>
                <a:cs typeface="Microsoft YaHei UI"/>
              </a:rPr>
              <a:t>1</a:t>
            </a:r>
            <a:r>
              <a:rPr dirty="0" sz="3000" spc="-70">
                <a:latin typeface="Microsoft YaHei UI"/>
                <a:cs typeface="Microsoft YaHei UI"/>
              </a:rPr>
              <a:t>..</a:t>
            </a:r>
            <a:r>
              <a:rPr dirty="0" sz="3000" spc="-405">
                <a:latin typeface="Microsoft YaHei UI"/>
                <a:cs typeface="Microsoft YaHei UI"/>
              </a:rPr>
              <a:t>.</a:t>
            </a:r>
            <a:r>
              <a:rPr dirty="0" sz="3200" spc="-70" i="1">
                <a:latin typeface="Verdana"/>
                <a:cs typeface="Verdana"/>
              </a:rPr>
              <a:t>σ</a:t>
            </a:r>
            <a:r>
              <a:rPr dirty="0" sz="3200" spc="-690" i="1">
                <a:latin typeface="Verdana"/>
                <a:cs typeface="Verdana"/>
              </a:rPr>
              <a:t> </a:t>
            </a:r>
            <a:r>
              <a:rPr dirty="0" baseline="-23809" sz="2625" i="1">
                <a:latin typeface="Times New Roman"/>
                <a:cs typeface="Times New Roman"/>
              </a:rPr>
              <a:t>r</a:t>
            </a:r>
            <a:r>
              <a:rPr dirty="0" baseline="-23809" sz="2625" spc="195" i="1">
                <a:latin typeface="Times New Roman"/>
                <a:cs typeface="Times New Roman"/>
              </a:rPr>
              <a:t> </a:t>
            </a:r>
            <a:r>
              <a:rPr dirty="0" sz="4000" spc="-400">
                <a:latin typeface="Microsoft YaHei UI"/>
                <a:cs typeface="Microsoft YaHei UI"/>
              </a:rPr>
              <a:t>)</a:t>
            </a:r>
            <a:endParaRPr sz="4000">
              <a:latin typeface="Microsoft YaHei UI"/>
              <a:cs typeface="Microsoft YaHei U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273573" y="6165113"/>
            <a:ext cx="3696335" cy="533400"/>
            <a:chOff x="5273573" y="6165113"/>
            <a:chExt cx="3696335" cy="533400"/>
          </a:xfrm>
        </p:grpSpPr>
        <p:sp>
          <p:nvSpPr>
            <p:cNvPr id="11" name="object 11" descr=""/>
            <p:cNvSpPr/>
            <p:nvPr/>
          </p:nvSpPr>
          <p:spPr>
            <a:xfrm>
              <a:off x="5298948" y="6169152"/>
              <a:ext cx="3665220" cy="524510"/>
            </a:xfrm>
            <a:custGeom>
              <a:avLst/>
              <a:gdLst/>
              <a:ahLst/>
              <a:cxnLst/>
              <a:rect l="l" t="t" r="r" b="b"/>
              <a:pathLst>
                <a:path w="3665220" h="524509">
                  <a:moveTo>
                    <a:pt x="3665220" y="0"/>
                  </a:moveTo>
                  <a:lnTo>
                    <a:pt x="891539" y="0"/>
                  </a:lnTo>
                  <a:lnTo>
                    <a:pt x="891539" y="196595"/>
                  </a:lnTo>
                  <a:lnTo>
                    <a:pt x="688848" y="196595"/>
                  </a:lnTo>
                  <a:lnTo>
                    <a:pt x="688848" y="131063"/>
                  </a:lnTo>
                  <a:lnTo>
                    <a:pt x="0" y="262127"/>
                  </a:lnTo>
                  <a:lnTo>
                    <a:pt x="688848" y="393191"/>
                  </a:lnTo>
                  <a:lnTo>
                    <a:pt x="688848" y="327659"/>
                  </a:lnTo>
                  <a:lnTo>
                    <a:pt x="891539" y="327659"/>
                  </a:lnTo>
                  <a:lnTo>
                    <a:pt x="891539" y="524255"/>
                  </a:lnTo>
                  <a:lnTo>
                    <a:pt x="3665220" y="524255"/>
                  </a:lnTo>
                  <a:lnTo>
                    <a:pt x="3665220" y="0"/>
                  </a:lnTo>
                  <a:close/>
                </a:path>
              </a:pathLst>
            </a:custGeom>
            <a:solidFill>
              <a:srgbClr val="00E4A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73573" y="6165113"/>
              <a:ext cx="3696335" cy="533400"/>
            </a:xfrm>
            <a:custGeom>
              <a:avLst/>
              <a:gdLst/>
              <a:ahLst/>
              <a:cxnLst/>
              <a:rect l="l" t="t" r="r" b="b"/>
              <a:pathLst>
                <a:path w="3696334" h="533400">
                  <a:moveTo>
                    <a:pt x="912202" y="332181"/>
                  </a:moveTo>
                  <a:lnTo>
                    <a:pt x="912202" y="533400"/>
                  </a:lnTo>
                  <a:lnTo>
                    <a:pt x="3695801" y="533400"/>
                  </a:lnTo>
                  <a:lnTo>
                    <a:pt x="3695801" y="528637"/>
                  </a:lnTo>
                  <a:lnTo>
                    <a:pt x="921727" y="528637"/>
                  </a:lnTo>
                  <a:lnTo>
                    <a:pt x="916965" y="523875"/>
                  </a:lnTo>
                  <a:lnTo>
                    <a:pt x="921727" y="523875"/>
                  </a:lnTo>
                  <a:lnTo>
                    <a:pt x="921727" y="336943"/>
                  </a:lnTo>
                  <a:lnTo>
                    <a:pt x="916965" y="336943"/>
                  </a:lnTo>
                  <a:lnTo>
                    <a:pt x="912202" y="332181"/>
                  </a:lnTo>
                  <a:close/>
                </a:path>
                <a:path w="3696334" h="533400">
                  <a:moveTo>
                    <a:pt x="921727" y="523875"/>
                  </a:moveTo>
                  <a:lnTo>
                    <a:pt x="916965" y="523875"/>
                  </a:lnTo>
                  <a:lnTo>
                    <a:pt x="921727" y="528637"/>
                  </a:lnTo>
                  <a:lnTo>
                    <a:pt x="921727" y="523875"/>
                  </a:lnTo>
                  <a:close/>
                </a:path>
                <a:path w="3696334" h="533400">
                  <a:moveTo>
                    <a:pt x="3686276" y="523875"/>
                  </a:moveTo>
                  <a:lnTo>
                    <a:pt x="921727" y="523875"/>
                  </a:lnTo>
                  <a:lnTo>
                    <a:pt x="921727" y="528637"/>
                  </a:lnTo>
                  <a:lnTo>
                    <a:pt x="3686276" y="528637"/>
                  </a:lnTo>
                  <a:lnTo>
                    <a:pt x="3686276" y="523875"/>
                  </a:lnTo>
                  <a:close/>
                </a:path>
                <a:path w="3696334" h="533400">
                  <a:moveTo>
                    <a:pt x="3686276" y="4762"/>
                  </a:moveTo>
                  <a:lnTo>
                    <a:pt x="3686276" y="528637"/>
                  </a:lnTo>
                  <a:lnTo>
                    <a:pt x="3691039" y="523875"/>
                  </a:lnTo>
                  <a:lnTo>
                    <a:pt x="3695801" y="523875"/>
                  </a:lnTo>
                  <a:lnTo>
                    <a:pt x="3695801" y="9525"/>
                  </a:lnTo>
                  <a:lnTo>
                    <a:pt x="3691039" y="9525"/>
                  </a:lnTo>
                  <a:lnTo>
                    <a:pt x="3686276" y="4762"/>
                  </a:lnTo>
                  <a:close/>
                </a:path>
                <a:path w="3696334" h="533400">
                  <a:moveTo>
                    <a:pt x="3695801" y="523875"/>
                  </a:moveTo>
                  <a:lnTo>
                    <a:pt x="3691039" y="523875"/>
                  </a:lnTo>
                  <a:lnTo>
                    <a:pt x="3686276" y="528637"/>
                  </a:lnTo>
                  <a:lnTo>
                    <a:pt x="3695801" y="528637"/>
                  </a:lnTo>
                  <a:lnTo>
                    <a:pt x="3695801" y="523875"/>
                  </a:lnTo>
                  <a:close/>
                </a:path>
                <a:path w="3696334" h="533400">
                  <a:moveTo>
                    <a:pt x="719302" y="129971"/>
                  </a:moveTo>
                  <a:lnTo>
                    <a:pt x="0" y="266700"/>
                  </a:lnTo>
                  <a:lnTo>
                    <a:pt x="719302" y="403415"/>
                  </a:lnTo>
                  <a:lnTo>
                    <a:pt x="719302" y="397662"/>
                  </a:lnTo>
                  <a:lnTo>
                    <a:pt x="709777" y="397662"/>
                  </a:lnTo>
                  <a:lnTo>
                    <a:pt x="709777" y="391914"/>
                  </a:lnTo>
                  <a:lnTo>
                    <a:pt x="75631" y="271373"/>
                  </a:lnTo>
                  <a:lnTo>
                    <a:pt x="26390" y="271373"/>
                  </a:lnTo>
                  <a:lnTo>
                    <a:pt x="26390" y="262013"/>
                  </a:lnTo>
                  <a:lnTo>
                    <a:pt x="75631" y="262013"/>
                  </a:lnTo>
                  <a:lnTo>
                    <a:pt x="709777" y="141472"/>
                  </a:lnTo>
                  <a:lnTo>
                    <a:pt x="709777" y="135725"/>
                  </a:lnTo>
                  <a:lnTo>
                    <a:pt x="719302" y="135725"/>
                  </a:lnTo>
                  <a:lnTo>
                    <a:pt x="719302" y="129971"/>
                  </a:lnTo>
                  <a:close/>
                </a:path>
                <a:path w="3696334" h="533400">
                  <a:moveTo>
                    <a:pt x="709777" y="391914"/>
                  </a:moveTo>
                  <a:lnTo>
                    <a:pt x="709777" y="397662"/>
                  </a:lnTo>
                  <a:lnTo>
                    <a:pt x="715429" y="392988"/>
                  </a:lnTo>
                  <a:lnTo>
                    <a:pt x="709777" y="391914"/>
                  </a:lnTo>
                  <a:close/>
                </a:path>
                <a:path w="3696334" h="533400">
                  <a:moveTo>
                    <a:pt x="921727" y="327418"/>
                  </a:moveTo>
                  <a:lnTo>
                    <a:pt x="709777" y="327418"/>
                  </a:lnTo>
                  <a:lnTo>
                    <a:pt x="709777" y="391914"/>
                  </a:lnTo>
                  <a:lnTo>
                    <a:pt x="715429" y="392988"/>
                  </a:lnTo>
                  <a:lnTo>
                    <a:pt x="709777" y="397662"/>
                  </a:lnTo>
                  <a:lnTo>
                    <a:pt x="719302" y="397662"/>
                  </a:lnTo>
                  <a:lnTo>
                    <a:pt x="719302" y="336943"/>
                  </a:lnTo>
                  <a:lnTo>
                    <a:pt x="714540" y="336943"/>
                  </a:lnTo>
                  <a:lnTo>
                    <a:pt x="719302" y="332181"/>
                  </a:lnTo>
                  <a:lnTo>
                    <a:pt x="921727" y="332181"/>
                  </a:lnTo>
                  <a:lnTo>
                    <a:pt x="921727" y="327418"/>
                  </a:lnTo>
                  <a:close/>
                </a:path>
                <a:path w="3696334" h="533400">
                  <a:moveTo>
                    <a:pt x="719302" y="332181"/>
                  </a:moveTo>
                  <a:lnTo>
                    <a:pt x="714540" y="336943"/>
                  </a:lnTo>
                  <a:lnTo>
                    <a:pt x="719302" y="336943"/>
                  </a:lnTo>
                  <a:lnTo>
                    <a:pt x="719302" y="332181"/>
                  </a:lnTo>
                  <a:close/>
                </a:path>
                <a:path w="3696334" h="533400">
                  <a:moveTo>
                    <a:pt x="912202" y="332181"/>
                  </a:moveTo>
                  <a:lnTo>
                    <a:pt x="719302" y="332181"/>
                  </a:lnTo>
                  <a:lnTo>
                    <a:pt x="719302" y="336943"/>
                  </a:lnTo>
                  <a:lnTo>
                    <a:pt x="912202" y="336943"/>
                  </a:lnTo>
                  <a:lnTo>
                    <a:pt x="912202" y="332181"/>
                  </a:lnTo>
                  <a:close/>
                </a:path>
                <a:path w="3696334" h="533400">
                  <a:moveTo>
                    <a:pt x="921727" y="332181"/>
                  </a:moveTo>
                  <a:lnTo>
                    <a:pt x="912202" y="332181"/>
                  </a:lnTo>
                  <a:lnTo>
                    <a:pt x="916965" y="336943"/>
                  </a:lnTo>
                  <a:lnTo>
                    <a:pt x="921727" y="336943"/>
                  </a:lnTo>
                  <a:lnTo>
                    <a:pt x="921727" y="332181"/>
                  </a:lnTo>
                  <a:close/>
                </a:path>
                <a:path w="3696334" h="533400">
                  <a:moveTo>
                    <a:pt x="26390" y="262013"/>
                  </a:moveTo>
                  <a:lnTo>
                    <a:pt x="26390" y="271373"/>
                  </a:lnTo>
                  <a:lnTo>
                    <a:pt x="50977" y="266700"/>
                  </a:lnTo>
                  <a:lnTo>
                    <a:pt x="26390" y="262013"/>
                  </a:lnTo>
                  <a:close/>
                </a:path>
                <a:path w="3696334" h="533400">
                  <a:moveTo>
                    <a:pt x="51044" y="266700"/>
                  </a:moveTo>
                  <a:lnTo>
                    <a:pt x="26390" y="271373"/>
                  </a:lnTo>
                  <a:lnTo>
                    <a:pt x="75631" y="271373"/>
                  </a:lnTo>
                  <a:lnTo>
                    <a:pt x="51044" y="266700"/>
                  </a:lnTo>
                  <a:close/>
                </a:path>
                <a:path w="3696334" h="533400">
                  <a:moveTo>
                    <a:pt x="75631" y="262013"/>
                  </a:moveTo>
                  <a:lnTo>
                    <a:pt x="26390" y="262013"/>
                  </a:lnTo>
                  <a:lnTo>
                    <a:pt x="51044" y="266700"/>
                  </a:lnTo>
                  <a:lnTo>
                    <a:pt x="75631" y="262013"/>
                  </a:lnTo>
                  <a:close/>
                </a:path>
                <a:path w="3696334" h="533400">
                  <a:moveTo>
                    <a:pt x="719302" y="135725"/>
                  </a:moveTo>
                  <a:lnTo>
                    <a:pt x="709777" y="135725"/>
                  </a:lnTo>
                  <a:lnTo>
                    <a:pt x="715429" y="140398"/>
                  </a:lnTo>
                  <a:lnTo>
                    <a:pt x="709777" y="141472"/>
                  </a:lnTo>
                  <a:lnTo>
                    <a:pt x="709777" y="205968"/>
                  </a:lnTo>
                  <a:lnTo>
                    <a:pt x="921727" y="205968"/>
                  </a:lnTo>
                  <a:lnTo>
                    <a:pt x="921727" y="201206"/>
                  </a:lnTo>
                  <a:lnTo>
                    <a:pt x="719302" y="201206"/>
                  </a:lnTo>
                  <a:lnTo>
                    <a:pt x="714540" y="196443"/>
                  </a:lnTo>
                  <a:lnTo>
                    <a:pt x="719302" y="196443"/>
                  </a:lnTo>
                  <a:lnTo>
                    <a:pt x="719302" y="135725"/>
                  </a:lnTo>
                  <a:close/>
                </a:path>
                <a:path w="3696334" h="533400">
                  <a:moveTo>
                    <a:pt x="719302" y="196443"/>
                  </a:moveTo>
                  <a:lnTo>
                    <a:pt x="714540" y="196443"/>
                  </a:lnTo>
                  <a:lnTo>
                    <a:pt x="719302" y="201206"/>
                  </a:lnTo>
                  <a:lnTo>
                    <a:pt x="719302" y="196443"/>
                  </a:lnTo>
                  <a:close/>
                </a:path>
                <a:path w="3696334" h="533400">
                  <a:moveTo>
                    <a:pt x="912202" y="196443"/>
                  </a:moveTo>
                  <a:lnTo>
                    <a:pt x="719302" y="196443"/>
                  </a:lnTo>
                  <a:lnTo>
                    <a:pt x="719302" y="201206"/>
                  </a:lnTo>
                  <a:lnTo>
                    <a:pt x="912202" y="201206"/>
                  </a:lnTo>
                  <a:lnTo>
                    <a:pt x="912202" y="196443"/>
                  </a:lnTo>
                  <a:close/>
                </a:path>
                <a:path w="3696334" h="533400">
                  <a:moveTo>
                    <a:pt x="3695801" y="0"/>
                  </a:moveTo>
                  <a:lnTo>
                    <a:pt x="912202" y="0"/>
                  </a:lnTo>
                  <a:lnTo>
                    <a:pt x="912202" y="201206"/>
                  </a:lnTo>
                  <a:lnTo>
                    <a:pt x="916965" y="196443"/>
                  </a:lnTo>
                  <a:lnTo>
                    <a:pt x="921727" y="196443"/>
                  </a:lnTo>
                  <a:lnTo>
                    <a:pt x="921727" y="9525"/>
                  </a:lnTo>
                  <a:lnTo>
                    <a:pt x="916965" y="9525"/>
                  </a:lnTo>
                  <a:lnTo>
                    <a:pt x="921727" y="4762"/>
                  </a:lnTo>
                  <a:lnTo>
                    <a:pt x="3695801" y="4762"/>
                  </a:lnTo>
                  <a:lnTo>
                    <a:pt x="3695801" y="0"/>
                  </a:lnTo>
                  <a:close/>
                </a:path>
                <a:path w="3696334" h="533400">
                  <a:moveTo>
                    <a:pt x="921727" y="196443"/>
                  </a:moveTo>
                  <a:lnTo>
                    <a:pt x="916965" y="196443"/>
                  </a:lnTo>
                  <a:lnTo>
                    <a:pt x="912202" y="201206"/>
                  </a:lnTo>
                  <a:lnTo>
                    <a:pt x="921727" y="201206"/>
                  </a:lnTo>
                  <a:lnTo>
                    <a:pt x="921727" y="196443"/>
                  </a:lnTo>
                  <a:close/>
                </a:path>
                <a:path w="3696334" h="533400">
                  <a:moveTo>
                    <a:pt x="709777" y="135725"/>
                  </a:moveTo>
                  <a:lnTo>
                    <a:pt x="709777" y="141472"/>
                  </a:lnTo>
                  <a:lnTo>
                    <a:pt x="715429" y="140398"/>
                  </a:lnTo>
                  <a:lnTo>
                    <a:pt x="709777" y="135725"/>
                  </a:lnTo>
                  <a:close/>
                </a:path>
                <a:path w="3696334" h="533400">
                  <a:moveTo>
                    <a:pt x="921727" y="4762"/>
                  </a:moveTo>
                  <a:lnTo>
                    <a:pt x="916965" y="9525"/>
                  </a:lnTo>
                  <a:lnTo>
                    <a:pt x="921727" y="9525"/>
                  </a:lnTo>
                  <a:lnTo>
                    <a:pt x="921727" y="4762"/>
                  </a:lnTo>
                  <a:close/>
                </a:path>
                <a:path w="3696334" h="533400">
                  <a:moveTo>
                    <a:pt x="3686276" y="4762"/>
                  </a:moveTo>
                  <a:lnTo>
                    <a:pt x="921727" y="4762"/>
                  </a:lnTo>
                  <a:lnTo>
                    <a:pt x="921727" y="9525"/>
                  </a:lnTo>
                  <a:lnTo>
                    <a:pt x="3686276" y="9525"/>
                  </a:lnTo>
                  <a:lnTo>
                    <a:pt x="3686276" y="4762"/>
                  </a:lnTo>
                  <a:close/>
                </a:path>
                <a:path w="3696334" h="533400">
                  <a:moveTo>
                    <a:pt x="3695801" y="4762"/>
                  </a:moveTo>
                  <a:lnTo>
                    <a:pt x="3686276" y="4762"/>
                  </a:lnTo>
                  <a:lnTo>
                    <a:pt x="3691039" y="9525"/>
                  </a:lnTo>
                  <a:lnTo>
                    <a:pt x="3695801" y="9525"/>
                  </a:lnTo>
                  <a:lnTo>
                    <a:pt x="3695801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329603" y="6187069"/>
            <a:ext cx="249555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00" spc="-270" i="1">
                <a:latin typeface="Verdana"/>
                <a:cs typeface="Verdana"/>
              </a:rPr>
              <a:t>Singular</a:t>
            </a:r>
            <a:r>
              <a:rPr dirty="0" sz="2900" spc="-125" i="1">
                <a:latin typeface="Verdana"/>
                <a:cs typeface="Verdana"/>
              </a:rPr>
              <a:t> </a:t>
            </a:r>
            <a:r>
              <a:rPr dirty="0" sz="2900" spc="-190" i="1">
                <a:latin typeface="Verdana"/>
                <a:cs typeface="Verdana"/>
              </a:rPr>
              <a:t>values</a:t>
            </a:r>
            <a:r>
              <a:rPr dirty="0" sz="2800" spc="-190">
                <a:latin typeface="Microsoft YaHei UI"/>
                <a:cs typeface="Microsoft YaHei UI"/>
              </a:rPr>
              <a:t>.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61427" y="2049462"/>
            <a:ext cx="65582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Lucida Sans Unicode"/>
              <a:buChar char="■"/>
              <a:tabLst>
                <a:tab pos="354965" algn="l"/>
              </a:tabLst>
            </a:pPr>
            <a:r>
              <a:rPr dirty="0" sz="3200" spc="-95">
                <a:latin typeface="Microsoft YaHei UI"/>
                <a:cs typeface="Microsoft YaHei UI"/>
              </a:rPr>
              <a:t>Illustration</a:t>
            </a:r>
            <a:r>
              <a:rPr dirty="0" sz="3200" spc="-114">
                <a:latin typeface="Microsoft YaHei UI"/>
                <a:cs typeface="Microsoft YaHei UI"/>
              </a:rPr>
              <a:t> </a:t>
            </a:r>
            <a:r>
              <a:rPr dirty="0" sz="3200" spc="-125">
                <a:latin typeface="Microsoft YaHei UI"/>
                <a:cs typeface="Microsoft YaHei UI"/>
              </a:rPr>
              <a:t>of</a:t>
            </a:r>
            <a:r>
              <a:rPr dirty="0" sz="3200" spc="-80">
                <a:latin typeface="Microsoft YaHei UI"/>
                <a:cs typeface="Microsoft YaHei UI"/>
              </a:rPr>
              <a:t> </a:t>
            </a:r>
            <a:r>
              <a:rPr dirty="0" sz="3200" spc="-165">
                <a:latin typeface="Microsoft YaHei UI"/>
                <a:cs typeface="Microsoft YaHei UI"/>
              </a:rPr>
              <a:t>SVD</a:t>
            </a:r>
            <a:r>
              <a:rPr dirty="0" sz="3200" spc="-70">
                <a:latin typeface="Microsoft YaHei UI"/>
                <a:cs typeface="Microsoft YaHei UI"/>
              </a:rPr>
              <a:t> </a:t>
            </a:r>
            <a:r>
              <a:rPr dirty="0" sz="3200" spc="-180">
                <a:latin typeface="Microsoft YaHei UI"/>
                <a:cs typeface="Microsoft YaHei UI"/>
              </a:rPr>
              <a:t>dimensions</a:t>
            </a:r>
            <a:r>
              <a:rPr dirty="0" sz="3200" spc="-60">
                <a:latin typeface="Microsoft YaHei UI"/>
                <a:cs typeface="Microsoft YaHei UI"/>
              </a:rPr>
              <a:t> </a:t>
            </a:r>
            <a:r>
              <a:rPr dirty="0" sz="3200" spc="-95">
                <a:latin typeface="Microsoft YaHei UI"/>
                <a:cs typeface="Microsoft YaHei UI"/>
              </a:rPr>
              <a:t>and</a:t>
            </a:r>
            <a:endParaRPr sz="32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17027" y="2549643"/>
            <a:ext cx="1966595" cy="49149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3200" spc="-125">
                <a:latin typeface="Microsoft YaHei UI"/>
                <a:cs typeface="Microsoft YaHei UI"/>
              </a:rPr>
              <a:t>sparseness</a:t>
            </a:r>
            <a:endParaRPr sz="3200">
              <a:latin typeface="Microsoft YaHei UI"/>
              <a:cs typeface="Microsoft YaHei U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94572" y="2704676"/>
            <a:ext cx="5808345" cy="1708150"/>
            <a:chOff x="1294572" y="2704676"/>
            <a:chExt cx="5808345" cy="17081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4572" y="2704676"/>
              <a:ext cx="5808200" cy="170815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933444" y="2814827"/>
              <a:ext cx="1812289" cy="1181100"/>
            </a:xfrm>
            <a:custGeom>
              <a:avLst/>
              <a:gdLst/>
              <a:ahLst/>
              <a:cxnLst/>
              <a:rect l="l" t="t" r="r" b="b"/>
              <a:pathLst>
                <a:path w="1812289" h="1181100">
                  <a:moveTo>
                    <a:pt x="623316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623316" y="1181100"/>
                  </a:lnTo>
                  <a:lnTo>
                    <a:pt x="623316" y="0"/>
                  </a:lnTo>
                  <a:close/>
                </a:path>
                <a:path w="1812289" h="1181100">
                  <a:moveTo>
                    <a:pt x="1812036" y="766572"/>
                  </a:moveTo>
                  <a:lnTo>
                    <a:pt x="851916" y="766572"/>
                  </a:lnTo>
                  <a:lnTo>
                    <a:pt x="851916" y="1147572"/>
                  </a:lnTo>
                  <a:lnTo>
                    <a:pt x="1812036" y="1147572"/>
                  </a:lnTo>
                  <a:lnTo>
                    <a:pt x="1812036" y="766572"/>
                  </a:lnTo>
                  <a:close/>
                </a:path>
              </a:pathLst>
            </a:custGeom>
            <a:solidFill>
              <a:srgbClr val="CC9900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256840" y="4486656"/>
            <a:ext cx="6944359" cy="1708150"/>
            <a:chOff x="1256840" y="4486656"/>
            <a:chExt cx="6944359" cy="170815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6840" y="4486656"/>
              <a:ext cx="6944298" cy="170786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687568" y="4806695"/>
              <a:ext cx="2360930" cy="984885"/>
            </a:xfrm>
            <a:custGeom>
              <a:avLst/>
              <a:gdLst/>
              <a:ahLst/>
              <a:cxnLst/>
              <a:rect l="l" t="t" r="r" b="b"/>
              <a:pathLst>
                <a:path w="2360929" h="984885">
                  <a:moveTo>
                    <a:pt x="501396" y="0"/>
                  </a:moveTo>
                  <a:lnTo>
                    <a:pt x="0" y="0"/>
                  </a:lnTo>
                  <a:lnTo>
                    <a:pt x="0" y="775716"/>
                  </a:lnTo>
                  <a:lnTo>
                    <a:pt x="501396" y="775716"/>
                  </a:lnTo>
                  <a:lnTo>
                    <a:pt x="501396" y="0"/>
                  </a:lnTo>
                  <a:close/>
                </a:path>
                <a:path w="2360929" h="984885">
                  <a:moveTo>
                    <a:pt x="2360676" y="568452"/>
                  </a:moveTo>
                  <a:lnTo>
                    <a:pt x="723900" y="568452"/>
                  </a:lnTo>
                  <a:lnTo>
                    <a:pt x="723900" y="984516"/>
                  </a:lnTo>
                  <a:lnTo>
                    <a:pt x="2360676" y="984516"/>
                  </a:lnTo>
                  <a:lnTo>
                    <a:pt x="2360676" y="568452"/>
                  </a:lnTo>
                  <a:close/>
                </a:path>
              </a:pathLst>
            </a:custGeom>
            <a:solidFill>
              <a:srgbClr val="CC9900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884" rIns="0" bIns="0" rtlCol="0" vert="horz">
            <a:spAutoFit/>
          </a:bodyPr>
          <a:lstStyle/>
          <a:p>
            <a:pPr marL="8604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Singular</a:t>
            </a:r>
            <a:r>
              <a:rPr dirty="0" sz="4000" spc="-100"/>
              <a:t> </a:t>
            </a:r>
            <a:r>
              <a:rPr dirty="0" sz="4000"/>
              <a:t>Value</a:t>
            </a:r>
            <a:r>
              <a:rPr dirty="0" sz="4000" spc="-100"/>
              <a:t> </a:t>
            </a:r>
            <a:r>
              <a:rPr dirty="0" sz="4000" spc="-40"/>
              <a:t>Decomposition</a:t>
            </a:r>
            <a:endParaRPr sz="4000"/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1490" y="2818955"/>
            <a:ext cx="50863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5">
                <a:latin typeface="Microsoft YaHei UI"/>
                <a:cs typeface="Microsoft YaHei UI"/>
              </a:rPr>
              <a:t>Let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47210" y="2944444"/>
            <a:ext cx="1284605" cy="85534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ts val="3245"/>
              </a:lnSpc>
              <a:spcBef>
                <a:spcPts val="130"/>
              </a:spcBef>
              <a:tabLst>
                <a:tab pos="1085215" algn="l"/>
              </a:tabLst>
            </a:pPr>
            <a:r>
              <a:rPr dirty="0" sz="3000" spc="-1910">
                <a:latin typeface="Microsoft YaHei UI"/>
                <a:cs typeface="Microsoft YaHei UI"/>
              </a:rPr>
              <a:t>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1910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  <a:p>
            <a:pPr marL="50800">
              <a:lnSpc>
                <a:spcPts val="3245"/>
              </a:lnSpc>
              <a:tabLst>
                <a:tab pos="782955" algn="l"/>
              </a:tabLst>
            </a:pPr>
            <a:r>
              <a:rPr dirty="0" sz="3000" spc="-2430">
                <a:latin typeface="Microsoft YaHei UI"/>
                <a:cs typeface="Microsoft YaHei UI"/>
              </a:rPr>
              <a:t></a:t>
            </a:r>
            <a:r>
              <a:rPr dirty="0" baseline="-17592" sz="4500" spc="-3645">
                <a:latin typeface="Microsoft YaHei UI"/>
                <a:cs typeface="Microsoft YaHei UI"/>
              </a:rPr>
              <a:t></a:t>
            </a:r>
            <a:r>
              <a:rPr dirty="0" baseline="-17592" sz="4500" spc="-502">
                <a:latin typeface="Microsoft YaHei UI"/>
                <a:cs typeface="Microsoft YaHei UI"/>
              </a:rPr>
              <a:t> </a:t>
            </a:r>
            <a:r>
              <a:rPr dirty="0" baseline="-2777" sz="4500" spc="-75">
                <a:latin typeface="Microsoft YaHei UI"/>
                <a:cs typeface="Microsoft YaHei UI"/>
              </a:rPr>
              <a:t>1</a:t>
            </a:r>
            <a:r>
              <a:rPr dirty="0" baseline="-2777" sz="4500">
                <a:latin typeface="Microsoft YaHei UI"/>
                <a:cs typeface="Microsoft YaHei UI"/>
              </a:rPr>
              <a:t>	</a:t>
            </a:r>
            <a:r>
              <a:rPr dirty="0" baseline="-2777" sz="4500" spc="-382">
                <a:latin typeface="Microsoft YaHei UI"/>
                <a:cs typeface="Microsoft YaHei UI"/>
              </a:rPr>
              <a:t>0</a:t>
            </a:r>
            <a:r>
              <a:rPr dirty="0" baseline="-2777" sz="4500" spc="-37">
                <a:latin typeface="Microsoft YaHei UI"/>
                <a:cs typeface="Microsoft YaHei UI"/>
              </a:rPr>
              <a:t> </a:t>
            </a:r>
            <a:r>
              <a:rPr dirty="0" sz="3000" spc="-2455">
                <a:latin typeface="Microsoft YaHei UI"/>
                <a:cs typeface="Microsoft YaHei UI"/>
              </a:rPr>
              <a:t></a:t>
            </a:r>
            <a:r>
              <a:rPr dirty="0" baseline="-17592" sz="4500" spc="-3682">
                <a:latin typeface="Microsoft YaHei UI"/>
                <a:cs typeface="Microsoft YaHei UI"/>
              </a:rPr>
              <a:t></a:t>
            </a:r>
            <a:endParaRPr baseline="-17592" sz="45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22659" y="2577363"/>
            <a:ext cx="49657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5925" sz="4500" spc="-382">
                <a:latin typeface="Microsoft YaHei UI"/>
                <a:cs typeface="Microsoft YaHei UI"/>
              </a:rPr>
              <a:t>1</a:t>
            </a:r>
            <a:r>
              <a:rPr dirty="0" baseline="-25925" sz="4500" spc="-390">
                <a:latin typeface="Microsoft YaHei UI"/>
                <a:cs typeface="Microsoft YaHei UI"/>
              </a:rPr>
              <a:t> </a:t>
            </a:r>
            <a:r>
              <a:rPr dirty="0" sz="3000" spc="-1910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85310" y="2182342"/>
            <a:ext cx="120840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46430" algn="l"/>
              </a:tabLst>
            </a:pPr>
            <a:r>
              <a:rPr dirty="0" baseline="-3703" sz="4500" spc="-1822">
                <a:latin typeface="Microsoft YaHei UI"/>
                <a:cs typeface="Microsoft YaHei UI"/>
              </a:rPr>
              <a:t></a:t>
            </a:r>
            <a:r>
              <a:rPr dirty="0" sz="3000" spc="-1215">
                <a:latin typeface="Microsoft YaHei UI"/>
                <a:cs typeface="Microsoft YaHei UI"/>
              </a:rPr>
              <a:t>1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730">
                <a:latin typeface="Microsoft YaHei UI"/>
                <a:cs typeface="Microsoft YaHei UI"/>
              </a:rPr>
              <a:t>–1</a:t>
            </a:r>
            <a:r>
              <a:rPr dirty="0" baseline="-3703" sz="4500" spc="-1095">
                <a:latin typeface="Microsoft YaHei UI"/>
                <a:cs typeface="Microsoft YaHei UI"/>
              </a:rPr>
              <a:t></a:t>
            </a:r>
            <a:endParaRPr baseline="-3703" sz="45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43719" y="2756915"/>
            <a:ext cx="113982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3000" i="1">
                <a:latin typeface="Times New Roman"/>
                <a:cs typeface="Times New Roman"/>
              </a:rPr>
              <a:t>A</a:t>
            </a:r>
            <a:r>
              <a:rPr dirty="0" sz="3000" spc="-155" i="1">
                <a:latin typeface="Times New Roman"/>
                <a:cs typeface="Times New Roman"/>
              </a:rPr>
              <a:t> </a:t>
            </a:r>
            <a:r>
              <a:rPr dirty="0" sz="3000" spc="-580">
                <a:latin typeface="Microsoft YaHei UI"/>
                <a:cs typeface="Microsoft YaHei UI"/>
              </a:rPr>
              <a:t>=</a:t>
            </a:r>
            <a:r>
              <a:rPr dirty="0" sz="3000" spc="-155">
                <a:latin typeface="Microsoft YaHei UI"/>
                <a:cs typeface="Microsoft YaHei UI"/>
              </a:rPr>
              <a:t> </a:t>
            </a:r>
            <a:r>
              <a:rPr dirty="0" baseline="25925" sz="4500" spc="-2790">
                <a:latin typeface="Microsoft YaHei UI"/>
                <a:cs typeface="Microsoft YaHei UI"/>
              </a:rPr>
              <a:t></a:t>
            </a:r>
            <a:r>
              <a:rPr dirty="0" baseline="25925" sz="4500" spc="-82">
                <a:latin typeface="Microsoft YaHei UI"/>
                <a:cs typeface="Microsoft YaHei UI"/>
              </a:rPr>
              <a:t> </a:t>
            </a:r>
            <a:r>
              <a:rPr dirty="0" sz="3000" spc="-50">
                <a:latin typeface="Microsoft YaHei UI"/>
                <a:cs typeface="Microsoft YaHei UI"/>
              </a:rPr>
              <a:t>0</a:t>
            </a:r>
            <a:endParaRPr sz="3000">
              <a:latin typeface="Microsoft YaHei UI"/>
              <a:cs typeface="Microsoft YaHei U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539047" y="4649876"/>
            <a:ext cx="451484" cy="409575"/>
            <a:chOff x="2539047" y="4649876"/>
            <a:chExt cx="451484" cy="409575"/>
          </a:xfrm>
        </p:grpSpPr>
        <p:sp>
          <p:nvSpPr>
            <p:cNvPr id="8" name="object 8" descr=""/>
            <p:cNvSpPr/>
            <p:nvPr/>
          </p:nvSpPr>
          <p:spPr>
            <a:xfrm>
              <a:off x="2546997" y="4906289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595689" y="4914239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19" h="129539">
                  <a:moveTo>
                    <a:pt x="0" y="0"/>
                  </a:moveTo>
                  <a:lnTo>
                    <a:pt x="70561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674200" y="4657826"/>
              <a:ext cx="316230" cy="386080"/>
            </a:xfrm>
            <a:custGeom>
              <a:avLst/>
              <a:gdLst/>
              <a:ahLst/>
              <a:cxnLst/>
              <a:rect l="l" t="t" r="r" b="b"/>
              <a:pathLst>
                <a:path w="316230" h="386079">
                  <a:moveTo>
                    <a:pt x="0" y="385610"/>
                  </a:moveTo>
                  <a:lnTo>
                    <a:pt x="93408" y="0"/>
                  </a:lnTo>
                </a:path>
                <a:path w="316230" h="386079">
                  <a:moveTo>
                    <a:pt x="93408" y="0"/>
                  </a:moveTo>
                  <a:lnTo>
                    <a:pt x="316014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3956126" y="4649876"/>
            <a:ext cx="433705" cy="409575"/>
            <a:chOff x="3956126" y="4649876"/>
            <a:chExt cx="433705" cy="409575"/>
          </a:xfrm>
        </p:grpSpPr>
        <p:sp>
          <p:nvSpPr>
            <p:cNvPr id="12" name="object 12" descr=""/>
            <p:cNvSpPr/>
            <p:nvPr/>
          </p:nvSpPr>
          <p:spPr>
            <a:xfrm>
              <a:off x="3964076" y="4906289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12768" y="4914239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20" h="129539">
                  <a:moveTo>
                    <a:pt x="0" y="0"/>
                  </a:moveTo>
                  <a:lnTo>
                    <a:pt x="70561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91279" y="4657826"/>
              <a:ext cx="298450" cy="386080"/>
            </a:xfrm>
            <a:custGeom>
              <a:avLst/>
              <a:gdLst/>
              <a:ahLst/>
              <a:cxnLst/>
              <a:rect l="l" t="t" r="r" b="b"/>
              <a:pathLst>
                <a:path w="298450" h="386079">
                  <a:moveTo>
                    <a:pt x="0" y="385610"/>
                  </a:moveTo>
                  <a:lnTo>
                    <a:pt x="93408" y="0"/>
                  </a:lnTo>
                </a:path>
                <a:path w="298450" h="386079">
                  <a:moveTo>
                    <a:pt x="93408" y="0"/>
                  </a:moveTo>
                  <a:lnTo>
                    <a:pt x="298119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181595" y="5222328"/>
            <a:ext cx="236854" cy="403860"/>
            <a:chOff x="1181595" y="5222328"/>
            <a:chExt cx="236854" cy="403860"/>
          </a:xfrm>
        </p:grpSpPr>
        <p:sp>
          <p:nvSpPr>
            <p:cNvPr id="16" name="object 16" descr=""/>
            <p:cNvSpPr/>
            <p:nvPr/>
          </p:nvSpPr>
          <p:spPr>
            <a:xfrm>
              <a:off x="1189545" y="5474766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38237" y="5482717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19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16748" y="5230279"/>
              <a:ext cx="93980" cy="379730"/>
            </a:xfrm>
            <a:custGeom>
              <a:avLst/>
              <a:gdLst/>
              <a:ahLst/>
              <a:cxnLst/>
              <a:rect l="l" t="t" r="r" b="b"/>
              <a:pathLst>
                <a:path w="93980" h="379729">
                  <a:moveTo>
                    <a:pt x="0" y="379641"/>
                  </a:moveTo>
                  <a:lnTo>
                    <a:pt x="93408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2640418" y="5222328"/>
            <a:ext cx="236854" cy="409575"/>
            <a:chOff x="2640418" y="5222328"/>
            <a:chExt cx="236854" cy="409575"/>
          </a:xfrm>
        </p:grpSpPr>
        <p:sp>
          <p:nvSpPr>
            <p:cNvPr id="20" name="object 20" descr=""/>
            <p:cNvSpPr/>
            <p:nvPr/>
          </p:nvSpPr>
          <p:spPr>
            <a:xfrm>
              <a:off x="2648369" y="5478741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97060" y="5486692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19" h="129539">
                  <a:moveTo>
                    <a:pt x="0" y="0"/>
                  </a:moveTo>
                  <a:lnTo>
                    <a:pt x="70548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75559" y="5230279"/>
              <a:ext cx="93980" cy="386080"/>
            </a:xfrm>
            <a:custGeom>
              <a:avLst/>
              <a:gdLst/>
              <a:ahLst/>
              <a:cxnLst/>
              <a:rect l="l" t="t" r="r" b="b"/>
              <a:pathLst>
                <a:path w="93980" h="386079">
                  <a:moveTo>
                    <a:pt x="0" y="385610"/>
                  </a:moveTo>
                  <a:lnTo>
                    <a:pt x="9342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956126" y="5222328"/>
            <a:ext cx="433705" cy="409575"/>
            <a:chOff x="3956126" y="5222328"/>
            <a:chExt cx="433705" cy="409575"/>
          </a:xfrm>
        </p:grpSpPr>
        <p:sp>
          <p:nvSpPr>
            <p:cNvPr id="24" name="object 24" descr=""/>
            <p:cNvSpPr/>
            <p:nvPr/>
          </p:nvSpPr>
          <p:spPr>
            <a:xfrm>
              <a:off x="3964076" y="5478741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012768" y="5486692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20" h="129539">
                  <a:moveTo>
                    <a:pt x="0" y="0"/>
                  </a:moveTo>
                  <a:lnTo>
                    <a:pt x="70561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091279" y="5230279"/>
              <a:ext cx="298450" cy="386080"/>
            </a:xfrm>
            <a:custGeom>
              <a:avLst/>
              <a:gdLst/>
              <a:ahLst/>
              <a:cxnLst/>
              <a:rect l="l" t="t" r="r" b="b"/>
              <a:pathLst>
                <a:path w="298450" h="386079">
                  <a:moveTo>
                    <a:pt x="0" y="385610"/>
                  </a:moveTo>
                  <a:lnTo>
                    <a:pt x="93408" y="0"/>
                  </a:lnTo>
                </a:path>
                <a:path w="298450" h="386079">
                  <a:moveTo>
                    <a:pt x="93408" y="0"/>
                  </a:moveTo>
                  <a:lnTo>
                    <a:pt x="298119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181595" y="5794781"/>
            <a:ext cx="457200" cy="403860"/>
            <a:chOff x="1181595" y="5794781"/>
            <a:chExt cx="457200" cy="403860"/>
          </a:xfrm>
        </p:grpSpPr>
        <p:sp>
          <p:nvSpPr>
            <p:cNvPr id="28" name="object 28" descr=""/>
            <p:cNvSpPr/>
            <p:nvPr/>
          </p:nvSpPr>
          <p:spPr>
            <a:xfrm>
              <a:off x="1189545" y="6047219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38237" y="6055169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19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16748" y="5802731"/>
              <a:ext cx="322580" cy="379730"/>
            </a:xfrm>
            <a:custGeom>
              <a:avLst/>
              <a:gdLst/>
              <a:ahLst/>
              <a:cxnLst/>
              <a:rect l="l" t="t" r="r" b="b"/>
              <a:pathLst>
                <a:path w="322580" h="379729">
                  <a:moveTo>
                    <a:pt x="0" y="379641"/>
                  </a:moveTo>
                  <a:lnTo>
                    <a:pt x="93408" y="0"/>
                  </a:lnTo>
                </a:path>
                <a:path w="322580" h="379729">
                  <a:moveTo>
                    <a:pt x="93408" y="0"/>
                  </a:moveTo>
                  <a:lnTo>
                    <a:pt x="321970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2503271" y="5794781"/>
            <a:ext cx="451484" cy="409575"/>
            <a:chOff x="2503271" y="5794781"/>
            <a:chExt cx="451484" cy="409575"/>
          </a:xfrm>
        </p:grpSpPr>
        <p:sp>
          <p:nvSpPr>
            <p:cNvPr id="32" name="object 32" descr=""/>
            <p:cNvSpPr/>
            <p:nvPr/>
          </p:nvSpPr>
          <p:spPr>
            <a:xfrm>
              <a:off x="2511221" y="6051194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4" h="27939">
                  <a:moveTo>
                    <a:pt x="0" y="27825"/>
                  </a:moveTo>
                  <a:lnTo>
                    <a:pt x="48704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559926" y="6059144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19" h="129539">
                  <a:moveTo>
                    <a:pt x="0" y="0"/>
                  </a:moveTo>
                  <a:lnTo>
                    <a:pt x="70548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638425" y="5802731"/>
              <a:ext cx="316230" cy="386080"/>
            </a:xfrm>
            <a:custGeom>
              <a:avLst/>
              <a:gdLst/>
              <a:ahLst/>
              <a:cxnLst/>
              <a:rect l="l" t="t" r="r" b="b"/>
              <a:pathLst>
                <a:path w="316230" h="386079">
                  <a:moveTo>
                    <a:pt x="0" y="385610"/>
                  </a:moveTo>
                  <a:lnTo>
                    <a:pt x="93408" y="0"/>
                  </a:lnTo>
                </a:path>
                <a:path w="316230" h="386079">
                  <a:moveTo>
                    <a:pt x="93408" y="0"/>
                  </a:moveTo>
                  <a:lnTo>
                    <a:pt x="316014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4093260" y="5794781"/>
            <a:ext cx="433705" cy="409575"/>
            <a:chOff x="4093260" y="5794781"/>
            <a:chExt cx="433705" cy="409575"/>
          </a:xfrm>
        </p:grpSpPr>
        <p:sp>
          <p:nvSpPr>
            <p:cNvPr id="36" name="object 36" descr=""/>
            <p:cNvSpPr/>
            <p:nvPr/>
          </p:nvSpPr>
          <p:spPr>
            <a:xfrm>
              <a:off x="4101210" y="6051194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704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149915" y="6059144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20" h="129539">
                  <a:moveTo>
                    <a:pt x="0" y="0"/>
                  </a:moveTo>
                  <a:lnTo>
                    <a:pt x="70548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228414" y="5802731"/>
              <a:ext cx="298450" cy="386080"/>
            </a:xfrm>
            <a:custGeom>
              <a:avLst/>
              <a:gdLst/>
              <a:ahLst/>
              <a:cxnLst/>
              <a:rect l="l" t="t" r="r" b="b"/>
              <a:pathLst>
                <a:path w="298450" h="386079">
                  <a:moveTo>
                    <a:pt x="0" y="385610"/>
                  </a:moveTo>
                  <a:lnTo>
                    <a:pt x="93408" y="0"/>
                  </a:lnTo>
                </a:path>
                <a:path w="298450" h="386079">
                  <a:moveTo>
                    <a:pt x="93408" y="0"/>
                  </a:moveTo>
                  <a:lnTo>
                    <a:pt x="298119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5426874" y="5222328"/>
            <a:ext cx="433705" cy="409575"/>
            <a:chOff x="5426874" y="5222328"/>
            <a:chExt cx="433705" cy="409575"/>
          </a:xfrm>
        </p:grpSpPr>
        <p:sp>
          <p:nvSpPr>
            <p:cNvPr id="40" name="object 40" descr=""/>
            <p:cNvSpPr/>
            <p:nvPr/>
          </p:nvSpPr>
          <p:spPr>
            <a:xfrm>
              <a:off x="5434825" y="5478741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483516" y="5486692"/>
              <a:ext cx="71120" cy="129539"/>
            </a:xfrm>
            <a:custGeom>
              <a:avLst/>
              <a:gdLst/>
              <a:ahLst/>
              <a:cxnLst/>
              <a:rect l="l" t="t" r="r" b="b"/>
              <a:pathLst>
                <a:path w="71120" h="129539">
                  <a:moveTo>
                    <a:pt x="0" y="0"/>
                  </a:moveTo>
                  <a:lnTo>
                    <a:pt x="70548" y="129197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562015" y="5230279"/>
              <a:ext cx="298450" cy="386080"/>
            </a:xfrm>
            <a:custGeom>
              <a:avLst/>
              <a:gdLst/>
              <a:ahLst/>
              <a:cxnLst/>
              <a:rect l="l" t="t" r="r" b="b"/>
              <a:pathLst>
                <a:path w="298450" h="386079">
                  <a:moveTo>
                    <a:pt x="0" y="385610"/>
                  </a:moveTo>
                  <a:lnTo>
                    <a:pt x="93421" y="0"/>
                  </a:lnTo>
                </a:path>
                <a:path w="298450" h="386079">
                  <a:moveTo>
                    <a:pt x="93421" y="0"/>
                  </a:moveTo>
                  <a:lnTo>
                    <a:pt x="298132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6563715" y="4981816"/>
            <a:ext cx="457200" cy="403860"/>
            <a:chOff x="6563715" y="4981816"/>
            <a:chExt cx="457200" cy="403860"/>
          </a:xfrm>
        </p:grpSpPr>
        <p:sp>
          <p:nvSpPr>
            <p:cNvPr id="44" name="object 44" descr=""/>
            <p:cNvSpPr/>
            <p:nvPr/>
          </p:nvSpPr>
          <p:spPr>
            <a:xfrm>
              <a:off x="6571665" y="5234254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620357" y="5242204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20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698869" y="4989766"/>
              <a:ext cx="322580" cy="379730"/>
            </a:xfrm>
            <a:custGeom>
              <a:avLst/>
              <a:gdLst/>
              <a:ahLst/>
              <a:cxnLst/>
              <a:rect l="l" t="t" r="r" b="b"/>
              <a:pathLst>
                <a:path w="322579" h="379729">
                  <a:moveTo>
                    <a:pt x="0" y="379641"/>
                  </a:moveTo>
                  <a:lnTo>
                    <a:pt x="93408" y="0"/>
                  </a:lnTo>
                </a:path>
                <a:path w="322579" h="379729">
                  <a:moveTo>
                    <a:pt x="93408" y="0"/>
                  </a:moveTo>
                  <a:lnTo>
                    <a:pt x="321970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7885391" y="4981816"/>
            <a:ext cx="457200" cy="403860"/>
            <a:chOff x="7885391" y="4981816"/>
            <a:chExt cx="457200" cy="403860"/>
          </a:xfrm>
        </p:grpSpPr>
        <p:sp>
          <p:nvSpPr>
            <p:cNvPr id="48" name="object 48" descr=""/>
            <p:cNvSpPr/>
            <p:nvPr/>
          </p:nvSpPr>
          <p:spPr>
            <a:xfrm>
              <a:off x="7893341" y="5234254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942033" y="5242204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20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020544" y="4989766"/>
              <a:ext cx="322580" cy="379730"/>
            </a:xfrm>
            <a:custGeom>
              <a:avLst/>
              <a:gdLst/>
              <a:ahLst/>
              <a:cxnLst/>
              <a:rect l="l" t="t" r="r" b="b"/>
              <a:pathLst>
                <a:path w="322579" h="379729">
                  <a:moveTo>
                    <a:pt x="0" y="379641"/>
                  </a:moveTo>
                  <a:lnTo>
                    <a:pt x="93408" y="0"/>
                  </a:lnTo>
                </a:path>
                <a:path w="322579" h="379729">
                  <a:moveTo>
                    <a:pt x="93408" y="0"/>
                  </a:moveTo>
                  <a:lnTo>
                    <a:pt x="321970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6563715" y="5554268"/>
            <a:ext cx="457200" cy="403860"/>
            <a:chOff x="6563715" y="5554268"/>
            <a:chExt cx="457200" cy="403860"/>
          </a:xfrm>
        </p:grpSpPr>
        <p:sp>
          <p:nvSpPr>
            <p:cNvPr id="52" name="object 52" descr=""/>
            <p:cNvSpPr/>
            <p:nvPr/>
          </p:nvSpPr>
          <p:spPr>
            <a:xfrm>
              <a:off x="6571665" y="5806706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620357" y="5814656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20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698869" y="5562218"/>
              <a:ext cx="322580" cy="379730"/>
            </a:xfrm>
            <a:custGeom>
              <a:avLst/>
              <a:gdLst/>
              <a:ahLst/>
              <a:cxnLst/>
              <a:rect l="l" t="t" r="r" b="b"/>
              <a:pathLst>
                <a:path w="322579" h="379729">
                  <a:moveTo>
                    <a:pt x="0" y="379641"/>
                  </a:moveTo>
                  <a:lnTo>
                    <a:pt x="93408" y="0"/>
                  </a:lnTo>
                </a:path>
                <a:path w="322579" h="379729">
                  <a:moveTo>
                    <a:pt x="93408" y="0"/>
                  </a:moveTo>
                  <a:lnTo>
                    <a:pt x="321970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8022526" y="5554268"/>
            <a:ext cx="457200" cy="403860"/>
            <a:chOff x="8022526" y="5554268"/>
            <a:chExt cx="457200" cy="403860"/>
          </a:xfrm>
        </p:grpSpPr>
        <p:sp>
          <p:nvSpPr>
            <p:cNvPr id="56" name="object 56" descr=""/>
            <p:cNvSpPr/>
            <p:nvPr/>
          </p:nvSpPr>
          <p:spPr>
            <a:xfrm>
              <a:off x="8030476" y="5806706"/>
              <a:ext cx="48895" cy="27940"/>
            </a:xfrm>
            <a:custGeom>
              <a:avLst/>
              <a:gdLst/>
              <a:ahLst/>
              <a:cxnLst/>
              <a:rect l="l" t="t" r="r" b="b"/>
              <a:pathLst>
                <a:path w="48895" h="27939">
                  <a:moveTo>
                    <a:pt x="0" y="27825"/>
                  </a:moveTo>
                  <a:lnTo>
                    <a:pt x="48691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079168" y="5814656"/>
              <a:ext cx="71120" cy="127635"/>
            </a:xfrm>
            <a:custGeom>
              <a:avLst/>
              <a:gdLst/>
              <a:ahLst/>
              <a:cxnLst/>
              <a:rect l="l" t="t" r="r" b="b"/>
              <a:pathLst>
                <a:path w="71120" h="127635">
                  <a:moveTo>
                    <a:pt x="0" y="0"/>
                  </a:moveTo>
                  <a:lnTo>
                    <a:pt x="70561" y="127203"/>
                  </a:lnTo>
                </a:path>
              </a:pathLst>
            </a:custGeom>
            <a:ln w="31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157679" y="5562218"/>
              <a:ext cx="322580" cy="379730"/>
            </a:xfrm>
            <a:custGeom>
              <a:avLst/>
              <a:gdLst/>
              <a:ahLst/>
              <a:cxnLst/>
              <a:rect l="l" t="t" r="r" b="b"/>
              <a:pathLst>
                <a:path w="322579" h="379729">
                  <a:moveTo>
                    <a:pt x="0" y="379641"/>
                  </a:moveTo>
                  <a:lnTo>
                    <a:pt x="93408" y="0"/>
                  </a:lnTo>
                </a:path>
                <a:path w="322579" h="379729">
                  <a:moveTo>
                    <a:pt x="93408" y="0"/>
                  </a:moveTo>
                  <a:lnTo>
                    <a:pt x="321970" y="0"/>
                  </a:lnTo>
                </a:path>
              </a:pathLst>
            </a:custGeom>
            <a:ln w="159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8490801" y="5275465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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73" name="object 7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60" name="object 60" descr=""/>
          <p:cNvSpPr txBox="1"/>
          <p:nvPr/>
        </p:nvSpPr>
        <p:spPr>
          <a:xfrm>
            <a:off x="8490801" y="4909730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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512284" y="4943525"/>
            <a:ext cx="39560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1780">
                <a:latin typeface="Microsoft YaHei UI"/>
                <a:cs typeface="Microsoft YaHei UI"/>
              </a:rPr>
              <a:t></a:t>
            </a:r>
            <a:r>
              <a:rPr dirty="0" baseline="-12037" sz="4500" spc="-2670">
                <a:latin typeface="Microsoft YaHei UI"/>
                <a:cs typeface="Microsoft YaHei UI"/>
              </a:rPr>
              <a:t></a:t>
            </a:r>
            <a:endParaRPr baseline="-12037" sz="4500">
              <a:latin typeface="Microsoft YaHei UI"/>
              <a:cs typeface="Microsoft YaHei U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537684" y="5957239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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62089" y="4943525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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662089" y="5957239"/>
            <a:ext cx="17145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 spc="-1910">
                <a:latin typeface="Microsoft YaHei UI"/>
                <a:cs typeface="Microsoft YaHei UI"/>
              </a:rPr>
              <a:t>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62089" y="3855169"/>
            <a:ext cx="3668395" cy="1204595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335"/>
              </a:spcBef>
            </a:pPr>
            <a:r>
              <a:rPr dirty="0" sz="2400" spc="-45">
                <a:latin typeface="Microsoft YaHei UI"/>
                <a:cs typeface="Microsoft YaHei UI"/>
              </a:rPr>
              <a:t>Thus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500" spc="-175" i="1">
                <a:latin typeface="Verdana"/>
                <a:cs typeface="Verdana"/>
              </a:rPr>
              <a:t>m=</a:t>
            </a:r>
            <a:r>
              <a:rPr dirty="0" sz="2400" spc="-175">
                <a:latin typeface="Microsoft YaHei UI"/>
                <a:cs typeface="Microsoft YaHei UI"/>
              </a:rPr>
              <a:t>3,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500" spc="-110" i="1">
                <a:latin typeface="Verdana"/>
                <a:cs typeface="Verdana"/>
              </a:rPr>
              <a:t>n=</a:t>
            </a:r>
            <a:r>
              <a:rPr dirty="0" sz="2400" spc="-110">
                <a:latin typeface="Microsoft YaHei UI"/>
                <a:cs typeface="Microsoft YaHei UI"/>
              </a:rPr>
              <a:t>2.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Its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SVD</a:t>
            </a:r>
            <a:r>
              <a:rPr dirty="0" sz="2400" spc="-25">
                <a:latin typeface="Microsoft YaHei UI"/>
                <a:cs typeface="Microsoft YaHei UI"/>
              </a:rPr>
              <a:t> is</a:t>
            </a:r>
            <a:endParaRPr sz="2400">
              <a:latin typeface="Microsoft YaHei UI"/>
              <a:cs typeface="Microsoft YaHei UI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3000" spc="-1910">
                <a:latin typeface="Microsoft YaHei UI"/>
                <a:cs typeface="Microsoft YaHei UI"/>
              </a:rPr>
              <a:t>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5820498" y="4845436"/>
            <a:ext cx="2880360" cy="11703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5"/>
              </a:spcBef>
              <a:tabLst>
                <a:tab pos="995044" algn="l"/>
                <a:tab pos="1670685" algn="l"/>
                <a:tab pos="2317115" algn="l"/>
              </a:tabLst>
            </a:pPr>
            <a:r>
              <a:rPr dirty="0" baseline="-9259" sz="4500" spc="-2790">
                <a:latin typeface="Microsoft YaHei UI"/>
                <a:cs typeface="Microsoft YaHei UI"/>
              </a:rPr>
              <a:t></a:t>
            </a:r>
            <a:r>
              <a:rPr dirty="0" baseline="-9259" sz="4500" spc="322">
                <a:latin typeface="Microsoft YaHei UI"/>
                <a:cs typeface="Microsoft YaHei UI"/>
              </a:rPr>
              <a:t> </a:t>
            </a:r>
            <a:r>
              <a:rPr dirty="0" sz="3000" spc="-305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05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2</a:t>
            </a:r>
            <a:endParaRPr sz="3000">
              <a:latin typeface="Microsoft YaHei UI"/>
              <a:cs typeface="Microsoft YaHei UI"/>
            </a:endParaRPr>
          </a:p>
          <a:p>
            <a:pPr marL="995044">
              <a:lnSpc>
                <a:spcPct val="100000"/>
              </a:lnSpc>
              <a:spcBef>
                <a:spcPts val="910"/>
              </a:spcBef>
              <a:tabLst>
                <a:tab pos="1575435" algn="l"/>
                <a:tab pos="2454275" algn="l"/>
              </a:tabLst>
            </a:pPr>
            <a:r>
              <a:rPr dirty="0" sz="3000" spc="-335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5">
                <a:latin typeface="Microsoft YaHei UI"/>
                <a:cs typeface="Microsoft YaHei UI"/>
              </a:rPr>
              <a:t>–1/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85">
                <a:latin typeface="Microsoft YaHei UI"/>
                <a:cs typeface="Microsoft YaHei UI"/>
              </a:rPr>
              <a:t>2</a:t>
            </a:r>
            <a:r>
              <a:rPr dirty="0" sz="3000" spc="-590">
                <a:latin typeface="Microsoft YaHei UI"/>
                <a:cs typeface="Microsoft YaHei UI"/>
              </a:rPr>
              <a:t> </a:t>
            </a:r>
            <a:r>
              <a:rPr dirty="0" baseline="-12962" sz="4500" spc="-2865">
                <a:latin typeface="Microsoft YaHei UI"/>
                <a:cs typeface="Microsoft YaHei UI"/>
              </a:rPr>
              <a:t></a:t>
            </a:r>
            <a:endParaRPr baseline="-12962" sz="4500">
              <a:latin typeface="Microsoft YaHei UI"/>
              <a:cs typeface="Microsoft YaHei U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512993" y="5533872"/>
            <a:ext cx="101600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5185" sz="4500" spc="-427">
                <a:latin typeface="Microsoft YaHei UI"/>
                <a:cs typeface="Microsoft YaHei UI"/>
              </a:rPr>
              <a:t>0</a:t>
            </a:r>
            <a:r>
              <a:rPr dirty="0" baseline="-35185" sz="4500" spc="352">
                <a:latin typeface="Microsoft YaHei UI"/>
                <a:cs typeface="Microsoft YaHei UI"/>
              </a:rPr>
              <a:t> </a:t>
            </a:r>
            <a:r>
              <a:rPr dirty="0" baseline="-32407" sz="4500" spc="-2235">
                <a:latin typeface="Microsoft YaHei UI"/>
                <a:cs typeface="Microsoft YaHei UI"/>
              </a:rPr>
              <a:t></a:t>
            </a:r>
            <a:r>
              <a:rPr dirty="0" baseline="-50000" sz="4500" spc="-2235">
                <a:latin typeface="Microsoft YaHei UI"/>
                <a:cs typeface="Microsoft YaHei UI"/>
              </a:rPr>
              <a:t></a:t>
            </a:r>
            <a:r>
              <a:rPr dirty="0" baseline="-12962" sz="4500" spc="-2235">
                <a:latin typeface="Microsoft YaHei UI"/>
                <a:cs typeface="Microsoft YaHei UI"/>
              </a:rPr>
              <a:t></a:t>
            </a:r>
            <a:r>
              <a:rPr dirty="0" sz="3000" spc="-1490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5629262" y="5201920"/>
            <a:ext cx="61214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1225">
                <a:latin typeface="Microsoft YaHei UI"/>
                <a:cs typeface="Microsoft YaHei UI"/>
              </a:rPr>
              <a:t>3</a:t>
            </a:r>
            <a:r>
              <a:rPr dirty="0" baseline="-26851" sz="4500" spc="-1837">
                <a:latin typeface="Microsoft YaHei UI"/>
                <a:cs typeface="Microsoft YaHei UI"/>
              </a:rPr>
              <a:t></a:t>
            </a:r>
            <a:r>
              <a:rPr dirty="0" baseline="-11111" sz="4500" spc="-1837">
                <a:latin typeface="Microsoft YaHei UI"/>
                <a:cs typeface="Microsoft YaHei UI"/>
              </a:rPr>
              <a:t></a:t>
            </a:r>
            <a:endParaRPr baseline="-11111" sz="4500">
              <a:latin typeface="Microsoft YaHei UI"/>
              <a:cs typeface="Microsoft YaHei U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4295647" y="5774372"/>
            <a:ext cx="94170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1650">
                <a:latin typeface="Microsoft YaHei UI"/>
                <a:cs typeface="Microsoft YaHei UI"/>
              </a:rPr>
              <a:t>3</a:t>
            </a:r>
            <a:r>
              <a:rPr dirty="0" baseline="14814" sz="4500" spc="-2475">
                <a:latin typeface="Microsoft YaHei UI"/>
                <a:cs typeface="Microsoft YaHei UI"/>
              </a:rPr>
              <a:t></a:t>
            </a:r>
            <a:r>
              <a:rPr dirty="0" baseline="-14814" sz="4500" spc="-2475">
                <a:latin typeface="Microsoft YaHei UI"/>
                <a:cs typeface="Microsoft YaHei UI"/>
              </a:rPr>
              <a:t></a:t>
            </a:r>
            <a:r>
              <a:rPr dirty="0" baseline="2777" sz="4500" spc="-2475">
                <a:latin typeface="Microsoft YaHei UI"/>
                <a:cs typeface="Microsoft YaHei UI"/>
              </a:rPr>
              <a:t></a:t>
            </a:r>
            <a:r>
              <a:rPr dirty="0" baseline="2777" sz="4500" spc="322">
                <a:latin typeface="Microsoft YaHei UI"/>
                <a:cs typeface="Microsoft YaHei UI"/>
              </a:rPr>
              <a:t> </a:t>
            </a:r>
            <a:r>
              <a:rPr dirty="0" sz="3000" spc="-335">
                <a:latin typeface="Microsoft YaHei UI"/>
                <a:cs typeface="Microsoft YaHei UI"/>
              </a:rPr>
              <a:t>0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158513" y="5201920"/>
            <a:ext cx="942340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3000" spc="-285">
                <a:latin typeface="Microsoft YaHei UI"/>
                <a:cs typeface="Microsoft YaHei UI"/>
              </a:rPr>
              <a:t>3</a:t>
            </a:r>
            <a:r>
              <a:rPr dirty="0" sz="3000" spc="400">
                <a:latin typeface="Microsoft YaHei UI"/>
                <a:cs typeface="Microsoft YaHei UI"/>
              </a:rPr>
              <a:t> </a:t>
            </a:r>
            <a:r>
              <a:rPr dirty="0" baseline="-15740" sz="4500" spc="-1927">
                <a:latin typeface="Microsoft YaHei UI"/>
                <a:cs typeface="Microsoft YaHei UI"/>
              </a:rPr>
              <a:t></a:t>
            </a:r>
            <a:r>
              <a:rPr dirty="0" baseline="-26851" sz="4500" spc="-1927">
                <a:latin typeface="Microsoft YaHei UI"/>
                <a:cs typeface="Microsoft YaHei UI"/>
              </a:rPr>
              <a:t></a:t>
            </a:r>
            <a:r>
              <a:rPr dirty="0" sz="3000" spc="-1285">
                <a:latin typeface="Microsoft YaHei UI"/>
                <a:cs typeface="Microsoft YaHei UI"/>
              </a:rPr>
              <a:t>0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623989" y="4513483"/>
            <a:ext cx="5680710" cy="174307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520700">
              <a:lnSpc>
                <a:spcPct val="100000"/>
              </a:lnSpc>
              <a:spcBef>
                <a:spcPts val="1005"/>
              </a:spcBef>
              <a:tabLst>
                <a:tab pos="1491615" algn="l"/>
                <a:tab pos="2160905" algn="l"/>
                <a:tab pos="2938145" algn="l"/>
                <a:tab pos="3572510" algn="l"/>
                <a:tab pos="4893945" algn="l"/>
                <a:tab pos="5259705" algn="l"/>
              </a:tabLst>
            </a:pPr>
            <a:r>
              <a:rPr dirty="0" sz="3000" spc="-285">
                <a:latin typeface="Microsoft YaHei UI"/>
                <a:cs typeface="Microsoft YaHei UI"/>
              </a:rPr>
              <a:t>0 </a:t>
            </a:r>
            <a:r>
              <a:rPr dirty="0" u="sng" sz="3000" spc="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3000" spc="-285">
                <a:latin typeface="Microsoft YaHei UI"/>
                <a:cs typeface="Microsoft YaHei UI"/>
              </a:rPr>
              <a:t>2</a:t>
            </a:r>
            <a:r>
              <a:rPr dirty="0" sz="3000" spc="-465">
                <a:latin typeface="Microsoft YaHei UI"/>
                <a:cs typeface="Microsoft YaHei UI"/>
              </a:rPr>
              <a:t> </a:t>
            </a:r>
            <a:r>
              <a:rPr dirty="0" sz="3000" spc="-515">
                <a:latin typeface="Microsoft YaHei UI"/>
                <a:cs typeface="Microsoft YaHei UI"/>
              </a:rPr>
              <a:t>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u="heavy" sz="3000" spc="-28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6</a:t>
            </a:r>
            <a:r>
              <a:rPr dirty="0" u="heavy" sz="3000" spc="72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05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85">
                <a:latin typeface="Microsoft YaHei UI"/>
                <a:cs typeface="Microsoft YaHei UI"/>
              </a:rPr>
              <a:t>3</a:t>
            </a:r>
            <a:r>
              <a:rPr dirty="0" sz="3000" spc="400">
                <a:latin typeface="Microsoft YaHei UI"/>
                <a:cs typeface="Microsoft YaHei UI"/>
              </a:rPr>
              <a:t> </a:t>
            </a:r>
            <a:r>
              <a:rPr dirty="0" baseline="7407" sz="4500" spc="-2632">
                <a:latin typeface="Microsoft YaHei UI"/>
                <a:cs typeface="Microsoft YaHei UI"/>
              </a:rPr>
              <a:t></a:t>
            </a:r>
            <a:r>
              <a:rPr dirty="0" baseline="-3703" sz="4500" spc="-2632">
                <a:latin typeface="Microsoft YaHei UI"/>
                <a:cs typeface="Microsoft YaHei UI"/>
              </a:rPr>
              <a:t></a:t>
            </a:r>
            <a:r>
              <a:rPr dirty="0" baseline="-3703" sz="4500" spc="277">
                <a:latin typeface="Microsoft YaHei UI"/>
                <a:cs typeface="Microsoft YaHei UI"/>
              </a:rPr>
              <a:t> </a:t>
            </a:r>
            <a:r>
              <a:rPr dirty="0" sz="3000" spc="-335">
                <a:latin typeface="Microsoft YaHei UI"/>
                <a:cs typeface="Microsoft YaHei UI"/>
              </a:rPr>
              <a:t>1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0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baseline="-3703" sz="4500" spc="-2670">
                <a:latin typeface="Microsoft YaHei UI"/>
                <a:cs typeface="Microsoft YaHei UI"/>
              </a:rPr>
              <a:t></a:t>
            </a:r>
            <a:r>
              <a:rPr dirty="0" baseline="-40740" sz="4500" spc="-2670">
                <a:latin typeface="Microsoft YaHei UI"/>
                <a:cs typeface="Microsoft YaHei UI"/>
              </a:rPr>
              <a:t></a:t>
            </a:r>
            <a:endParaRPr baseline="-40740" sz="4500">
              <a:latin typeface="Microsoft YaHei UI"/>
              <a:cs typeface="Microsoft YaHei UI"/>
            </a:endParaRPr>
          </a:p>
          <a:p>
            <a:pPr marL="50800">
              <a:lnSpc>
                <a:spcPct val="100000"/>
              </a:lnSpc>
              <a:spcBef>
                <a:spcPts val="910"/>
              </a:spcBef>
              <a:tabLst>
                <a:tab pos="809625" algn="l"/>
                <a:tab pos="1390015" algn="l"/>
                <a:tab pos="2262505" algn="l"/>
                <a:tab pos="2938145" algn="l"/>
              </a:tabLst>
            </a:pPr>
            <a:r>
              <a:rPr dirty="0" baseline="-15740" sz="4500" spc="-1380">
                <a:latin typeface="Microsoft YaHei UI"/>
                <a:cs typeface="Microsoft YaHei UI"/>
              </a:rPr>
              <a:t></a:t>
            </a:r>
            <a:r>
              <a:rPr dirty="0" sz="3000" spc="-919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5">
                <a:latin typeface="Microsoft YaHei UI"/>
                <a:cs typeface="Microsoft YaHei UI"/>
              </a:rPr>
              <a:t>–1/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6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05">
                <a:latin typeface="Microsoft YaHei UI"/>
                <a:cs typeface="Microsoft YaHei UI"/>
              </a:rPr>
              <a:t>1/</a:t>
            </a:r>
            <a:endParaRPr sz="3000">
              <a:latin typeface="Microsoft YaHei UI"/>
              <a:cs typeface="Microsoft YaHei UI"/>
            </a:endParaRPr>
          </a:p>
          <a:p>
            <a:pPr marL="50800">
              <a:lnSpc>
                <a:spcPct val="100000"/>
              </a:lnSpc>
              <a:spcBef>
                <a:spcPts val="905"/>
              </a:spcBef>
              <a:tabLst>
                <a:tab pos="809625" algn="l"/>
                <a:tab pos="1485265" algn="l"/>
                <a:tab pos="2125345" algn="l"/>
                <a:tab pos="2842895" algn="l"/>
              </a:tabLst>
            </a:pPr>
            <a:r>
              <a:rPr dirty="0" baseline="14814" sz="4500" spc="-1380">
                <a:latin typeface="Microsoft YaHei UI"/>
                <a:cs typeface="Microsoft YaHei UI"/>
              </a:rPr>
              <a:t></a:t>
            </a:r>
            <a:r>
              <a:rPr dirty="0" sz="3000" spc="-919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2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05">
                <a:latin typeface="Microsoft YaHei UI"/>
                <a:cs typeface="Microsoft YaHei UI"/>
              </a:rPr>
              <a:t>1/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335">
                <a:latin typeface="Microsoft YaHei UI"/>
                <a:cs typeface="Microsoft YaHei UI"/>
              </a:rPr>
              <a:t>6</a:t>
            </a:r>
            <a:r>
              <a:rPr dirty="0" sz="3000">
                <a:latin typeface="Microsoft YaHei UI"/>
                <a:cs typeface="Microsoft YaHei UI"/>
              </a:rPr>
              <a:t>	</a:t>
            </a:r>
            <a:r>
              <a:rPr dirty="0" sz="3000" spc="-25">
                <a:latin typeface="Microsoft YaHei UI"/>
                <a:cs typeface="Microsoft YaHei UI"/>
              </a:rPr>
              <a:t>–1/</a:t>
            </a:r>
            <a:endParaRPr sz="3000">
              <a:latin typeface="Microsoft YaHei UI"/>
              <a:cs typeface="Microsoft YaHei U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9884" rIns="0" bIns="0" rtlCol="0" vert="horz">
            <a:spAutoFit/>
          </a:bodyPr>
          <a:lstStyle/>
          <a:p>
            <a:pPr marL="8604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Singular</a:t>
            </a:r>
            <a:r>
              <a:rPr dirty="0" sz="4000" spc="-100"/>
              <a:t> </a:t>
            </a:r>
            <a:r>
              <a:rPr dirty="0" sz="4000"/>
              <a:t>Value</a:t>
            </a:r>
            <a:r>
              <a:rPr dirty="0" sz="4000" spc="-100"/>
              <a:t> </a:t>
            </a:r>
            <a:r>
              <a:rPr dirty="0" sz="4000" spc="-40"/>
              <a:t>Decomposition</a:t>
            </a:r>
            <a:endParaRPr sz="4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4012" y="1543240"/>
            <a:ext cx="8435975" cy="4262120"/>
            <a:chOff x="354012" y="1543240"/>
            <a:chExt cx="8435975" cy="4262120"/>
          </a:xfrm>
        </p:grpSpPr>
        <p:sp>
          <p:nvSpPr>
            <p:cNvPr id="3" name="object 3" descr=""/>
            <p:cNvSpPr/>
            <p:nvPr/>
          </p:nvSpPr>
          <p:spPr>
            <a:xfrm>
              <a:off x="354012" y="1543240"/>
              <a:ext cx="8435975" cy="4262120"/>
            </a:xfrm>
            <a:custGeom>
              <a:avLst/>
              <a:gdLst/>
              <a:ahLst/>
              <a:cxnLst/>
              <a:rect l="l" t="t" r="r" b="b"/>
              <a:pathLst>
                <a:path w="8435975" h="4262120">
                  <a:moveTo>
                    <a:pt x="8435975" y="0"/>
                  </a:moveTo>
                  <a:lnTo>
                    <a:pt x="0" y="0"/>
                  </a:lnTo>
                  <a:lnTo>
                    <a:pt x="0" y="4262031"/>
                  </a:lnTo>
                  <a:lnTo>
                    <a:pt x="8435975" y="4262031"/>
                  </a:lnTo>
                  <a:lnTo>
                    <a:pt x="8435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555608" y="4044340"/>
              <a:ext cx="2952750" cy="104775"/>
            </a:xfrm>
            <a:custGeom>
              <a:avLst/>
              <a:gdLst/>
              <a:ahLst/>
              <a:cxnLst/>
              <a:rect l="l" t="t" r="r" b="b"/>
              <a:pathLst>
                <a:path w="2952750" h="104775">
                  <a:moveTo>
                    <a:pt x="2847962" y="0"/>
                  </a:moveTo>
                  <a:lnTo>
                    <a:pt x="2847962" y="104775"/>
                  </a:lnTo>
                  <a:lnTo>
                    <a:pt x="2917812" y="69850"/>
                  </a:lnTo>
                  <a:lnTo>
                    <a:pt x="2874162" y="69850"/>
                  </a:lnTo>
                  <a:lnTo>
                    <a:pt x="2874162" y="34925"/>
                  </a:lnTo>
                  <a:lnTo>
                    <a:pt x="2917812" y="34925"/>
                  </a:lnTo>
                  <a:lnTo>
                    <a:pt x="2847962" y="0"/>
                  </a:lnTo>
                  <a:close/>
                </a:path>
                <a:path w="2952750" h="104775">
                  <a:moveTo>
                    <a:pt x="2847962" y="34925"/>
                  </a:moveTo>
                  <a:lnTo>
                    <a:pt x="0" y="34925"/>
                  </a:lnTo>
                  <a:lnTo>
                    <a:pt x="0" y="69850"/>
                  </a:lnTo>
                  <a:lnTo>
                    <a:pt x="2847962" y="69850"/>
                  </a:lnTo>
                  <a:lnTo>
                    <a:pt x="2847962" y="34925"/>
                  </a:lnTo>
                  <a:close/>
                </a:path>
                <a:path w="2952750" h="104775">
                  <a:moveTo>
                    <a:pt x="2917812" y="34925"/>
                  </a:moveTo>
                  <a:lnTo>
                    <a:pt x="2874162" y="34925"/>
                  </a:lnTo>
                  <a:lnTo>
                    <a:pt x="2874162" y="69850"/>
                  </a:lnTo>
                  <a:lnTo>
                    <a:pt x="2917812" y="69850"/>
                  </a:lnTo>
                  <a:lnTo>
                    <a:pt x="2952737" y="52387"/>
                  </a:lnTo>
                  <a:lnTo>
                    <a:pt x="2917812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953936" y="3807561"/>
            <a:ext cx="10077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Microsoft Sans Serif"/>
                <a:cs typeface="Microsoft Sans Serif"/>
              </a:rPr>
              <a:t>(K&lt;&lt;N)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9264" y="3172485"/>
            <a:ext cx="6858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-1550">
                <a:latin typeface="Microsoft YaHei UI"/>
                <a:cs typeface="Microsoft YaHei UI"/>
              </a:rPr>
              <a:t></a:t>
            </a:r>
            <a:r>
              <a:rPr dirty="0" sz="2500" spc="-155">
                <a:latin typeface="Microsoft YaHei UI"/>
                <a:cs typeface="Microsoft YaHei UI"/>
              </a:rPr>
              <a:t> </a:t>
            </a:r>
            <a:r>
              <a:rPr dirty="0" baseline="3333" sz="3750" spc="-89" i="1">
                <a:latin typeface="Times New Roman"/>
                <a:cs typeface="Times New Roman"/>
              </a:rPr>
              <a:t>x</a:t>
            </a:r>
            <a:r>
              <a:rPr dirty="0" baseline="-17241" sz="2175" spc="-89">
                <a:latin typeface="Microsoft YaHei UI"/>
                <a:cs typeface="Microsoft YaHei UI"/>
              </a:rPr>
              <a:t>1</a:t>
            </a:r>
            <a:r>
              <a:rPr dirty="0" baseline="-17241" sz="2175" spc="7">
                <a:latin typeface="Microsoft YaHei UI"/>
                <a:cs typeface="Microsoft YaHei UI"/>
              </a:rPr>
              <a:t> </a:t>
            </a:r>
            <a:r>
              <a:rPr dirty="0" sz="2500" spc="-1600">
                <a:latin typeface="Microsoft YaHei UI"/>
                <a:cs typeface="Microsoft YaHei UI"/>
              </a:rPr>
              <a:t></a:t>
            </a:r>
            <a:endParaRPr sz="25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39264" y="3531209"/>
            <a:ext cx="36099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25780" algn="l"/>
                <a:tab pos="807085" algn="l"/>
              </a:tabLst>
            </a:pPr>
            <a:r>
              <a:rPr dirty="0" baseline="10000" sz="3750" spc="-2325">
                <a:latin typeface="Microsoft YaHei UI"/>
                <a:cs typeface="Microsoft YaHei UI"/>
              </a:rPr>
              <a:t></a:t>
            </a:r>
            <a:r>
              <a:rPr dirty="0" baseline="10000" sz="3750" spc="-434">
                <a:latin typeface="Microsoft YaHei UI"/>
                <a:cs typeface="Microsoft YaHei UI"/>
              </a:rPr>
              <a:t> </a:t>
            </a:r>
            <a:r>
              <a:rPr dirty="0" baseline="-15555" sz="3750" spc="-75" i="1">
                <a:latin typeface="Times New Roman"/>
                <a:cs typeface="Times New Roman"/>
              </a:rPr>
              <a:t>x</a:t>
            </a:r>
            <a:r>
              <a:rPr dirty="0" baseline="-15555" sz="3750" i="1">
                <a:latin typeface="Times New Roman"/>
                <a:cs typeface="Times New Roman"/>
              </a:rPr>
              <a:t>	</a:t>
            </a:r>
            <a:r>
              <a:rPr dirty="0" baseline="10000" sz="3750" spc="-2400">
                <a:latin typeface="Microsoft YaHei UI"/>
                <a:cs typeface="Microsoft YaHei UI"/>
              </a:rPr>
              <a:t></a:t>
            </a:r>
            <a:r>
              <a:rPr dirty="0" baseline="10000" sz="3750">
                <a:latin typeface="Microsoft YaHei UI"/>
                <a:cs typeface="Microsoft YaHei UI"/>
              </a:rPr>
              <a:t>	</a:t>
            </a:r>
            <a:r>
              <a:rPr dirty="0" sz="2000" b="1">
                <a:latin typeface="Arial"/>
                <a:cs typeface="Arial"/>
              </a:rPr>
              <a:t>Reduce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dimensionality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55329" y="3704209"/>
            <a:ext cx="37020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50">
                <a:latin typeface="Microsoft YaHei UI"/>
                <a:cs typeface="Microsoft YaHei UI"/>
              </a:rPr>
              <a:t>2</a:t>
            </a:r>
            <a:r>
              <a:rPr dirty="0" sz="1450" spc="65">
                <a:latin typeface="Microsoft YaHei UI"/>
                <a:cs typeface="Microsoft YaHei UI"/>
              </a:rPr>
              <a:t> </a:t>
            </a:r>
            <a:r>
              <a:rPr dirty="0" baseline="-12222" sz="3750" spc="-2400">
                <a:latin typeface="Microsoft YaHei UI"/>
                <a:cs typeface="Microsoft YaHei UI"/>
              </a:rPr>
              <a:t></a:t>
            </a:r>
            <a:endParaRPr baseline="-12222" sz="375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46708" y="3862578"/>
            <a:ext cx="69088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latin typeface="Microsoft YaHei UI"/>
                <a:cs typeface="Microsoft YaHei UI"/>
              </a:rPr>
              <a:t>x</a:t>
            </a:r>
            <a:r>
              <a:rPr dirty="0" sz="2500" spc="-114">
                <a:latin typeface="Microsoft YaHei UI"/>
                <a:cs typeface="Microsoft YaHei UI"/>
              </a:rPr>
              <a:t> </a:t>
            </a:r>
            <a:r>
              <a:rPr dirty="0" sz="2500" spc="-484">
                <a:latin typeface="Microsoft YaHei UI"/>
                <a:cs typeface="Microsoft YaHei UI"/>
              </a:rPr>
              <a:t>=</a:t>
            </a:r>
            <a:r>
              <a:rPr dirty="0" sz="2500" spc="-135">
                <a:latin typeface="Microsoft YaHei UI"/>
                <a:cs typeface="Microsoft YaHei UI"/>
              </a:rPr>
              <a:t> </a:t>
            </a:r>
            <a:r>
              <a:rPr dirty="0" baseline="15555" sz="3750" spc="-2400">
                <a:latin typeface="Microsoft YaHei UI"/>
                <a:cs typeface="Microsoft YaHei UI"/>
              </a:rPr>
              <a:t></a:t>
            </a:r>
            <a:endParaRPr baseline="15555" sz="375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39264" y="4103014"/>
            <a:ext cx="685800" cy="683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2590"/>
              </a:lnSpc>
              <a:spcBef>
                <a:spcPts val="95"/>
              </a:spcBef>
            </a:pPr>
            <a:r>
              <a:rPr dirty="0" baseline="4444" sz="3750" spc="-2325">
                <a:latin typeface="Microsoft YaHei UI"/>
                <a:cs typeface="Microsoft YaHei UI"/>
              </a:rPr>
              <a:t></a:t>
            </a:r>
            <a:r>
              <a:rPr dirty="0" baseline="4444" sz="3750" spc="-345">
                <a:latin typeface="Microsoft YaHei UI"/>
                <a:cs typeface="Microsoft YaHei UI"/>
              </a:rPr>
              <a:t> </a:t>
            </a:r>
            <a:r>
              <a:rPr dirty="0" sz="2500">
                <a:latin typeface="Microsoft YaHei UI"/>
                <a:cs typeface="Microsoft YaHei UI"/>
              </a:rPr>
              <a:t>...</a:t>
            </a:r>
            <a:r>
              <a:rPr dirty="0" sz="2500" spc="-175">
                <a:latin typeface="Microsoft YaHei UI"/>
                <a:cs typeface="Microsoft YaHei UI"/>
              </a:rPr>
              <a:t> </a:t>
            </a:r>
            <a:r>
              <a:rPr dirty="0" baseline="4444" sz="3750" spc="-2400">
                <a:latin typeface="Microsoft YaHei UI"/>
                <a:cs typeface="Microsoft YaHei UI"/>
              </a:rPr>
              <a:t></a:t>
            </a:r>
            <a:endParaRPr baseline="4444" sz="3750">
              <a:latin typeface="Microsoft YaHei UI"/>
              <a:cs typeface="Microsoft YaHei UI"/>
            </a:endParaRPr>
          </a:p>
          <a:p>
            <a:pPr marL="38100">
              <a:lnSpc>
                <a:spcPts val="2590"/>
              </a:lnSpc>
              <a:tabLst>
                <a:tab pos="525780" algn="l"/>
              </a:tabLst>
            </a:pPr>
            <a:r>
              <a:rPr dirty="0" sz="2500" spc="-1550">
                <a:latin typeface="Microsoft YaHei UI"/>
                <a:cs typeface="Microsoft YaHei UI"/>
              </a:rPr>
              <a:t></a:t>
            </a:r>
            <a:r>
              <a:rPr dirty="0" sz="2500" spc="-525">
                <a:latin typeface="Microsoft YaHei UI"/>
                <a:cs typeface="Microsoft YaHei UI"/>
              </a:rPr>
              <a:t> </a:t>
            </a:r>
            <a:r>
              <a:rPr dirty="0" baseline="-34444" sz="3750" spc="-75" i="1">
                <a:latin typeface="Times New Roman"/>
                <a:cs typeface="Times New Roman"/>
              </a:rPr>
              <a:t>x</a:t>
            </a:r>
            <a:r>
              <a:rPr dirty="0" baseline="-34444" sz="3750" i="1">
                <a:latin typeface="Times New Roman"/>
                <a:cs typeface="Times New Roman"/>
              </a:rPr>
              <a:t>	</a:t>
            </a:r>
            <a:r>
              <a:rPr dirty="0" sz="2500" spc="-1600">
                <a:latin typeface="Microsoft YaHei UI"/>
                <a:cs typeface="Microsoft YaHei UI"/>
              </a:rPr>
              <a:t></a:t>
            </a:r>
            <a:endParaRPr sz="250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5447" y="1576260"/>
            <a:ext cx="787527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730" marR="154305" indent="-34163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•"/>
              <a:tabLst>
                <a:tab pos="379730" algn="l"/>
              </a:tabLst>
            </a:pPr>
            <a:r>
              <a:rPr dirty="0" sz="2400" spc="-155">
                <a:latin typeface="Microsoft YaHei UI"/>
                <a:cs typeface="Microsoft YaHei UI"/>
              </a:rPr>
              <a:t>One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approach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deal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with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high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35">
                <a:latin typeface="Microsoft YaHei UI"/>
                <a:cs typeface="Microsoft YaHei UI"/>
              </a:rPr>
              <a:t>dimensional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35">
                <a:latin typeface="Microsoft YaHei UI"/>
                <a:cs typeface="Microsoft YaHei UI"/>
              </a:rPr>
              <a:t>by </a:t>
            </a:r>
            <a:r>
              <a:rPr dirty="0" sz="2400" spc="-130">
                <a:latin typeface="Microsoft YaHei UI"/>
                <a:cs typeface="Microsoft YaHei UI"/>
              </a:rPr>
              <a:t>reducing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75">
                <a:latin typeface="Microsoft YaHei UI"/>
                <a:cs typeface="Microsoft YaHei UI"/>
              </a:rPr>
              <a:t>their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40">
                <a:latin typeface="Microsoft YaHei UI"/>
                <a:cs typeface="Microsoft YaHei UI"/>
              </a:rPr>
              <a:t>dimensionality.</a:t>
            </a:r>
            <a:endParaRPr sz="2400">
              <a:latin typeface="Microsoft YaHei UI"/>
              <a:cs typeface="Microsoft YaHei UI"/>
            </a:endParaRPr>
          </a:p>
          <a:p>
            <a:pPr marL="379730" marR="30480" indent="-34163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•"/>
              <a:tabLst>
                <a:tab pos="379730" algn="l"/>
              </a:tabLst>
            </a:pPr>
            <a:r>
              <a:rPr dirty="0" sz="2400" spc="-85">
                <a:latin typeface="Microsoft YaHei UI"/>
                <a:cs typeface="Microsoft YaHei UI"/>
              </a:rPr>
              <a:t>Project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high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35">
                <a:latin typeface="Microsoft YaHei UI"/>
                <a:cs typeface="Microsoft YaHei UI"/>
              </a:rPr>
              <a:t>dimensional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onto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lower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dimensional </a:t>
            </a:r>
            <a:r>
              <a:rPr dirty="0" sz="2400" spc="-110">
                <a:solidFill>
                  <a:srgbClr val="FF0000"/>
                </a:solidFill>
                <a:latin typeface="Microsoft YaHei UI"/>
                <a:cs typeface="Microsoft YaHei UI"/>
              </a:rPr>
              <a:t>subspace</a:t>
            </a:r>
            <a:r>
              <a:rPr dirty="0" sz="2400" spc="-65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using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u="heavy" sz="2400" spc="-7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linear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75">
                <a:latin typeface="Microsoft YaHei UI"/>
                <a:cs typeface="Microsoft YaHei UI"/>
              </a:rPr>
              <a:t>or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u="heavy" sz="2400" spc="-18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non-</a:t>
            </a:r>
            <a:r>
              <a:rPr dirty="0" u="heavy" sz="2400" spc="-7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linear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30">
                <a:latin typeface="Microsoft YaHei UI"/>
                <a:cs typeface="Microsoft YaHei UI"/>
              </a:rPr>
              <a:t>transformations.</a:t>
            </a:r>
            <a:endParaRPr sz="2400">
              <a:latin typeface="Microsoft YaHei UI"/>
              <a:cs typeface="Microsoft YaHei UI"/>
            </a:endParaRPr>
          </a:p>
          <a:p>
            <a:pPr marL="5733415">
              <a:lnSpc>
                <a:spcPts val="3020"/>
              </a:lnSpc>
            </a:pPr>
            <a:r>
              <a:rPr dirty="0" sz="2550" spc="-1585">
                <a:latin typeface="Microsoft YaHei UI"/>
                <a:cs typeface="Microsoft YaHei UI"/>
              </a:rPr>
              <a:t></a:t>
            </a:r>
            <a:r>
              <a:rPr dirty="0" sz="2550" spc="-245">
                <a:latin typeface="Microsoft YaHei UI"/>
                <a:cs typeface="Microsoft YaHei UI"/>
              </a:rPr>
              <a:t> </a:t>
            </a:r>
            <a:r>
              <a:rPr dirty="0" baseline="4357" sz="3825" spc="-217" i="1">
                <a:latin typeface="Times New Roman"/>
                <a:cs typeface="Times New Roman"/>
              </a:rPr>
              <a:t>y</a:t>
            </a:r>
            <a:r>
              <a:rPr dirty="0" baseline="-18518" sz="2250" spc="-217">
                <a:latin typeface="Microsoft YaHei UI"/>
                <a:cs typeface="Microsoft YaHei UI"/>
              </a:rPr>
              <a:t>1</a:t>
            </a:r>
            <a:r>
              <a:rPr dirty="0" baseline="-18518" sz="2250" spc="-7">
                <a:latin typeface="Microsoft YaHei UI"/>
                <a:cs typeface="Microsoft YaHei UI"/>
              </a:rPr>
              <a:t> </a:t>
            </a:r>
            <a:r>
              <a:rPr dirty="0" sz="2550" spc="-1635">
                <a:latin typeface="Microsoft YaHei UI"/>
                <a:cs typeface="Microsoft YaHei UI"/>
              </a:rPr>
              <a:t></a:t>
            </a:r>
            <a:endParaRPr sz="255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01067" y="3417760"/>
            <a:ext cx="66929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04825" algn="l"/>
              </a:tabLst>
            </a:pPr>
            <a:r>
              <a:rPr dirty="0" sz="2550" spc="-1585">
                <a:latin typeface="Microsoft YaHei UI"/>
                <a:cs typeface="Microsoft YaHei UI"/>
              </a:rPr>
              <a:t></a:t>
            </a:r>
            <a:r>
              <a:rPr dirty="0" sz="2550" spc="-385">
                <a:latin typeface="Microsoft YaHei UI"/>
                <a:cs typeface="Microsoft YaHei UI"/>
              </a:rPr>
              <a:t> </a:t>
            </a:r>
            <a:r>
              <a:rPr dirty="0" baseline="-26143" sz="3825" spc="-75" i="1">
                <a:latin typeface="Times New Roman"/>
                <a:cs typeface="Times New Roman"/>
              </a:rPr>
              <a:t>y</a:t>
            </a:r>
            <a:r>
              <a:rPr dirty="0" baseline="-26143" sz="3825" i="1">
                <a:latin typeface="Times New Roman"/>
                <a:cs typeface="Times New Roman"/>
              </a:rPr>
              <a:t>	</a:t>
            </a:r>
            <a:r>
              <a:rPr dirty="0" sz="2550" spc="-1635">
                <a:latin typeface="Microsoft YaHei UI"/>
                <a:cs typeface="Microsoft YaHei UI"/>
              </a:rPr>
              <a:t></a:t>
            </a:r>
            <a:endParaRPr sz="255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21069" y="3656228"/>
            <a:ext cx="34925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500" spc="-140">
                <a:latin typeface="Microsoft YaHei UI"/>
                <a:cs typeface="Microsoft YaHei UI"/>
              </a:rPr>
              <a:t>2</a:t>
            </a:r>
            <a:r>
              <a:rPr dirty="0" sz="1500" spc="-35">
                <a:latin typeface="Microsoft YaHei UI"/>
                <a:cs typeface="Microsoft YaHei UI"/>
              </a:rPr>
              <a:t> </a:t>
            </a:r>
            <a:r>
              <a:rPr dirty="0" baseline="-13071" sz="3825" spc="-2452">
                <a:latin typeface="Microsoft YaHei UI"/>
                <a:cs typeface="Microsoft YaHei UI"/>
              </a:rPr>
              <a:t></a:t>
            </a:r>
            <a:endParaRPr baseline="-13071" sz="3825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00636" y="3820604"/>
            <a:ext cx="70231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550" spc="-75">
                <a:latin typeface="Microsoft YaHei UI"/>
                <a:cs typeface="Microsoft YaHei UI"/>
              </a:rPr>
              <a:t>y</a:t>
            </a:r>
            <a:r>
              <a:rPr dirty="0" sz="2550" spc="-150">
                <a:latin typeface="Microsoft YaHei UI"/>
                <a:cs typeface="Microsoft YaHei UI"/>
              </a:rPr>
              <a:t> </a:t>
            </a:r>
            <a:r>
              <a:rPr dirty="0" sz="2550" spc="-495">
                <a:latin typeface="Microsoft YaHei UI"/>
                <a:cs typeface="Microsoft YaHei UI"/>
              </a:rPr>
              <a:t>=</a:t>
            </a:r>
            <a:r>
              <a:rPr dirty="0" sz="2550" spc="-114">
                <a:latin typeface="Microsoft YaHei UI"/>
                <a:cs typeface="Microsoft YaHei UI"/>
              </a:rPr>
              <a:t> </a:t>
            </a:r>
            <a:r>
              <a:rPr dirty="0" baseline="15250" sz="3825" spc="-2452">
                <a:latin typeface="Microsoft YaHei UI"/>
                <a:cs typeface="Microsoft YaHei UI"/>
              </a:rPr>
              <a:t></a:t>
            </a:r>
            <a:endParaRPr baseline="15250" sz="3825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01067" y="4070146"/>
            <a:ext cx="669290" cy="7054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665"/>
              </a:lnSpc>
              <a:spcBef>
                <a:spcPts val="120"/>
              </a:spcBef>
            </a:pPr>
            <a:r>
              <a:rPr dirty="0" baseline="4357" sz="3825" spc="-2377">
                <a:latin typeface="Microsoft YaHei UI"/>
                <a:cs typeface="Microsoft YaHei UI"/>
              </a:rPr>
              <a:t></a:t>
            </a:r>
            <a:r>
              <a:rPr dirty="0" baseline="4357" sz="3825" spc="-517">
                <a:latin typeface="Microsoft YaHei UI"/>
                <a:cs typeface="Microsoft YaHei UI"/>
              </a:rPr>
              <a:t> </a:t>
            </a:r>
            <a:r>
              <a:rPr dirty="0" sz="2550">
                <a:latin typeface="Microsoft YaHei UI"/>
                <a:cs typeface="Microsoft YaHei UI"/>
              </a:rPr>
              <a:t>...</a:t>
            </a:r>
            <a:r>
              <a:rPr dirty="0" sz="2550" spc="-310">
                <a:latin typeface="Microsoft YaHei UI"/>
                <a:cs typeface="Microsoft YaHei UI"/>
              </a:rPr>
              <a:t> </a:t>
            </a:r>
            <a:r>
              <a:rPr dirty="0" baseline="4357" sz="3825" spc="-2452">
                <a:latin typeface="Microsoft YaHei UI"/>
                <a:cs typeface="Microsoft YaHei UI"/>
              </a:rPr>
              <a:t></a:t>
            </a:r>
            <a:endParaRPr baseline="4357" sz="3825">
              <a:latin typeface="Microsoft YaHei UI"/>
              <a:cs typeface="Microsoft YaHei UI"/>
            </a:endParaRPr>
          </a:p>
          <a:p>
            <a:pPr marL="38100">
              <a:lnSpc>
                <a:spcPts val="2665"/>
              </a:lnSpc>
              <a:tabLst>
                <a:tab pos="504825" algn="l"/>
              </a:tabLst>
            </a:pPr>
            <a:r>
              <a:rPr dirty="0" sz="2550" spc="-1585">
                <a:latin typeface="Microsoft YaHei UI"/>
                <a:cs typeface="Microsoft YaHei UI"/>
              </a:rPr>
              <a:t></a:t>
            </a:r>
            <a:r>
              <a:rPr dirty="0" sz="2550" spc="-405">
                <a:latin typeface="Microsoft YaHei UI"/>
                <a:cs typeface="Microsoft YaHei UI"/>
              </a:rPr>
              <a:t> </a:t>
            </a:r>
            <a:r>
              <a:rPr dirty="0" baseline="-34858" sz="3825" spc="-75" i="1">
                <a:latin typeface="Times New Roman"/>
                <a:cs typeface="Times New Roman"/>
              </a:rPr>
              <a:t>y</a:t>
            </a:r>
            <a:r>
              <a:rPr dirty="0" baseline="-34858" sz="3825" i="1">
                <a:latin typeface="Times New Roman"/>
                <a:cs typeface="Times New Roman"/>
              </a:rPr>
              <a:t>	</a:t>
            </a:r>
            <a:r>
              <a:rPr dirty="0" sz="2550" spc="-1635">
                <a:latin typeface="Microsoft YaHei UI"/>
                <a:cs typeface="Microsoft YaHei UI"/>
              </a:rPr>
              <a:t></a:t>
            </a:r>
            <a:endParaRPr sz="255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0847" y="4487148"/>
            <a:ext cx="6498590" cy="110045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445895">
              <a:lnSpc>
                <a:spcPct val="100000"/>
              </a:lnSpc>
              <a:spcBef>
                <a:spcPts val="1415"/>
              </a:spcBef>
              <a:tabLst>
                <a:tab pos="1741170" algn="l"/>
                <a:tab pos="5708015" algn="l"/>
                <a:tab pos="6025515" algn="l"/>
              </a:tabLst>
            </a:pPr>
            <a:r>
              <a:rPr dirty="0" sz="2500" spc="-1600">
                <a:latin typeface="Microsoft YaHei UI"/>
                <a:cs typeface="Microsoft YaHei UI"/>
              </a:rPr>
              <a:t></a:t>
            </a:r>
            <a:r>
              <a:rPr dirty="0" sz="2500">
                <a:latin typeface="Microsoft YaHei UI"/>
                <a:cs typeface="Microsoft YaHei UI"/>
              </a:rPr>
              <a:t>	</a:t>
            </a:r>
            <a:r>
              <a:rPr dirty="0" baseline="1915" sz="2175" i="1">
                <a:latin typeface="Times New Roman"/>
                <a:cs typeface="Times New Roman"/>
              </a:rPr>
              <a:t>N</a:t>
            </a:r>
            <a:r>
              <a:rPr dirty="0" baseline="1915" sz="2175" spc="254" i="1">
                <a:latin typeface="Times New Roman"/>
                <a:cs typeface="Times New Roman"/>
              </a:rPr>
              <a:t> </a:t>
            </a:r>
            <a:r>
              <a:rPr dirty="0" sz="2500" spc="-1600">
                <a:latin typeface="Microsoft YaHei UI"/>
                <a:cs typeface="Microsoft YaHei UI"/>
              </a:rPr>
              <a:t></a:t>
            </a:r>
            <a:r>
              <a:rPr dirty="0" sz="2500">
                <a:latin typeface="Microsoft YaHei UI"/>
                <a:cs typeface="Microsoft YaHei UI"/>
              </a:rPr>
              <a:t>	</a:t>
            </a:r>
            <a:r>
              <a:rPr dirty="0" sz="2550" spc="-1635">
                <a:latin typeface="Microsoft YaHei UI"/>
                <a:cs typeface="Microsoft YaHei UI"/>
              </a:rPr>
              <a:t></a:t>
            </a:r>
            <a:r>
              <a:rPr dirty="0" sz="2550">
                <a:latin typeface="Microsoft YaHei UI"/>
                <a:cs typeface="Microsoft YaHei UI"/>
              </a:rPr>
              <a:t>	</a:t>
            </a:r>
            <a:r>
              <a:rPr dirty="0" baseline="1851" sz="2250" i="1">
                <a:latin typeface="Times New Roman"/>
                <a:cs typeface="Times New Roman"/>
              </a:rPr>
              <a:t>k</a:t>
            </a:r>
            <a:r>
              <a:rPr dirty="0" baseline="1851" sz="2250" spc="202" i="1">
                <a:latin typeface="Times New Roman"/>
                <a:cs typeface="Times New Roman"/>
              </a:rPr>
              <a:t> </a:t>
            </a:r>
            <a:r>
              <a:rPr dirty="0" sz="2550" spc="-1635">
                <a:latin typeface="Microsoft YaHei UI"/>
                <a:cs typeface="Microsoft YaHei UI"/>
              </a:rPr>
              <a:t></a:t>
            </a:r>
            <a:endParaRPr sz="2550">
              <a:latin typeface="Microsoft YaHei UI"/>
              <a:cs typeface="Microsoft YaHei UI"/>
            </a:endParaRPr>
          </a:p>
          <a:p>
            <a:pPr marL="353695" indent="-340995">
              <a:lnSpc>
                <a:spcPct val="100000"/>
              </a:lnSpc>
              <a:spcBef>
                <a:spcPts val="1210"/>
              </a:spcBef>
              <a:buClr>
                <a:srgbClr val="3333CC"/>
              </a:buClr>
              <a:buSzPct val="60416"/>
              <a:buChar char="•"/>
              <a:tabLst>
                <a:tab pos="353695" algn="l"/>
              </a:tabLst>
            </a:pPr>
            <a:r>
              <a:rPr dirty="0" sz="2400" spc="-65">
                <a:latin typeface="Microsoft YaHei UI"/>
                <a:cs typeface="Microsoft YaHei UI"/>
              </a:rPr>
              <a:t>Linear </a:t>
            </a:r>
            <a:r>
              <a:rPr dirty="0" sz="2400" spc="-114">
                <a:latin typeface="Microsoft YaHei UI"/>
                <a:cs typeface="Microsoft YaHei UI"/>
              </a:rPr>
              <a:t>transformations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are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simple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compute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048385" y="653097"/>
            <a:ext cx="657669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Dimensionality</a:t>
            </a:r>
            <a:r>
              <a:rPr dirty="0" sz="4000" spc="-270"/>
              <a:t> </a:t>
            </a:r>
            <a:r>
              <a:rPr dirty="0" sz="4000" spc="-10"/>
              <a:t>Reduction</a:t>
            </a:r>
            <a:endParaRPr sz="4000"/>
          </a:p>
        </p:txBody>
      </p:sp>
      <p:sp>
        <p:nvSpPr>
          <p:cNvPr id="18" name="object 18" descr=""/>
          <p:cNvSpPr txBox="1"/>
          <p:nvPr/>
        </p:nvSpPr>
        <p:spPr>
          <a:xfrm>
            <a:off x="2729864" y="5608904"/>
            <a:ext cx="3958590" cy="542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ts val="2775"/>
              </a:lnSpc>
              <a:spcBef>
                <a:spcPts val="105"/>
              </a:spcBef>
              <a:tabLst>
                <a:tab pos="448309" algn="l"/>
                <a:tab pos="1306195" algn="l"/>
                <a:tab pos="2190750" algn="l"/>
                <a:tab pos="2748915" algn="l"/>
                <a:tab pos="3769360" algn="l"/>
              </a:tabLst>
            </a:pPr>
            <a:r>
              <a:rPr dirty="0" sz="2950" spc="-50" i="1">
                <a:latin typeface="Times New Roman"/>
                <a:cs typeface="Times New Roman"/>
              </a:rPr>
              <a:t>Y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 spc="-570">
                <a:latin typeface="Microsoft YaHei UI"/>
                <a:cs typeface="Microsoft YaHei UI"/>
              </a:rPr>
              <a:t>=</a:t>
            </a:r>
            <a:r>
              <a:rPr dirty="0" sz="2950" spc="-125">
                <a:latin typeface="Microsoft YaHei UI"/>
                <a:cs typeface="Microsoft YaHei UI"/>
              </a:rPr>
              <a:t> </a:t>
            </a:r>
            <a:r>
              <a:rPr dirty="0" sz="2950" spc="-50" i="1">
                <a:latin typeface="Times New Roman"/>
                <a:cs typeface="Times New Roman"/>
              </a:rPr>
              <a:t>U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 spc="-50" i="1">
                <a:latin typeface="Times New Roman"/>
                <a:cs typeface="Times New Roman"/>
              </a:rPr>
              <a:t>X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 spc="40">
                <a:latin typeface="Microsoft YaHei UI"/>
                <a:cs typeface="Microsoft YaHei UI"/>
              </a:rPr>
              <a:t>(</a:t>
            </a:r>
            <a:r>
              <a:rPr dirty="0" sz="2950" spc="40" i="1">
                <a:latin typeface="Times New Roman"/>
                <a:cs typeface="Times New Roman"/>
              </a:rPr>
              <a:t>b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 spc="-570">
                <a:latin typeface="Microsoft YaHei UI"/>
                <a:cs typeface="Microsoft YaHei UI"/>
              </a:rPr>
              <a:t>=</a:t>
            </a:r>
            <a:r>
              <a:rPr dirty="0" sz="2950" spc="95">
                <a:latin typeface="Microsoft YaHei UI"/>
                <a:cs typeface="Microsoft YaHei UI"/>
              </a:rPr>
              <a:t> </a:t>
            </a:r>
            <a:r>
              <a:rPr dirty="0" sz="2950" i="1">
                <a:latin typeface="Times New Roman"/>
                <a:cs typeface="Times New Roman"/>
              </a:rPr>
              <a:t>u</a:t>
            </a:r>
            <a:r>
              <a:rPr dirty="0" sz="2950" spc="-310" i="1">
                <a:latin typeface="Times New Roman"/>
                <a:cs typeface="Times New Roman"/>
              </a:rPr>
              <a:t> </a:t>
            </a:r>
            <a:r>
              <a:rPr dirty="0" baseline="44117" sz="2550" i="1">
                <a:latin typeface="Times New Roman"/>
                <a:cs typeface="Times New Roman"/>
              </a:rPr>
              <a:t>t</a:t>
            </a:r>
            <a:r>
              <a:rPr dirty="0" baseline="44117" sz="2550" spc="-67" i="1">
                <a:latin typeface="Times New Roman"/>
                <a:cs typeface="Times New Roman"/>
              </a:rPr>
              <a:t> </a:t>
            </a:r>
            <a:r>
              <a:rPr dirty="0" sz="2950" spc="-50" i="1">
                <a:latin typeface="Times New Roman"/>
                <a:cs typeface="Times New Roman"/>
              </a:rPr>
              <a:t>a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 spc="-50">
                <a:latin typeface="Microsoft YaHei UI"/>
                <a:cs typeface="Microsoft YaHei UI"/>
              </a:rPr>
              <a:t>)</a:t>
            </a:r>
            <a:endParaRPr sz="2950">
              <a:latin typeface="Microsoft YaHei UI"/>
              <a:cs typeface="Microsoft YaHei UI"/>
            </a:endParaRPr>
          </a:p>
          <a:p>
            <a:pPr marL="2524125">
              <a:lnSpc>
                <a:spcPts val="1275"/>
              </a:lnSpc>
              <a:tabLst>
                <a:tab pos="3295015" algn="l"/>
                <a:tab pos="3640454" algn="l"/>
              </a:tabLst>
            </a:pPr>
            <a:r>
              <a:rPr dirty="0" sz="1700" spc="-50" i="1">
                <a:latin typeface="Times New Roman"/>
                <a:cs typeface="Times New Roman"/>
              </a:rPr>
              <a:t>i</a:t>
            </a:r>
            <a:r>
              <a:rPr dirty="0" sz="1700" i="1">
                <a:latin typeface="Times New Roman"/>
                <a:cs typeface="Times New Roman"/>
              </a:rPr>
              <a:t>	</a:t>
            </a:r>
            <a:r>
              <a:rPr dirty="0" sz="1700" spc="-50" i="1">
                <a:latin typeface="Times New Roman"/>
                <a:cs typeface="Times New Roman"/>
              </a:rPr>
              <a:t>i</a:t>
            </a:r>
            <a:r>
              <a:rPr dirty="0" sz="1700" i="1">
                <a:latin typeface="Times New Roman"/>
                <a:cs typeface="Times New Roman"/>
              </a:rPr>
              <a:t>	</a:t>
            </a:r>
            <a:r>
              <a:rPr dirty="0" sz="1700" spc="-50" i="1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365" y="6508687"/>
            <a:ext cx="1884857" cy="274497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4503585" y="6508687"/>
            <a:ext cx="1954530" cy="335915"/>
            <a:chOff x="4503585" y="6508687"/>
            <a:chExt cx="1954530" cy="335915"/>
          </a:xfrm>
        </p:grpSpPr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3585" y="6508687"/>
              <a:ext cx="200837" cy="27449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5200" y="6508687"/>
              <a:ext cx="1732457" cy="335457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2586304" y="6076112"/>
            <a:ext cx="233679" cy="281940"/>
          </a:xfrm>
          <a:custGeom>
            <a:avLst/>
            <a:gdLst/>
            <a:ahLst/>
            <a:cxnLst/>
            <a:rect l="l" t="t" r="r" b="b"/>
            <a:pathLst>
              <a:path w="233680" h="281939">
                <a:moveTo>
                  <a:pt x="182078" y="56334"/>
                </a:moveTo>
                <a:lnTo>
                  <a:pt x="0" y="276847"/>
                </a:lnTo>
                <a:lnTo>
                  <a:pt x="5880" y="281698"/>
                </a:lnTo>
                <a:lnTo>
                  <a:pt x="187956" y="61187"/>
                </a:lnTo>
                <a:lnTo>
                  <a:pt x="182078" y="56334"/>
                </a:lnTo>
                <a:close/>
              </a:path>
              <a:path w="233680" h="281939">
                <a:moveTo>
                  <a:pt x="223940" y="41643"/>
                </a:moveTo>
                <a:lnTo>
                  <a:pt x="194208" y="41643"/>
                </a:lnTo>
                <a:lnTo>
                  <a:pt x="200088" y="46494"/>
                </a:lnTo>
                <a:lnTo>
                  <a:pt x="187956" y="61187"/>
                </a:lnTo>
                <a:lnTo>
                  <a:pt x="214401" y="83019"/>
                </a:lnTo>
                <a:lnTo>
                  <a:pt x="223940" y="41643"/>
                </a:lnTo>
                <a:close/>
              </a:path>
              <a:path w="233680" h="281939">
                <a:moveTo>
                  <a:pt x="194208" y="41643"/>
                </a:moveTo>
                <a:lnTo>
                  <a:pt x="182078" y="56334"/>
                </a:lnTo>
                <a:lnTo>
                  <a:pt x="187956" y="61187"/>
                </a:lnTo>
                <a:lnTo>
                  <a:pt x="200088" y="46494"/>
                </a:lnTo>
                <a:lnTo>
                  <a:pt x="194208" y="41643"/>
                </a:lnTo>
                <a:close/>
              </a:path>
              <a:path w="233680" h="281939">
                <a:moveTo>
                  <a:pt x="233540" y="0"/>
                </a:moveTo>
                <a:lnTo>
                  <a:pt x="155638" y="34505"/>
                </a:lnTo>
                <a:lnTo>
                  <a:pt x="182078" y="56334"/>
                </a:lnTo>
                <a:lnTo>
                  <a:pt x="194208" y="41643"/>
                </a:lnTo>
                <a:lnTo>
                  <a:pt x="223940" y="41643"/>
                </a:lnTo>
                <a:lnTo>
                  <a:pt x="233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635044" y="6047041"/>
            <a:ext cx="121285" cy="305435"/>
          </a:xfrm>
          <a:custGeom>
            <a:avLst/>
            <a:gdLst/>
            <a:ahLst/>
            <a:cxnLst/>
            <a:rect l="l" t="t" r="r" b="b"/>
            <a:pathLst>
              <a:path w="121285" h="305435">
                <a:moveTo>
                  <a:pt x="39541" y="70631"/>
                </a:moveTo>
                <a:lnTo>
                  <a:pt x="32353" y="73158"/>
                </a:lnTo>
                <a:lnTo>
                  <a:pt x="113779" y="304838"/>
                </a:lnTo>
                <a:lnTo>
                  <a:pt x="120967" y="302310"/>
                </a:lnTo>
                <a:lnTo>
                  <a:pt x="39541" y="70631"/>
                </a:lnTo>
                <a:close/>
              </a:path>
              <a:path w="121285" h="305435">
                <a:moveTo>
                  <a:pt x="10680" y="0"/>
                </a:moveTo>
                <a:lnTo>
                  <a:pt x="0" y="84531"/>
                </a:lnTo>
                <a:lnTo>
                  <a:pt x="32353" y="73158"/>
                </a:lnTo>
                <a:lnTo>
                  <a:pt x="26035" y="55181"/>
                </a:lnTo>
                <a:lnTo>
                  <a:pt x="33223" y="52654"/>
                </a:lnTo>
                <a:lnTo>
                  <a:pt x="65072" y="52654"/>
                </a:lnTo>
                <a:lnTo>
                  <a:pt x="10680" y="0"/>
                </a:lnTo>
                <a:close/>
              </a:path>
              <a:path w="121285" h="305435">
                <a:moveTo>
                  <a:pt x="33223" y="52654"/>
                </a:moveTo>
                <a:lnTo>
                  <a:pt x="26035" y="55181"/>
                </a:lnTo>
                <a:lnTo>
                  <a:pt x="32353" y="73158"/>
                </a:lnTo>
                <a:lnTo>
                  <a:pt x="39541" y="70631"/>
                </a:lnTo>
                <a:lnTo>
                  <a:pt x="33223" y="52654"/>
                </a:lnTo>
                <a:close/>
              </a:path>
              <a:path w="121285" h="305435">
                <a:moveTo>
                  <a:pt x="65072" y="52654"/>
                </a:moveTo>
                <a:lnTo>
                  <a:pt x="33223" y="52654"/>
                </a:lnTo>
                <a:lnTo>
                  <a:pt x="39541" y="70631"/>
                </a:lnTo>
                <a:lnTo>
                  <a:pt x="71894" y="59258"/>
                </a:lnTo>
                <a:lnTo>
                  <a:pt x="65072" y="52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283964" y="6046394"/>
            <a:ext cx="297180" cy="307340"/>
          </a:xfrm>
          <a:custGeom>
            <a:avLst/>
            <a:gdLst/>
            <a:ahLst/>
            <a:cxnLst/>
            <a:rect l="l" t="t" r="r" b="b"/>
            <a:pathLst>
              <a:path w="297179" h="307339">
                <a:moveTo>
                  <a:pt x="55727" y="52108"/>
                </a:moveTo>
                <a:lnTo>
                  <a:pt x="50253" y="57404"/>
                </a:lnTo>
                <a:lnTo>
                  <a:pt x="291604" y="306870"/>
                </a:lnTo>
                <a:lnTo>
                  <a:pt x="297078" y="301574"/>
                </a:lnTo>
                <a:lnTo>
                  <a:pt x="55727" y="52108"/>
                </a:lnTo>
                <a:close/>
              </a:path>
              <a:path w="297179" h="307339">
                <a:moveTo>
                  <a:pt x="0" y="0"/>
                </a:moveTo>
                <a:lnTo>
                  <a:pt x="25603" y="81254"/>
                </a:lnTo>
                <a:lnTo>
                  <a:pt x="50253" y="57404"/>
                </a:lnTo>
                <a:lnTo>
                  <a:pt x="37007" y="43713"/>
                </a:lnTo>
                <a:lnTo>
                  <a:pt x="42481" y="38417"/>
                </a:lnTo>
                <a:lnTo>
                  <a:pt x="69877" y="38417"/>
                </a:lnTo>
                <a:lnTo>
                  <a:pt x="80365" y="28270"/>
                </a:lnTo>
                <a:lnTo>
                  <a:pt x="0" y="0"/>
                </a:lnTo>
                <a:close/>
              </a:path>
              <a:path w="297179" h="307339">
                <a:moveTo>
                  <a:pt x="42481" y="38417"/>
                </a:moveTo>
                <a:lnTo>
                  <a:pt x="37007" y="43713"/>
                </a:lnTo>
                <a:lnTo>
                  <a:pt x="50253" y="57404"/>
                </a:lnTo>
                <a:lnTo>
                  <a:pt x="55727" y="52108"/>
                </a:lnTo>
                <a:lnTo>
                  <a:pt x="42481" y="38417"/>
                </a:lnTo>
                <a:close/>
              </a:path>
              <a:path w="297179" h="307339">
                <a:moveTo>
                  <a:pt x="69877" y="38417"/>
                </a:moveTo>
                <a:lnTo>
                  <a:pt x="42481" y="38417"/>
                </a:lnTo>
                <a:lnTo>
                  <a:pt x="55727" y="52108"/>
                </a:lnTo>
                <a:lnTo>
                  <a:pt x="69877" y="3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9187" y="6163386"/>
            <a:ext cx="68256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95">
                <a:latin typeface="Microsoft YaHei UI"/>
                <a:cs typeface="Microsoft YaHei UI"/>
              </a:rPr>
              <a:t>where</a:t>
            </a:r>
            <a:r>
              <a:rPr dirty="0" sz="2000" spc="60">
                <a:latin typeface="Microsoft YaHei UI"/>
                <a:cs typeface="Microsoft YaHei UI"/>
              </a:rPr>
              <a:t> </a:t>
            </a:r>
            <a:r>
              <a:rPr dirty="0" sz="2000" spc="-100" i="1">
                <a:latin typeface="Times New Roman"/>
                <a:cs typeface="Times New Roman"/>
              </a:rPr>
              <a:t>u</a:t>
            </a:r>
            <a:r>
              <a:rPr dirty="0" baseline="-24154" sz="1725" spc="-150">
                <a:latin typeface="Microsoft YaHei UI"/>
                <a:cs typeface="Microsoft YaHei UI"/>
              </a:rPr>
              <a:t>1</a:t>
            </a:r>
            <a:r>
              <a:rPr dirty="0" baseline="-24154" sz="1725" spc="-322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,</a:t>
            </a:r>
            <a:r>
              <a:rPr dirty="0" sz="2000" spc="-385">
                <a:latin typeface="Microsoft YaHei UI"/>
                <a:cs typeface="Microsoft YaHei UI"/>
              </a:rPr>
              <a:t> </a:t>
            </a:r>
            <a:r>
              <a:rPr dirty="0" sz="2000" spc="-35" i="1">
                <a:latin typeface="Times New Roman"/>
                <a:cs typeface="Times New Roman"/>
              </a:rPr>
              <a:t>u</a:t>
            </a:r>
            <a:r>
              <a:rPr dirty="0" baseline="-24154" sz="1725" spc="-52">
                <a:latin typeface="Microsoft YaHei UI"/>
                <a:cs typeface="Microsoft YaHei UI"/>
              </a:rPr>
              <a:t>2</a:t>
            </a:r>
            <a:r>
              <a:rPr dirty="0" baseline="-24154" sz="1725" spc="-172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,...,</a:t>
            </a:r>
            <a:r>
              <a:rPr dirty="0" sz="2000" spc="-385">
                <a:latin typeface="Microsoft YaHei UI"/>
                <a:cs typeface="Microsoft YaHei UI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</a:t>
            </a:r>
            <a:r>
              <a:rPr dirty="0" baseline="-24154" sz="1725" i="1">
                <a:latin typeface="Times New Roman"/>
                <a:cs typeface="Times New Roman"/>
              </a:rPr>
              <a:t>K</a:t>
            </a:r>
            <a:r>
              <a:rPr dirty="0" baseline="-24154" sz="1725" spc="382" i="1">
                <a:latin typeface="Times New Roman"/>
                <a:cs typeface="Times New Roman"/>
              </a:rPr>
              <a:t>  </a:t>
            </a:r>
            <a:r>
              <a:rPr dirty="0" sz="2000" spc="-60">
                <a:latin typeface="Microsoft YaHei UI"/>
                <a:cs typeface="Microsoft YaHei UI"/>
              </a:rPr>
              <a:t>is</a:t>
            </a:r>
            <a:r>
              <a:rPr dirty="0" sz="2000" spc="-300">
                <a:latin typeface="Microsoft YaHei UI"/>
                <a:cs typeface="Microsoft YaHei UI"/>
              </a:rPr>
              <a:t> </a:t>
            </a:r>
            <a:r>
              <a:rPr dirty="0" sz="2000" spc="-204">
                <a:latin typeface="Microsoft YaHei UI"/>
                <a:cs typeface="Microsoft YaHei UI"/>
              </a:rPr>
              <a:t>a</a:t>
            </a:r>
            <a:r>
              <a:rPr dirty="0" sz="2000" spc="-175">
                <a:latin typeface="Microsoft YaHei UI"/>
                <a:cs typeface="Microsoft YaHei UI"/>
              </a:rPr>
              <a:t> </a:t>
            </a:r>
            <a:r>
              <a:rPr dirty="0" sz="2000" spc="-150">
                <a:latin typeface="Microsoft YaHei UI"/>
                <a:cs typeface="Microsoft YaHei UI"/>
              </a:rPr>
              <a:t>basein</a:t>
            </a:r>
            <a:r>
              <a:rPr dirty="0" sz="2000" spc="-165">
                <a:latin typeface="Microsoft YaHei UI"/>
                <a:cs typeface="Microsoft YaHei UI"/>
              </a:rPr>
              <a:t> </a:t>
            </a:r>
            <a:r>
              <a:rPr dirty="0" sz="2000" spc="-200">
                <a:latin typeface="Microsoft YaHei UI"/>
                <a:cs typeface="Microsoft YaHei UI"/>
              </a:rPr>
              <a:t>the</a:t>
            </a:r>
            <a:r>
              <a:rPr dirty="0" sz="2000" spc="215">
                <a:latin typeface="Microsoft YaHei UI"/>
                <a:cs typeface="Microsoft YaHei UI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K</a:t>
            </a:r>
            <a:r>
              <a:rPr dirty="0" sz="2000" spc="-229" i="1">
                <a:latin typeface="Times New Roman"/>
                <a:cs typeface="Times New Roman"/>
              </a:rPr>
              <a:t> </a:t>
            </a:r>
            <a:r>
              <a:rPr dirty="0" sz="2000" spc="-240">
                <a:latin typeface="Microsoft YaHei UI"/>
                <a:cs typeface="Microsoft YaHei UI"/>
              </a:rPr>
              <a:t>-</a:t>
            </a:r>
            <a:r>
              <a:rPr dirty="0" sz="2000" spc="-175">
                <a:latin typeface="Microsoft YaHei UI"/>
                <a:cs typeface="Microsoft YaHei UI"/>
              </a:rPr>
              <a:t>dimensionalsub-</a:t>
            </a:r>
            <a:r>
              <a:rPr dirty="0" sz="2000" spc="-55">
                <a:latin typeface="Microsoft YaHei UI"/>
                <a:cs typeface="Microsoft YaHei UI"/>
              </a:rPr>
              <a:t>space(K&lt;N)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30919" y="5770054"/>
            <a:ext cx="257619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785" i="1">
                <a:latin typeface="Times New Roman"/>
                <a:cs typeface="Times New Roman"/>
              </a:rPr>
              <a:t>x</a:t>
            </a:r>
            <a:r>
              <a:rPr dirty="0" baseline="2777" sz="3000" spc="-97">
                <a:latin typeface="Microsoft YaHei UI"/>
                <a:cs typeface="Microsoft YaHei UI"/>
              </a:rPr>
              <a:t>ˆ</a:t>
            </a:r>
            <a:r>
              <a:rPr dirty="0" baseline="2777" sz="3000" spc="-82">
                <a:latin typeface="Microsoft YaHei UI"/>
                <a:cs typeface="Microsoft YaHei UI"/>
              </a:rPr>
              <a:t> </a:t>
            </a:r>
            <a:r>
              <a:rPr dirty="0" sz="2000" spc="-375">
                <a:latin typeface="Microsoft YaHei UI"/>
                <a:cs typeface="Microsoft YaHei UI"/>
              </a:rPr>
              <a:t>=</a:t>
            </a:r>
            <a:r>
              <a:rPr dirty="0" sz="2000" spc="-185">
                <a:latin typeface="Microsoft YaHei UI"/>
                <a:cs typeface="Microsoft YaHei UI"/>
              </a:rPr>
              <a:t> </a:t>
            </a:r>
            <a:r>
              <a:rPr dirty="0" sz="2000" spc="-125" i="1">
                <a:latin typeface="Times New Roman"/>
                <a:cs typeface="Times New Roman"/>
              </a:rPr>
              <a:t>b</a:t>
            </a:r>
            <a:r>
              <a:rPr dirty="0" baseline="-24154" sz="1725" spc="-187">
                <a:latin typeface="Microsoft YaHei UI"/>
                <a:cs typeface="Microsoft YaHei UI"/>
              </a:rPr>
              <a:t>1</a:t>
            </a:r>
            <a:r>
              <a:rPr dirty="0" sz="2000" spc="-125" i="1">
                <a:latin typeface="Times New Roman"/>
                <a:cs typeface="Times New Roman"/>
              </a:rPr>
              <a:t>u</a:t>
            </a:r>
            <a:r>
              <a:rPr dirty="0" baseline="-24154" sz="1725" spc="-187">
                <a:latin typeface="Microsoft YaHei UI"/>
                <a:cs typeface="Microsoft YaHei UI"/>
              </a:rPr>
              <a:t>1</a:t>
            </a:r>
            <a:r>
              <a:rPr dirty="0" baseline="-24154" sz="1725" spc="60">
                <a:latin typeface="Microsoft YaHei UI"/>
                <a:cs typeface="Microsoft YaHei UI"/>
              </a:rPr>
              <a:t> </a:t>
            </a:r>
            <a:r>
              <a:rPr dirty="0" sz="2000" spc="-375">
                <a:latin typeface="Microsoft YaHei UI"/>
                <a:cs typeface="Microsoft YaHei UI"/>
              </a:rPr>
              <a:t>+</a:t>
            </a:r>
            <a:r>
              <a:rPr dirty="0" sz="2000" spc="-280">
                <a:latin typeface="Microsoft YaHei UI"/>
                <a:cs typeface="Microsoft YaHei UI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b</a:t>
            </a:r>
            <a:r>
              <a:rPr dirty="0" baseline="-24154" sz="1725" spc="-15">
                <a:latin typeface="Microsoft YaHei UI"/>
                <a:cs typeface="Microsoft YaHei UI"/>
              </a:rPr>
              <a:t>2</a:t>
            </a:r>
            <a:r>
              <a:rPr dirty="0" sz="2000" spc="-10" i="1">
                <a:latin typeface="Times New Roman"/>
                <a:cs typeface="Times New Roman"/>
              </a:rPr>
              <a:t>u</a:t>
            </a:r>
            <a:r>
              <a:rPr dirty="0" baseline="-24154" sz="1725" spc="-15">
                <a:latin typeface="Microsoft YaHei UI"/>
                <a:cs typeface="Microsoft YaHei UI"/>
              </a:rPr>
              <a:t>2</a:t>
            </a:r>
            <a:r>
              <a:rPr dirty="0" baseline="-24154" sz="1725" spc="150">
                <a:latin typeface="Microsoft YaHei UI"/>
                <a:cs typeface="Microsoft YaHei UI"/>
              </a:rPr>
              <a:t> </a:t>
            </a:r>
            <a:r>
              <a:rPr dirty="0" sz="2000" spc="-25">
                <a:latin typeface="Microsoft YaHei UI"/>
                <a:cs typeface="Microsoft YaHei UI"/>
              </a:rPr>
              <a:t>+...</a:t>
            </a:r>
            <a:r>
              <a:rPr dirty="0" sz="2000" spc="-355">
                <a:latin typeface="Microsoft YaHei UI"/>
                <a:cs typeface="Microsoft YaHei UI"/>
              </a:rPr>
              <a:t> </a:t>
            </a:r>
            <a:r>
              <a:rPr dirty="0" sz="2000" spc="-375">
                <a:latin typeface="Microsoft YaHei UI"/>
                <a:cs typeface="Microsoft YaHei UI"/>
              </a:rPr>
              <a:t>+</a:t>
            </a:r>
            <a:r>
              <a:rPr dirty="0" sz="2000" spc="-280">
                <a:latin typeface="Microsoft YaHei UI"/>
                <a:cs typeface="Microsoft YaHei UI"/>
              </a:rPr>
              <a:t> </a:t>
            </a:r>
            <a:r>
              <a:rPr dirty="0" sz="2000" spc="-40" i="1">
                <a:latin typeface="Times New Roman"/>
                <a:cs typeface="Times New Roman"/>
              </a:rPr>
              <a:t>b</a:t>
            </a:r>
            <a:r>
              <a:rPr dirty="0" baseline="-24154" sz="1725" spc="-60" i="1">
                <a:latin typeface="Times New Roman"/>
                <a:cs typeface="Times New Roman"/>
              </a:rPr>
              <a:t>K</a:t>
            </a:r>
            <a:r>
              <a:rPr dirty="0" baseline="-24154" sz="1725" spc="-142" i="1">
                <a:latin typeface="Times New Roman"/>
                <a:cs typeface="Times New Roman"/>
              </a:rPr>
              <a:t> </a:t>
            </a:r>
            <a:r>
              <a:rPr dirty="0" sz="2000" spc="-25" i="1">
                <a:latin typeface="Times New Roman"/>
                <a:cs typeface="Times New Roman"/>
              </a:rPr>
              <a:t>u</a:t>
            </a:r>
            <a:r>
              <a:rPr dirty="0" baseline="-24154" sz="1725" spc="-37" i="1">
                <a:latin typeface="Times New Roman"/>
                <a:cs typeface="Times New Roman"/>
              </a:rPr>
              <a:t>K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7622" y="4456442"/>
            <a:ext cx="616204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spc="-204">
                <a:latin typeface="Microsoft YaHei UI"/>
                <a:cs typeface="Microsoft YaHei UI"/>
              </a:rPr>
              <a:t>where</a:t>
            </a:r>
            <a:r>
              <a:rPr dirty="0" sz="1950" spc="55">
                <a:latin typeface="Microsoft YaHei UI"/>
                <a:cs typeface="Microsoft YaHei UI"/>
              </a:rPr>
              <a:t> </a:t>
            </a:r>
            <a:r>
              <a:rPr dirty="0" sz="1950" spc="-55" i="1">
                <a:latin typeface="Times New Roman"/>
                <a:cs typeface="Times New Roman"/>
              </a:rPr>
              <a:t>v</a:t>
            </a:r>
            <a:r>
              <a:rPr dirty="0" baseline="-24154" sz="1725" spc="-82">
                <a:latin typeface="Microsoft YaHei UI"/>
                <a:cs typeface="Microsoft YaHei UI"/>
              </a:rPr>
              <a:t>1</a:t>
            </a:r>
            <a:r>
              <a:rPr dirty="0" sz="1950" spc="-55">
                <a:latin typeface="Microsoft YaHei UI"/>
                <a:cs typeface="Microsoft YaHei UI"/>
              </a:rPr>
              <a:t>,</a:t>
            </a:r>
            <a:r>
              <a:rPr dirty="0" sz="1950" spc="-350">
                <a:latin typeface="Microsoft YaHei UI"/>
                <a:cs typeface="Microsoft YaHei UI"/>
              </a:rPr>
              <a:t> </a:t>
            </a:r>
            <a:r>
              <a:rPr dirty="0" sz="1950" spc="-70" i="1">
                <a:latin typeface="Times New Roman"/>
                <a:cs typeface="Times New Roman"/>
              </a:rPr>
              <a:t>v</a:t>
            </a:r>
            <a:r>
              <a:rPr dirty="0" baseline="-24154" sz="1725" spc="-104">
                <a:latin typeface="Microsoft YaHei UI"/>
                <a:cs typeface="Microsoft YaHei UI"/>
              </a:rPr>
              <a:t>2</a:t>
            </a:r>
            <a:r>
              <a:rPr dirty="0" baseline="-24154" sz="1725" spc="-225">
                <a:latin typeface="Microsoft YaHei UI"/>
                <a:cs typeface="Microsoft YaHei UI"/>
              </a:rPr>
              <a:t> </a:t>
            </a:r>
            <a:r>
              <a:rPr dirty="0" sz="1950">
                <a:latin typeface="Microsoft YaHei UI"/>
                <a:cs typeface="Microsoft YaHei UI"/>
              </a:rPr>
              <a:t>,...,</a:t>
            </a:r>
            <a:r>
              <a:rPr dirty="0" sz="1950" spc="-350">
                <a:latin typeface="Microsoft YaHei UI"/>
                <a:cs typeface="Microsoft YaHei UI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v</a:t>
            </a:r>
            <a:r>
              <a:rPr dirty="0" baseline="-24154" sz="1725" i="1">
                <a:latin typeface="Times New Roman"/>
                <a:cs typeface="Times New Roman"/>
              </a:rPr>
              <a:t>n</a:t>
            </a:r>
            <a:r>
              <a:rPr dirty="0" baseline="-24154" sz="1725" spc="187" i="1">
                <a:latin typeface="Times New Roman"/>
                <a:cs typeface="Times New Roman"/>
              </a:rPr>
              <a:t>  </a:t>
            </a:r>
            <a:r>
              <a:rPr dirty="0" sz="1950" spc="-70">
                <a:latin typeface="Microsoft YaHei UI"/>
                <a:cs typeface="Microsoft YaHei UI"/>
              </a:rPr>
              <a:t>is</a:t>
            </a:r>
            <a:r>
              <a:rPr dirty="0" sz="1950" spc="-320">
                <a:latin typeface="Microsoft YaHei UI"/>
                <a:cs typeface="Microsoft YaHei UI"/>
              </a:rPr>
              <a:t> </a:t>
            </a:r>
            <a:r>
              <a:rPr dirty="0" sz="1950" spc="-215">
                <a:latin typeface="Microsoft YaHei UI"/>
                <a:cs typeface="Microsoft YaHei UI"/>
              </a:rPr>
              <a:t>a</a:t>
            </a:r>
            <a:r>
              <a:rPr dirty="0" sz="1950" spc="-204">
                <a:latin typeface="Microsoft YaHei UI"/>
                <a:cs typeface="Microsoft YaHei UI"/>
              </a:rPr>
              <a:t> </a:t>
            </a:r>
            <a:r>
              <a:rPr dirty="0" sz="1950" spc="-125">
                <a:latin typeface="Microsoft YaHei UI"/>
                <a:cs typeface="Microsoft YaHei UI"/>
              </a:rPr>
              <a:t>basein</a:t>
            </a:r>
            <a:r>
              <a:rPr dirty="0" sz="1950" spc="190">
                <a:latin typeface="Microsoft YaHei UI"/>
                <a:cs typeface="Microsoft YaHei UI"/>
              </a:rPr>
              <a:t> </a:t>
            </a:r>
            <a:r>
              <a:rPr dirty="0" sz="1950" spc="-140">
                <a:latin typeface="Microsoft YaHei UI"/>
                <a:cs typeface="Microsoft YaHei UI"/>
              </a:rPr>
              <a:t>theoriginal</a:t>
            </a:r>
            <a:r>
              <a:rPr dirty="0" sz="1950" spc="-250">
                <a:latin typeface="Microsoft YaHei UI"/>
                <a:cs typeface="Microsoft YaHei UI"/>
              </a:rPr>
              <a:t> </a:t>
            </a:r>
            <a:r>
              <a:rPr dirty="0" sz="1950" spc="-220">
                <a:latin typeface="Microsoft YaHei UI"/>
                <a:cs typeface="Microsoft YaHei UI"/>
              </a:rPr>
              <a:t>N-</a:t>
            </a:r>
            <a:r>
              <a:rPr dirty="0" sz="1950" spc="-140">
                <a:latin typeface="Microsoft YaHei UI"/>
                <a:cs typeface="Microsoft YaHei UI"/>
              </a:rPr>
              <a:t>dimensionalspace</a:t>
            </a:r>
            <a:endParaRPr sz="195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08618" y="4075277"/>
            <a:ext cx="2502535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i="1">
                <a:latin typeface="Times New Roman"/>
                <a:cs typeface="Times New Roman"/>
              </a:rPr>
              <a:t>x</a:t>
            </a:r>
            <a:r>
              <a:rPr dirty="0" sz="1950" spc="-85" i="1">
                <a:latin typeface="Times New Roman"/>
                <a:cs typeface="Times New Roman"/>
              </a:rPr>
              <a:t> </a:t>
            </a:r>
            <a:r>
              <a:rPr dirty="0" sz="1950" spc="-380">
                <a:latin typeface="Microsoft YaHei UI"/>
                <a:cs typeface="Microsoft YaHei UI"/>
              </a:rPr>
              <a:t>=</a:t>
            </a:r>
            <a:r>
              <a:rPr dirty="0" sz="1950" spc="-125">
                <a:latin typeface="Microsoft YaHei UI"/>
                <a:cs typeface="Microsoft YaHei UI"/>
              </a:rPr>
              <a:t> </a:t>
            </a:r>
            <a:r>
              <a:rPr dirty="0" sz="1950" spc="-114" i="1">
                <a:latin typeface="Times New Roman"/>
                <a:cs typeface="Times New Roman"/>
              </a:rPr>
              <a:t>a</a:t>
            </a:r>
            <a:r>
              <a:rPr dirty="0" baseline="-24154" sz="1725" spc="-172">
                <a:latin typeface="Microsoft YaHei UI"/>
                <a:cs typeface="Microsoft YaHei UI"/>
              </a:rPr>
              <a:t>1</a:t>
            </a:r>
            <a:r>
              <a:rPr dirty="0" sz="1950" spc="-114" i="1">
                <a:latin typeface="Times New Roman"/>
                <a:cs typeface="Times New Roman"/>
              </a:rPr>
              <a:t>v</a:t>
            </a:r>
            <a:r>
              <a:rPr dirty="0" baseline="-24154" sz="1725" spc="-172">
                <a:latin typeface="Microsoft YaHei UI"/>
                <a:cs typeface="Microsoft YaHei UI"/>
              </a:rPr>
              <a:t>1</a:t>
            </a:r>
            <a:r>
              <a:rPr dirty="0" baseline="-24154" sz="1725" spc="127">
                <a:latin typeface="Microsoft YaHei UI"/>
                <a:cs typeface="Microsoft YaHei UI"/>
              </a:rPr>
              <a:t> </a:t>
            </a:r>
            <a:r>
              <a:rPr dirty="0" sz="1950" spc="-380">
                <a:latin typeface="Microsoft YaHei UI"/>
                <a:cs typeface="Microsoft YaHei UI"/>
              </a:rPr>
              <a:t>+</a:t>
            </a:r>
            <a:r>
              <a:rPr dirty="0" sz="1950" spc="-215">
                <a:latin typeface="Microsoft YaHei UI"/>
                <a:cs typeface="Microsoft YaHei UI"/>
              </a:rPr>
              <a:t> </a:t>
            </a:r>
            <a:r>
              <a:rPr dirty="0" sz="1950" spc="-10" i="1">
                <a:latin typeface="Times New Roman"/>
                <a:cs typeface="Times New Roman"/>
              </a:rPr>
              <a:t>a</a:t>
            </a:r>
            <a:r>
              <a:rPr dirty="0" baseline="-24154" sz="1725" spc="-15">
                <a:latin typeface="Microsoft YaHei UI"/>
                <a:cs typeface="Microsoft YaHei UI"/>
              </a:rPr>
              <a:t>2</a:t>
            </a:r>
            <a:r>
              <a:rPr dirty="0" sz="1950" spc="-10" i="1">
                <a:latin typeface="Times New Roman"/>
                <a:cs typeface="Times New Roman"/>
              </a:rPr>
              <a:t>v</a:t>
            </a:r>
            <a:r>
              <a:rPr dirty="0" baseline="-24154" sz="1725" spc="-15">
                <a:latin typeface="Microsoft YaHei UI"/>
                <a:cs typeface="Microsoft YaHei UI"/>
              </a:rPr>
              <a:t>2</a:t>
            </a:r>
            <a:r>
              <a:rPr dirty="0" baseline="-24154" sz="1725" spc="240">
                <a:latin typeface="Microsoft YaHei UI"/>
                <a:cs typeface="Microsoft YaHei UI"/>
              </a:rPr>
              <a:t> </a:t>
            </a:r>
            <a:r>
              <a:rPr dirty="0" sz="1950" spc="-380">
                <a:latin typeface="Microsoft YaHei UI"/>
                <a:cs typeface="Microsoft YaHei UI"/>
              </a:rPr>
              <a:t>+</a:t>
            </a:r>
            <a:r>
              <a:rPr dirty="0" sz="1950" spc="-330">
                <a:latin typeface="Microsoft YaHei UI"/>
                <a:cs typeface="Microsoft YaHei UI"/>
              </a:rPr>
              <a:t> </a:t>
            </a:r>
            <a:r>
              <a:rPr dirty="0" sz="1950">
                <a:latin typeface="Microsoft YaHei UI"/>
                <a:cs typeface="Microsoft YaHei UI"/>
              </a:rPr>
              <a:t>...</a:t>
            </a:r>
            <a:r>
              <a:rPr dirty="0" sz="1950" spc="-370">
                <a:latin typeface="Microsoft YaHei UI"/>
                <a:cs typeface="Microsoft YaHei UI"/>
              </a:rPr>
              <a:t> </a:t>
            </a:r>
            <a:r>
              <a:rPr dirty="0" sz="1950" spc="-380">
                <a:latin typeface="Microsoft YaHei UI"/>
                <a:cs typeface="Microsoft YaHei UI"/>
              </a:rPr>
              <a:t>+</a:t>
            </a:r>
            <a:r>
              <a:rPr dirty="0" sz="1950" spc="-215">
                <a:latin typeface="Microsoft YaHei UI"/>
                <a:cs typeface="Microsoft YaHei UI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a</a:t>
            </a:r>
            <a:r>
              <a:rPr dirty="0" baseline="-24154" sz="1725" i="1">
                <a:latin typeface="Times New Roman"/>
                <a:cs typeface="Times New Roman"/>
              </a:rPr>
              <a:t>N</a:t>
            </a:r>
            <a:r>
              <a:rPr dirty="0" baseline="-24154" sz="1725" spc="-157" i="1">
                <a:latin typeface="Times New Roman"/>
                <a:cs typeface="Times New Roman"/>
              </a:rPr>
              <a:t> </a:t>
            </a:r>
            <a:r>
              <a:rPr dirty="0" sz="1950" spc="-25" i="1">
                <a:latin typeface="Times New Roman"/>
                <a:cs typeface="Times New Roman"/>
              </a:rPr>
              <a:t>v</a:t>
            </a:r>
            <a:r>
              <a:rPr dirty="0" baseline="-24154" sz="1725" spc="-37" i="1">
                <a:latin typeface="Times New Roman"/>
                <a:cs typeface="Times New Roman"/>
              </a:rPr>
              <a:t>N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28600" y="2615183"/>
            <a:ext cx="8610600" cy="685800"/>
          </a:xfrm>
          <a:custGeom>
            <a:avLst/>
            <a:gdLst/>
            <a:ahLst/>
            <a:cxnLst/>
            <a:rect l="l" t="t" r="r" b="b"/>
            <a:pathLst>
              <a:path w="8610600" h="685800">
                <a:moveTo>
                  <a:pt x="8610600" y="0"/>
                </a:moveTo>
                <a:lnTo>
                  <a:pt x="0" y="0"/>
                </a:lnTo>
                <a:lnTo>
                  <a:pt x="0" y="685800"/>
                </a:lnTo>
                <a:lnTo>
                  <a:pt x="8610600" y="685800"/>
                </a:lnTo>
                <a:lnTo>
                  <a:pt x="861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67182" y="2149044"/>
            <a:ext cx="8277225" cy="8286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Microsoft YaHei UI"/>
              <a:buChar char="•"/>
              <a:tabLst>
                <a:tab pos="354965" algn="l"/>
              </a:tabLst>
            </a:pPr>
            <a:r>
              <a:rPr dirty="0" sz="2800" b="1">
                <a:latin typeface="Microsoft YaHei UI"/>
                <a:cs typeface="Microsoft YaHei UI"/>
              </a:rPr>
              <a:t>Find</a:t>
            </a:r>
            <a:r>
              <a:rPr dirty="0" sz="2800" spc="-30" b="1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a</a:t>
            </a:r>
            <a:r>
              <a:rPr dirty="0" sz="2800" spc="-30" b="1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basis</a:t>
            </a:r>
            <a:r>
              <a:rPr dirty="0" sz="2800" spc="-25" b="1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in</a:t>
            </a:r>
            <a:r>
              <a:rPr dirty="0" sz="2800" spc="-30" b="1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a</a:t>
            </a:r>
            <a:r>
              <a:rPr dirty="0" sz="2800" spc="-25" b="1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low</a:t>
            </a:r>
            <a:r>
              <a:rPr dirty="0" sz="2800" spc="-30" b="1">
                <a:latin typeface="Microsoft YaHei UI"/>
                <a:cs typeface="Microsoft YaHei UI"/>
              </a:rPr>
              <a:t> </a:t>
            </a:r>
            <a:r>
              <a:rPr dirty="0" sz="2800" spc="-10" b="1">
                <a:latin typeface="Microsoft YaHei UI"/>
                <a:cs typeface="Microsoft YaHei UI"/>
              </a:rPr>
              <a:t>dimensional</a:t>
            </a:r>
            <a:r>
              <a:rPr dirty="0" sz="2800" spc="-25" b="1">
                <a:latin typeface="Microsoft YaHei UI"/>
                <a:cs typeface="Microsoft YaHei UI"/>
              </a:rPr>
              <a:t> </a:t>
            </a:r>
            <a:r>
              <a:rPr dirty="0" sz="2800" spc="-40" b="1">
                <a:latin typeface="Microsoft YaHei UI"/>
                <a:cs typeface="Microsoft YaHei UI"/>
              </a:rPr>
              <a:t>sub-</a:t>
            </a:r>
            <a:r>
              <a:rPr dirty="0" sz="2800" spc="-10" b="1">
                <a:latin typeface="Microsoft YaHei UI"/>
                <a:cs typeface="Microsoft YaHei UI"/>
              </a:rPr>
              <a:t>space:</a:t>
            </a:r>
            <a:endParaRPr sz="2800">
              <a:latin typeface="Microsoft YaHei UI"/>
              <a:cs typeface="Microsoft YaHei UI"/>
            </a:endParaRPr>
          </a:p>
          <a:p>
            <a:pPr marL="509905">
              <a:lnSpc>
                <a:spcPct val="100000"/>
              </a:lnSpc>
              <a:spcBef>
                <a:spcPts val="240"/>
              </a:spcBef>
              <a:tabLst>
                <a:tab pos="795655" algn="l"/>
              </a:tabLst>
            </a:pPr>
            <a:r>
              <a:rPr dirty="0" sz="2000" spc="530">
                <a:latin typeface="Microsoft Sans Serif"/>
                <a:cs typeface="Microsoft Sans Serif"/>
              </a:rPr>
              <a:t>–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-130">
                <a:latin typeface="Microsoft YaHei UI"/>
                <a:cs typeface="Microsoft YaHei UI"/>
              </a:rPr>
              <a:t>Approximate</a:t>
            </a:r>
            <a:r>
              <a:rPr dirty="0" sz="2000" spc="-20">
                <a:latin typeface="Microsoft YaHei UI"/>
                <a:cs typeface="Microsoft YaHei UI"/>
              </a:rPr>
              <a:t> </a:t>
            </a:r>
            <a:r>
              <a:rPr dirty="0" sz="2000" spc="-80">
                <a:latin typeface="Microsoft YaHei UI"/>
                <a:cs typeface="Microsoft YaHei UI"/>
              </a:rPr>
              <a:t>vectors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95">
                <a:latin typeface="Microsoft YaHei UI"/>
                <a:cs typeface="Microsoft YaHei UI"/>
              </a:rPr>
              <a:t>by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projecting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125">
                <a:latin typeface="Microsoft YaHei UI"/>
                <a:cs typeface="Microsoft YaHei UI"/>
              </a:rPr>
              <a:t>them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35">
                <a:latin typeface="Microsoft YaHei UI"/>
                <a:cs typeface="Microsoft YaHei UI"/>
              </a:rPr>
              <a:t>in</a:t>
            </a:r>
            <a:r>
              <a:rPr dirty="0" sz="2000" spc="-20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a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low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dimensional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2664" y="3012516"/>
            <a:ext cx="1242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30">
                <a:latin typeface="Microsoft YaHei UI"/>
                <a:cs typeface="Microsoft YaHei UI"/>
              </a:rPr>
              <a:t>sub-</a:t>
            </a:r>
            <a:r>
              <a:rPr dirty="0" sz="2000" spc="-25">
                <a:latin typeface="Microsoft YaHei UI"/>
                <a:cs typeface="Microsoft YaHei UI"/>
              </a:rPr>
              <a:t>space: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15364" y="3305886"/>
            <a:ext cx="1126490" cy="0"/>
          </a:xfrm>
          <a:custGeom>
            <a:avLst/>
            <a:gdLst/>
            <a:ahLst/>
            <a:cxnLst/>
            <a:rect l="l" t="t" r="r" b="b"/>
            <a:pathLst>
              <a:path w="1126489" h="0">
                <a:moveTo>
                  <a:pt x="0" y="0"/>
                </a:moveTo>
                <a:lnTo>
                  <a:pt x="112649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50339" y="3463468"/>
            <a:ext cx="37084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Microsoft Sans Serif"/>
                <a:cs typeface="Microsoft Sans Serif"/>
              </a:rPr>
              <a:t>(1)</a:t>
            </a:r>
            <a:r>
              <a:rPr dirty="0" sz="1800" spc="-25">
                <a:latin typeface="Microsoft Sans Serif"/>
                <a:cs typeface="Microsoft Sans Serif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Original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75">
                <a:latin typeface="Microsoft YaHei UI"/>
                <a:cs typeface="Microsoft YaHei UI"/>
              </a:rPr>
              <a:t>space</a:t>
            </a:r>
            <a:r>
              <a:rPr dirty="0" sz="2000" spc="-20">
                <a:latin typeface="Microsoft YaHei UI"/>
                <a:cs typeface="Microsoft YaHei UI"/>
              </a:rPr>
              <a:t> </a:t>
            </a:r>
            <a:r>
              <a:rPr dirty="0" sz="2000" spc="-80">
                <a:latin typeface="Microsoft YaHei UI"/>
                <a:cs typeface="Microsoft YaHei UI"/>
              </a:rPr>
              <a:t>representation</a:t>
            </a:r>
            <a:r>
              <a:rPr dirty="0" sz="1800" spc="-8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50339" y="5183936"/>
            <a:ext cx="54584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Microsoft Sans Serif"/>
                <a:cs typeface="Microsoft Sans Serif"/>
              </a:rPr>
              <a:t>(2)</a:t>
            </a:r>
            <a:r>
              <a:rPr dirty="0" sz="1800" spc="15">
                <a:latin typeface="Microsoft Sans Serif"/>
                <a:cs typeface="Microsoft Sans Serif"/>
              </a:rPr>
              <a:t> </a:t>
            </a:r>
            <a:r>
              <a:rPr dirty="0" sz="2000" spc="-114">
                <a:latin typeface="Microsoft YaHei UI"/>
                <a:cs typeface="Microsoft YaHei UI"/>
              </a:rPr>
              <a:t>Lower-</a:t>
            </a:r>
            <a:r>
              <a:rPr dirty="0" sz="2000" spc="-120">
                <a:latin typeface="Microsoft YaHei UI"/>
                <a:cs typeface="Microsoft YaHei UI"/>
              </a:rPr>
              <a:t>dimensional</a:t>
            </a:r>
            <a:r>
              <a:rPr dirty="0" sz="2000" spc="30">
                <a:latin typeface="Microsoft YaHei UI"/>
                <a:cs typeface="Microsoft YaHei UI"/>
              </a:rPr>
              <a:t> </a:t>
            </a:r>
            <a:r>
              <a:rPr dirty="0" u="sng" sz="2000" spc="-13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sub-</a:t>
            </a:r>
            <a:r>
              <a:rPr dirty="0" u="sng" sz="2000" spc="-7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space</a:t>
            </a:r>
            <a:r>
              <a:rPr dirty="0" sz="2000" spc="30">
                <a:latin typeface="Microsoft YaHei UI"/>
                <a:cs typeface="Microsoft YaHei UI"/>
              </a:rPr>
              <a:t> </a:t>
            </a:r>
            <a:r>
              <a:rPr dirty="0" sz="2000" spc="-60">
                <a:latin typeface="Microsoft YaHei UI"/>
                <a:cs typeface="Microsoft YaHei UI"/>
              </a:rPr>
              <a:t>representation: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3600" y="3020859"/>
            <a:ext cx="54927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900" spc="-1180">
                <a:latin typeface="Microsoft YaHei UI"/>
                <a:cs typeface="Microsoft YaHei UI"/>
              </a:rPr>
              <a:t></a:t>
            </a:r>
            <a:r>
              <a:rPr dirty="0" sz="1900" spc="-190">
                <a:latin typeface="Microsoft YaHei UI"/>
                <a:cs typeface="Microsoft YaHei UI"/>
              </a:rPr>
              <a:t> </a:t>
            </a:r>
            <a:r>
              <a:rPr dirty="0" baseline="4385" sz="2850" spc="-44" i="1">
                <a:latin typeface="Times New Roman"/>
                <a:cs typeface="Times New Roman"/>
              </a:rPr>
              <a:t>a</a:t>
            </a:r>
            <a:r>
              <a:rPr dirty="0" baseline="-17676" sz="1650" spc="-44">
                <a:latin typeface="Microsoft YaHei UI"/>
                <a:cs typeface="Microsoft YaHei UI"/>
              </a:rPr>
              <a:t>1</a:t>
            </a:r>
            <a:r>
              <a:rPr dirty="0" baseline="-17676" sz="1650" spc="7">
                <a:latin typeface="Microsoft YaHei UI"/>
                <a:cs typeface="Microsoft YaHei UI"/>
              </a:rPr>
              <a:t> </a:t>
            </a:r>
            <a:r>
              <a:rPr dirty="0" sz="1900" spc="-1230">
                <a:latin typeface="Microsoft YaHei UI"/>
                <a:cs typeface="Microsoft YaHei UI"/>
              </a:rPr>
              <a:t>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3600" y="3256013"/>
            <a:ext cx="54927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16559" algn="l"/>
              </a:tabLst>
            </a:pPr>
            <a:r>
              <a:rPr dirty="0" sz="1900" spc="-1180">
                <a:latin typeface="Microsoft YaHei UI"/>
                <a:cs typeface="Microsoft YaHei UI"/>
              </a:rPr>
              <a:t></a:t>
            </a:r>
            <a:r>
              <a:rPr dirty="0" sz="1900" spc="-295">
                <a:latin typeface="Microsoft YaHei UI"/>
                <a:cs typeface="Microsoft YaHei UI"/>
              </a:rPr>
              <a:t> </a:t>
            </a:r>
            <a:r>
              <a:rPr dirty="0" baseline="-26315" sz="2850" spc="-89" i="1">
                <a:latin typeface="Times New Roman"/>
                <a:cs typeface="Times New Roman"/>
              </a:rPr>
              <a:t>a</a:t>
            </a:r>
            <a:r>
              <a:rPr dirty="0" baseline="-26315" sz="2850" i="1">
                <a:latin typeface="Times New Roman"/>
                <a:cs typeface="Times New Roman"/>
              </a:rPr>
              <a:t>	</a:t>
            </a:r>
            <a:r>
              <a:rPr dirty="0" sz="1900" spc="-1230">
                <a:latin typeface="Microsoft YaHei UI"/>
                <a:cs typeface="Microsoft YaHei UI"/>
              </a:rPr>
              <a:t>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69000" y="3491179"/>
            <a:ext cx="11938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230">
                <a:latin typeface="Microsoft YaHei UI"/>
                <a:cs typeface="Microsoft YaHei UI"/>
              </a:rPr>
              <a:t>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93548" y="3434943"/>
            <a:ext cx="29908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latin typeface="Microsoft YaHei UI"/>
                <a:cs typeface="Microsoft YaHei UI"/>
              </a:rPr>
              <a:t>2</a:t>
            </a:r>
            <a:r>
              <a:rPr dirty="0" sz="1100" spc="35">
                <a:latin typeface="Microsoft YaHei UI"/>
                <a:cs typeface="Microsoft YaHei UI"/>
              </a:rPr>
              <a:t> </a:t>
            </a:r>
            <a:r>
              <a:rPr dirty="0" baseline="-13157" sz="2850" spc="-1860">
                <a:latin typeface="Microsoft YaHei UI"/>
                <a:cs typeface="Microsoft YaHei UI"/>
              </a:rPr>
              <a:t></a:t>
            </a:r>
            <a:endParaRPr baseline="-13157" sz="285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3600" y="3745509"/>
            <a:ext cx="549275" cy="534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1989"/>
              </a:lnSpc>
              <a:spcBef>
                <a:spcPts val="120"/>
              </a:spcBef>
            </a:pPr>
            <a:r>
              <a:rPr dirty="0" baseline="4385" sz="2850" spc="-1770">
                <a:latin typeface="Microsoft YaHei UI"/>
                <a:cs typeface="Microsoft YaHei UI"/>
              </a:rPr>
              <a:t></a:t>
            </a:r>
            <a:r>
              <a:rPr dirty="0" baseline="4385" sz="2850" spc="-217">
                <a:latin typeface="Microsoft YaHei UI"/>
                <a:cs typeface="Microsoft YaHei UI"/>
              </a:rPr>
              <a:t> </a:t>
            </a:r>
            <a:r>
              <a:rPr dirty="0" sz="1900">
                <a:latin typeface="Microsoft YaHei UI"/>
                <a:cs typeface="Microsoft YaHei UI"/>
              </a:rPr>
              <a:t>...</a:t>
            </a:r>
            <a:r>
              <a:rPr dirty="0" sz="1900" spc="-135">
                <a:latin typeface="Microsoft YaHei UI"/>
                <a:cs typeface="Microsoft YaHei UI"/>
              </a:rPr>
              <a:t> </a:t>
            </a:r>
            <a:r>
              <a:rPr dirty="0" baseline="4385" sz="2850" spc="-1845">
                <a:latin typeface="Microsoft YaHei UI"/>
                <a:cs typeface="Microsoft YaHei UI"/>
              </a:rPr>
              <a:t></a:t>
            </a:r>
            <a:endParaRPr baseline="4385" sz="2850">
              <a:latin typeface="Microsoft YaHei UI"/>
              <a:cs typeface="Microsoft YaHei UI"/>
            </a:endParaRPr>
          </a:p>
          <a:p>
            <a:pPr marL="38100">
              <a:lnSpc>
                <a:spcPts val="1989"/>
              </a:lnSpc>
              <a:tabLst>
                <a:tab pos="416559" algn="l"/>
              </a:tabLst>
            </a:pPr>
            <a:r>
              <a:rPr dirty="0" sz="1900" spc="-570">
                <a:latin typeface="Microsoft YaHei UI"/>
                <a:cs typeface="Microsoft YaHei UI"/>
              </a:rPr>
              <a:t></a:t>
            </a:r>
            <a:r>
              <a:rPr dirty="0" baseline="-35087" sz="2850" spc="-855" i="1">
                <a:latin typeface="Times New Roman"/>
                <a:cs typeface="Times New Roman"/>
              </a:rPr>
              <a:t>a</a:t>
            </a:r>
            <a:r>
              <a:rPr dirty="0" baseline="-35087" sz="2850" i="1">
                <a:latin typeface="Times New Roman"/>
                <a:cs typeface="Times New Roman"/>
              </a:rPr>
              <a:t>	</a:t>
            </a:r>
            <a:r>
              <a:rPr dirty="0" sz="1900" spc="-1230">
                <a:latin typeface="Microsoft YaHei UI"/>
                <a:cs typeface="Microsoft YaHei UI"/>
              </a:rPr>
              <a:t>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69000" y="4180039"/>
            <a:ext cx="49847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5745" algn="l"/>
              </a:tabLst>
            </a:pPr>
            <a:r>
              <a:rPr dirty="0" sz="1900" spc="-1230">
                <a:latin typeface="Microsoft YaHei UI"/>
                <a:cs typeface="Microsoft YaHei UI"/>
              </a:rPr>
              <a:t></a:t>
            </a:r>
            <a:r>
              <a:rPr dirty="0" sz="1900">
                <a:latin typeface="Microsoft YaHei UI"/>
                <a:cs typeface="Microsoft YaHei UI"/>
              </a:rPr>
              <a:t>	</a:t>
            </a:r>
            <a:r>
              <a:rPr dirty="0" baseline="2525" sz="1650" i="1">
                <a:latin typeface="Times New Roman"/>
                <a:cs typeface="Times New Roman"/>
              </a:rPr>
              <a:t>N</a:t>
            </a:r>
            <a:r>
              <a:rPr dirty="0" baseline="2525" sz="1650" spc="195" i="1">
                <a:latin typeface="Times New Roman"/>
                <a:cs typeface="Times New Roman"/>
              </a:rPr>
              <a:t> </a:t>
            </a:r>
            <a:r>
              <a:rPr dirty="0" sz="1900" spc="-1230">
                <a:latin typeface="Microsoft YaHei UI"/>
                <a:cs typeface="Microsoft YaHei UI"/>
              </a:rPr>
              <a:t>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41653" y="4758994"/>
            <a:ext cx="9652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50">
                <a:latin typeface="Microsoft YaHei UI"/>
                <a:cs typeface="Microsoft YaHei UI"/>
              </a:rPr>
              <a:t>1</a:t>
            </a:r>
            <a:endParaRPr sz="11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335659" y="4611420"/>
            <a:ext cx="43751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515">
                <a:latin typeface="Microsoft YaHei UI"/>
                <a:cs typeface="Microsoft YaHei UI"/>
              </a:rPr>
              <a:t></a:t>
            </a:r>
            <a:r>
              <a:rPr dirty="0" baseline="4385" sz="2850" spc="-772" i="1">
                <a:latin typeface="Times New Roman"/>
                <a:cs typeface="Times New Roman"/>
              </a:rPr>
              <a:t>b</a:t>
            </a:r>
            <a:r>
              <a:rPr dirty="0" baseline="4385" sz="2850" spc="277" i="1">
                <a:latin typeface="Times New Roman"/>
                <a:cs typeface="Times New Roman"/>
              </a:rPr>
              <a:t> </a:t>
            </a:r>
            <a:r>
              <a:rPr dirty="0" sz="1900" spc="-1240">
                <a:latin typeface="Microsoft YaHei UI"/>
                <a:cs typeface="Microsoft YaHei UI"/>
              </a:rPr>
              <a:t>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10259" y="4846383"/>
            <a:ext cx="48831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900" spc="-570">
                <a:latin typeface="Microsoft YaHei UI"/>
                <a:cs typeface="Microsoft YaHei UI"/>
              </a:rPr>
              <a:t></a:t>
            </a:r>
            <a:r>
              <a:rPr dirty="0" baseline="-26315" sz="2850" spc="-855" i="1">
                <a:latin typeface="Times New Roman"/>
                <a:cs typeface="Times New Roman"/>
              </a:rPr>
              <a:t>b</a:t>
            </a:r>
            <a:r>
              <a:rPr dirty="0" baseline="-26315" sz="2850" spc="442" i="1">
                <a:latin typeface="Times New Roman"/>
                <a:cs typeface="Times New Roman"/>
              </a:rPr>
              <a:t> </a:t>
            </a:r>
            <a:r>
              <a:rPr dirty="0" sz="1900" spc="-1230">
                <a:latin typeface="Microsoft YaHei UI"/>
                <a:cs typeface="Microsoft YaHei UI"/>
              </a:rPr>
              <a:t>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335659" y="5081346"/>
            <a:ext cx="11938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230">
                <a:latin typeface="Microsoft YaHei UI"/>
                <a:cs typeface="Microsoft YaHei UI"/>
              </a:rPr>
              <a:t>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518806" y="5025161"/>
            <a:ext cx="27940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100" spc="-100">
                <a:latin typeface="Microsoft YaHei UI"/>
                <a:cs typeface="Microsoft YaHei UI"/>
              </a:rPr>
              <a:t>2</a:t>
            </a:r>
            <a:r>
              <a:rPr dirty="0" sz="1100" spc="-20">
                <a:latin typeface="Microsoft YaHei UI"/>
                <a:cs typeface="Microsoft YaHei UI"/>
              </a:rPr>
              <a:t> </a:t>
            </a:r>
            <a:r>
              <a:rPr dirty="0" baseline="-13157" sz="2850" spc="-1845">
                <a:latin typeface="Microsoft YaHei UI"/>
                <a:cs typeface="Microsoft YaHei UI"/>
              </a:rPr>
              <a:t></a:t>
            </a:r>
            <a:endParaRPr baseline="-13157" sz="2850">
              <a:latin typeface="Microsoft YaHei UI"/>
              <a:cs typeface="Microsoft YaHei U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310259" y="5335473"/>
            <a:ext cx="488315" cy="534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1989"/>
              </a:lnSpc>
              <a:spcBef>
                <a:spcPts val="120"/>
              </a:spcBef>
            </a:pPr>
            <a:r>
              <a:rPr dirty="0" baseline="4385" sz="2850" spc="-382">
                <a:latin typeface="Microsoft YaHei UI"/>
                <a:cs typeface="Microsoft YaHei UI"/>
              </a:rPr>
              <a:t></a:t>
            </a:r>
            <a:r>
              <a:rPr dirty="0" sz="1900" spc="-254">
                <a:latin typeface="Microsoft YaHei UI"/>
                <a:cs typeface="Microsoft YaHei UI"/>
              </a:rPr>
              <a:t>...</a:t>
            </a:r>
            <a:r>
              <a:rPr dirty="0" sz="1900" spc="-360">
                <a:latin typeface="Microsoft YaHei UI"/>
                <a:cs typeface="Microsoft YaHei UI"/>
              </a:rPr>
              <a:t> </a:t>
            </a:r>
            <a:r>
              <a:rPr dirty="0" baseline="4385" sz="2850" spc="-1845">
                <a:latin typeface="Microsoft YaHei UI"/>
                <a:cs typeface="Microsoft YaHei UI"/>
              </a:rPr>
              <a:t></a:t>
            </a:r>
            <a:endParaRPr baseline="4385" sz="2850">
              <a:latin typeface="Microsoft YaHei UI"/>
              <a:cs typeface="Microsoft YaHei UI"/>
            </a:endParaRPr>
          </a:p>
          <a:p>
            <a:pPr marL="38100">
              <a:lnSpc>
                <a:spcPts val="1989"/>
              </a:lnSpc>
            </a:pPr>
            <a:r>
              <a:rPr dirty="0" sz="1900" spc="-575">
                <a:latin typeface="Microsoft YaHei UI"/>
                <a:cs typeface="Microsoft YaHei UI"/>
              </a:rPr>
              <a:t></a:t>
            </a:r>
            <a:r>
              <a:rPr dirty="0" baseline="-35087" sz="2850" spc="-862" i="1">
                <a:latin typeface="Times New Roman"/>
                <a:cs typeface="Times New Roman"/>
              </a:rPr>
              <a:t>b</a:t>
            </a:r>
            <a:r>
              <a:rPr dirty="0" baseline="-35087" sz="2850" spc="457" i="1">
                <a:latin typeface="Times New Roman"/>
                <a:cs typeface="Times New Roman"/>
              </a:rPr>
              <a:t> </a:t>
            </a:r>
            <a:r>
              <a:rPr dirty="0" sz="1900" spc="-1230">
                <a:latin typeface="Microsoft YaHei UI"/>
                <a:cs typeface="Microsoft YaHei UI"/>
              </a:rPr>
              <a:t></a:t>
            </a:r>
            <a:endParaRPr sz="1900">
              <a:latin typeface="Microsoft YaHei UI"/>
              <a:cs typeface="Microsoft YaHei U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35659" y="5769635"/>
            <a:ext cx="43751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180">
                <a:latin typeface="Microsoft YaHei UI"/>
                <a:cs typeface="Microsoft YaHei UI"/>
              </a:rPr>
              <a:t></a:t>
            </a:r>
            <a:r>
              <a:rPr dirty="0" sz="1900" spc="325">
                <a:latin typeface="Microsoft YaHei UI"/>
                <a:cs typeface="Microsoft YaHei UI"/>
              </a:rPr>
              <a:t> </a:t>
            </a:r>
            <a:r>
              <a:rPr dirty="0" baseline="2525" sz="1650" i="1">
                <a:latin typeface="Times New Roman"/>
                <a:cs typeface="Times New Roman"/>
              </a:rPr>
              <a:t>k</a:t>
            </a:r>
            <a:r>
              <a:rPr dirty="0" baseline="2525" sz="1650" spc="165" i="1">
                <a:latin typeface="Times New Roman"/>
                <a:cs typeface="Times New Roman"/>
              </a:rPr>
              <a:t> </a:t>
            </a:r>
            <a:r>
              <a:rPr dirty="0" sz="1900" spc="-1230">
                <a:latin typeface="Microsoft YaHei UI"/>
                <a:cs typeface="Microsoft YaHei UI"/>
              </a:rPr>
              <a:t></a:t>
            </a:r>
            <a:endParaRPr sz="1900">
              <a:latin typeface="Microsoft YaHei UI"/>
              <a:cs typeface="Microsoft YaHei U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686915" y="2953143"/>
            <a:ext cx="6346825" cy="3693160"/>
            <a:chOff x="1686915" y="2953143"/>
            <a:chExt cx="6346825" cy="3693160"/>
          </a:xfrm>
        </p:grpSpPr>
        <p:sp>
          <p:nvSpPr>
            <p:cNvPr id="26" name="object 26" descr=""/>
            <p:cNvSpPr/>
            <p:nvPr/>
          </p:nvSpPr>
          <p:spPr>
            <a:xfrm>
              <a:off x="5724144" y="2958084"/>
              <a:ext cx="792480" cy="1588135"/>
            </a:xfrm>
            <a:custGeom>
              <a:avLst/>
              <a:gdLst/>
              <a:ahLst/>
              <a:cxnLst/>
              <a:rect l="l" t="t" r="r" b="b"/>
              <a:pathLst>
                <a:path w="792479" h="1588135">
                  <a:moveTo>
                    <a:pt x="792479" y="0"/>
                  </a:moveTo>
                  <a:lnTo>
                    <a:pt x="0" y="0"/>
                  </a:lnTo>
                  <a:lnTo>
                    <a:pt x="0" y="1588008"/>
                  </a:lnTo>
                  <a:lnTo>
                    <a:pt x="792479" y="1588008"/>
                  </a:lnTo>
                  <a:lnTo>
                    <a:pt x="792479" y="0"/>
                  </a:lnTo>
                  <a:close/>
                </a:path>
              </a:pathLst>
            </a:custGeom>
            <a:solidFill>
              <a:srgbClr val="00E4A8">
                <a:alpha val="43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719368" y="2953143"/>
              <a:ext cx="802005" cy="1598295"/>
            </a:xfrm>
            <a:custGeom>
              <a:avLst/>
              <a:gdLst/>
              <a:ahLst/>
              <a:cxnLst/>
              <a:rect l="l" t="t" r="r" b="b"/>
              <a:pathLst>
                <a:path w="802004" h="1598295">
                  <a:moveTo>
                    <a:pt x="801611" y="0"/>
                  </a:moveTo>
                  <a:lnTo>
                    <a:pt x="0" y="0"/>
                  </a:lnTo>
                  <a:lnTo>
                    <a:pt x="0" y="1598168"/>
                  </a:lnTo>
                  <a:lnTo>
                    <a:pt x="801611" y="1598168"/>
                  </a:lnTo>
                  <a:lnTo>
                    <a:pt x="801611" y="1593405"/>
                  </a:lnTo>
                  <a:lnTo>
                    <a:pt x="9525" y="1593405"/>
                  </a:lnTo>
                  <a:lnTo>
                    <a:pt x="4762" y="1588643"/>
                  </a:lnTo>
                  <a:lnTo>
                    <a:pt x="9525" y="1588643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801611" y="4762"/>
                  </a:lnTo>
                  <a:lnTo>
                    <a:pt x="801611" y="0"/>
                  </a:lnTo>
                  <a:close/>
                </a:path>
                <a:path w="802004" h="1598295">
                  <a:moveTo>
                    <a:pt x="9525" y="1588643"/>
                  </a:moveTo>
                  <a:lnTo>
                    <a:pt x="4762" y="1588643"/>
                  </a:lnTo>
                  <a:lnTo>
                    <a:pt x="9525" y="1593405"/>
                  </a:lnTo>
                  <a:lnTo>
                    <a:pt x="9525" y="1588643"/>
                  </a:lnTo>
                  <a:close/>
                </a:path>
                <a:path w="802004" h="1598295">
                  <a:moveTo>
                    <a:pt x="792086" y="1588643"/>
                  </a:moveTo>
                  <a:lnTo>
                    <a:pt x="9525" y="1588643"/>
                  </a:lnTo>
                  <a:lnTo>
                    <a:pt x="9525" y="1593405"/>
                  </a:lnTo>
                  <a:lnTo>
                    <a:pt x="792086" y="1593405"/>
                  </a:lnTo>
                  <a:lnTo>
                    <a:pt x="792086" y="1588643"/>
                  </a:lnTo>
                  <a:close/>
                </a:path>
                <a:path w="802004" h="1598295">
                  <a:moveTo>
                    <a:pt x="792086" y="4762"/>
                  </a:moveTo>
                  <a:lnTo>
                    <a:pt x="792086" y="1593405"/>
                  </a:lnTo>
                  <a:lnTo>
                    <a:pt x="796848" y="1588643"/>
                  </a:lnTo>
                  <a:lnTo>
                    <a:pt x="801611" y="1588643"/>
                  </a:lnTo>
                  <a:lnTo>
                    <a:pt x="801611" y="9525"/>
                  </a:lnTo>
                  <a:lnTo>
                    <a:pt x="796848" y="9525"/>
                  </a:lnTo>
                  <a:lnTo>
                    <a:pt x="792086" y="4762"/>
                  </a:lnTo>
                  <a:close/>
                </a:path>
                <a:path w="802004" h="1598295">
                  <a:moveTo>
                    <a:pt x="801611" y="1588643"/>
                  </a:moveTo>
                  <a:lnTo>
                    <a:pt x="796848" y="1588643"/>
                  </a:lnTo>
                  <a:lnTo>
                    <a:pt x="792086" y="1593405"/>
                  </a:lnTo>
                  <a:lnTo>
                    <a:pt x="801611" y="1593405"/>
                  </a:lnTo>
                  <a:lnTo>
                    <a:pt x="801611" y="1588643"/>
                  </a:lnTo>
                  <a:close/>
                </a:path>
                <a:path w="802004" h="159829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802004" h="1598295">
                  <a:moveTo>
                    <a:pt x="792086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792086" y="9525"/>
                  </a:lnTo>
                  <a:lnTo>
                    <a:pt x="792086" y="4762"/>
                  </a:lnTo>
                  <a:close/>
                </a:path>
                <a:path w="802004" h="1598295">
                  <a:moveTo>
                    <a:pt x="801611" y="4762"/>
                  </a:moveTo>
                  <a:lnTo>
                    <a:pt x="792086" y="4762"/>
                  </a:lnTo>
                  <a:lnTo>
                    <a:pt x="796848" y="9525"/>
                  </a:lnTo>
                  <a:lnTo>
                    <a:pt x="801611" y="9525"/>
                  </a:lnTo>
                  <a:lnTo>
                    <a:pt x="801611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35952" y="4547616"/>
              <a:ext cx="792480" cy="1590040"/>
            </a:xfrm>
            <a:custGeom>
              <a:avLst/>
              <a:gdLst/>
              <a:ahLst/>
              <a:cxnLst/>
              <a:rect l="l" t="t" r="r" b="b"/>
              <a:pathLst>
                <a:path w="792479" h="1590039">
                  <a:moveTo>
                    <a:pt x="792479" y="0"/>
                  </a:moveTo>
                  <a:lnTo>
                    <a:pt x="0" y="0"/>
                  </a:lnTo>
                  <a:lnTo>
                    <a:pt x="0" y="1589532"/>
                  </a:lnTo>
                  <a:lnTo>
                    <a:pt x="792479" y="1589532"/>
                  </a:lnTo>
                  <a:lnTo>
                    <a:pt x="792479" y="0"/>
                  </a:lnTo>
                  <a:close/>
                </a:path>
              </a:pathLst>
            </a:custGeom>
            <a:solidFill>
              <a:srgbClr val="00E4A8">
                <a:alpha val="43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31532" y="4543602"/>
              <a:ext cx="802005" cy="1598295"/>
            </a:xfrm>
            <a:custGeom>
              <a:avLst/>
              <a:gdLst/>
              <a:ahLst/>
              <a:cxnLst/>
              <a:rect l="l" t="t" r="r" b="b"/>
              <a:pathLst>
                <a:path w="802004" h="1598295">
                  <a:moveTo>
                    <a:pt x="801611" y="0"/>
                  </a:moveTo>
                  <a:lnTo>
                    <a:pt x="0" y="0"/>
                  </a:lnTo>
                  <a:lnTo>
                    <a:pt x="0" y="1598155"/>
                  </a:lnTo>
                  <a:lnTo>
                    <a:pt x="801611" y="1598155"/>
                  </a:lnTo>
                  <a:lnTo>
                    <a:pt x="801611" y="1593393"/>
                  </a:lnTo>
                  <a:lnTo>
                    <a:pt x="9525" y="1593393"/>
                  </a:lnTo>
                  <a:lnTo>
                    <a:pt x="4762" y="1588630"/>
                  </a:lnTo>
                  <a:lnTo>
                    <a:pt x="9525" y="1588630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801611" y="4762"/>
                  </a:lnTo>
                  <a:lnTo>
                    <a:pt x="801611" y="0"/>
                  </a:lnTo>
                  <a:close/>
                </a:path>
                <a:path w="802004" h="1598295">
                  <a:moveTo>
                    <a:pt x="9525" y="1588630"/>
                  </a:moveTo>
                  <a:lnTo>
                    <a:pt x="4762" y="1588630"/>
                  </a:lnTo>
                  <a:lnTo>
                    <a:pt x="9525" y="1593393"/>
                  </a:lnTo>
                  <a:lnTo>
                    <a:pt x="9525" y="1588630"/>
                  </a:lnTo>
                  <a:close/>
                </a:path>
                <a:path w="802004" h="1598295">
                  <a:moveTo>
                    <a:pt x="792086" y="1588630"/>
                  </a:moveTo>
                  <a:lnTo>
                    <a:pt x="9525" y="1588630"/>
                  </a:lnTo>
                  <a:lnTo>
                    <a:pt x="9525" y="1593393"/>
                  </a:lnTo>
                  <a:lnTo>
                    <a:pt x="792086" y="1593393"/>
                  </a:lnTo>
                  <a:lnTo>
                    <a:pt x="792086" y="1588630"/>
                  </a:lnTo>
                  <a:close/>
                </a:path>
                <a:path w="802004" h="1598295">
                  <a:moveTo>
                    <a:pt x="792086" y="4762"/>
                  </a:moveTo>
                  <a:lnTo>
                    <a:pt x="792086" y="1593393"/>
                  </a:lnTo>
                  <a:lnTo>
                    <a:pt x="796848" y="1588630"/>
                  </a:lnTo>
                  <a:lnTo>
                    <a:pt x="801611" y="1588630"/>
                  </a:lnTo>
                  <a:lnTo>
                    <a:pt x="801611" y="9525"/>
                  </a:lnTo>
                  <a:lnTo>
                    <a:pt x="796848" y="9525"/>
                  </a:lnTo>
                  <a:lnTo>
                    <a:pt x="792086" y="4762"/>
                  </a:lnTo>
                  <a:close/>
                </a:path>
                <a:path w="802004" h="1598295">
                  <a:moveTo>
                    <a:pt x="801611" y="1588630"/>
                  </a:moveTo>
                  <a:lnTo>
                    <a:pt x="796848" y="1588630"/>
                  </a:lnTo>
                  <a:lnTo>
                    <a:pt x="792086" y="1593393"/>
                  </a:lnTo>
                  <a:lnTo>
                    <a:pt x="801611" y="1593393"/>
                  </a:lnTo>
                  <a:lnTo>
                    <a:pt x="801611" y="1588630"/>
                  </a:lnTo>
                  <a:close/>
                </a:path>
                <a:path w="802004" h="159829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802004" h="1598295">
                  <a:moveTo>
                    <a:pt x="792086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792086" y="9525"/>
                  </a:lnTo>
                  <a:lnTo>
                    <a:pt x="792086" y="4762"/>
                  </a:lnTo>
                  <a:close/>
                </a:path>
                <a:path w="802004" h="1598295">
                  <a:moveTo>
                    <a:pt x="801611" y="4762"/>
                  </a:moveTo>
                  <a:lnTo>
                    <a:pt x="792086" y="4762"/>
                  </a:lnTo>
                  <a:lnTo>
                    <a:pt x="796848" y="9525"/>
                  </a:lnTo>
                  <a:lnTo>
                    <a:pt x="801611" y="9525"/>
                  </a:lnTo>
                  <a:lnTo>
                    <a:pt x="801611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91640" y="4402836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1152144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1152144" y="504444"/>
                  </a:lnTo>
                  <a:lnTo>
                    <a:pt x="1152144" y="0"/>
                  </a:lnTo>
                  <a:close/>
                </a:path>
              </a:pathLst>
            </a:custGeom>
            <a:solidFill>
              <a:srgbClr val="00E4A8">
                <a:alpha val="36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86915" y="4397768"/>
              <a:ext cx="1162050" cy="513715"/>
            </a:xfrm>
            <a:custGeom>
              <a:avLst/>
              <a:gdLst/>
              <a:ahLst/>
              <a:cxnLst/>
              <a:rect l="l" t="t" r="r" b="b"/>
              <a:pathLst>
                <a:path w="1162050" h="513714">
                  <a:moveTo>
                    <a:pt x="1161656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1161656" y="513588"/>
                  </a:lnTo>
                  <a:lnTo>
                    <a:pt x="1161656" y="508825"/>
                  </a:lnTo>
                  <a:lnTo>
                    <a:pt x="9525" y="508825"/>
                  </a:lnTo>
                  <a:lnTo>
                    <a:pt x="4762" y="504063"/>
                  </a:lnTo>
                  <a:lnTo>
                    <a:pt x="9525" y="504063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1161656" y="4762"/>
                  </a:lnTo>
                  <a:lnTo>
                    <a:pt x="1161656" y="0"/>
                  </a:lnTo>
                  <a:close/>
                </a:path>
                <a:path w="1162050" h="513714">
                  <a:moveTo>
                    <a:pt x="9525" y="504063"/>
                  </a:moveTo>
                  <a:lnTo>
                    <a:pt x="4762" y="504063"/>
                  </a:lnTo>
                  <a:lnTo>
                    <a:pt x="9525" y="508825"/>
                  </a:lnTo>
                  <a:lnTo>
                    <a:pt x="9525" y="504063"/>
                  </a:lnTo>
                  <a:close/>
                </a:path>
                <a:path w="1162050" h="513714">
                  <a:moveTo>
                    <a:pt x="1152131" y="504063"/>
                  </a:moveTo>
                  <a:lnTo>
                    <a:pt x="9525" y="504063"/>
                  </a:lnTo>
                  <a:lnTo>
                    <a:pt x="9525" y="508825"/>
                  </a:lnTo>
                  <a:lnTo>
                    <a:pt x="1152131" y="508825"/>
                  </a:lnTo>
                  <a:lnTo>
                    <a:pt x="1152131" y="504063"/>
                  </a:lnTo>
                  <a:close/>
                </a:path>
                <a:path w="1162050" h="513714">
                  <a:moveTo>
                    <a:pt x="1152131" y="4762"/>
                  </a:moveTo>
                  <a:lnTo>
                    <a:pt x="1152131" y="508825"/>
                  </a:lnTo>
                  <a:lnTo>
                    <a:pt x="1156893" y="504063"/>
                  </a:lnTo>
                  <a:lnTo>
                    <a:pt x="1161656" y="504063"/>
                  </a:lnTo>
                  <a:lnTo>
                    <a:pt x="1161656" y="9525"/>
                  </a:lnTo>
                  <a:lnTo>
                    <a:pt x="1156893" y="9525"/>
                  </a:lnTo>
                  <a:lnTo>
                    <a:pt x="1152131" y="4762"/>
                  </a:lnTo>
                  <a:close/>
                </a:path>
                <a:path w="1162050" h="513714">
                  <a:moveTo>
                    <a:pt x="1161656" y="504063"/>
                  </a:moveTo>
                  <a:lnTo>
                    <a:pt x="1156893" y="504063"/>
                  </a:lnTo>
                  <a:lnTo>
                    <a:pt x="1152131" y="508825"/>
                  </a:lnTo>
                  <a:lnTo>
                    <a:pt x="1161656" y="508825"/>
                  </a:lnTo>
                  <a:lnTo>
                    <a:pt x="1161656" y="504063"/>
                  </a:lnTo>
                  <a:close/>
                </a:path>
                <a:path w="1162050" h="513714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1162050" h="513714">
                  <a:moveTo>
                    <a:pt x="1152131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1152131" y="9525"/>
                  </a:lnTo>
                  <a:lnTo>
                    <a:pt x="1152131" y="4762"/>
                  </a:lnTo>
                  <a:close/>
                </a:path>
                <a:path w="1162050" h="513714">
                  <a:moveTo>
                    <a:pt x="1161656" y="4762"/>
                  </a:moveTo>
                  <a:lnTo>
                    <a:pt x="1152131" y="4762"/>
                  </a:lnTo>
                  <a:lnTo>
                    <a:pt x="1156893" y="9525"/>
                  </a:lnTo>
                  <a:lnTo>
                    <a:pt x="1161656" y="9525"/>
                  </a:lnTo>
                  <a:lnTo>
                    <a:pt x="1161656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44040" y="6137148"/>
              <a:ext cx="1152525" cy="504825"/>
            </a:xfrm>
            <a:custGeom>
              <a:avLst/>
              <a:gdLst/>
              <a:ahLst/>
              <a:cxnLst/>
              <a:rect l="l" t="t" r="r" b="b"/>
              <a:pathLst>
                <a:path w="1152525" h="504825">
                  <a:moveTo>
                    <a:pt x="1152144" y="0"/>
                  </a:moveTo>
                  <a:lnTo>
                    <a:pt x="0" y="0"/>
                  </a:lnTo>
                  <a:lnTo>
                    <a:pt x="0" y="504444"/>
                  </a:lnTo>
                  <a:lnTo>
                    <a:pt x="1152144" y="504444"/>
                  </a:lnTo>
                  <a:lnTo>
                    <a:pt x="1152144" y="0"/>
                  </a:lnTo>
                  <a:close/>
                </a:path>
              </a:pathLst>
            </a:custGeom>
            <a:solidFill>
              <a:srgbClr val="00E4A8">
                <a:alpha val="36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39315" y="6132246"/>
              <a:ext cx="1162050" cy="513715"/>
            </a:xfrm>
            <a:custGeom>
              <a:avLst/>
              <a:gdLst/>
              <a:ahLst/>
              <a:cxnLst/>
              <a:rect l="l" t="t" r="r" b="b"/>
              <a:pathLst>
                <a:path w="1162050" h="513715">
                  <a:moveTo>
                    <a:pt x="1161656" y="0"/>
                  </a:moveTo>
                  <a:lnTo>
                    <a:pt x="0" y="0"/>
                  </a:lnTo>
                  <a:lnTo>
                    <a:pt x="0" y="513575"/>
                  </a:lnTo>
                  <a:lnTo>
                    <a:pt x="1161656" y="513575"/>
                  </a:lnTo>
                  <a:lnTo>
                    <a:pt x="1161656" y="508812"/>
                  </a:lnTo>
                  <a:lnTo>
                    <a:pt x="9525" y="508812"/>
                  </a:lnTo>
                  <a:lnTo>
                    <a:pt x="4762" y="504050"/>
                  </a:lnTo>
                  <a:lnTo>
                    <a:pt x="9525" y="504050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1161656" y="4762"/>
                  </a:lnTo>
                  <a:lnTo>
                    <a:pt x="1161656" y="0"/>
                  </a:lnTo>
                  <a:close/>
                </a:path>
                <a:path w="1162050" h="513715">
                  <a:moveTo>
                    <a:pt x="9525" y="504050"/>
                  </a:moveTo>
                  <a:lnTo>
                    <a:pt x="4762" y="504050"/>
                  </a:lnTo>
                  <a:lnTo>
                    <a:pt x="9525" y="508812"/>
                  </a:lnTo>
                  <a:lnTo>
                    <a:pt x="9525" y="504050"/>
                  </a:lnTo>
                  <a:close/>
                </a:path>
                <a:path w="1162050" h="513715">
                  <a:moveTo>
                    <a:pt x="1152131" y="504050"/>
                  </a:moveTo>
                  <a:lnTo>
                    <a:pt x="9525" y="504050"/>
                  </a:lnTo>
                  <a:lnTo>
                    <a:pt x="9525" y="508812"/>
                  </a:lnTo>
                  <a:lnTo>
                    <a:pt x="1152131" y="508812"/>
                  </a:lnTo>
                  <a:lnTo>
                    <a:pt x="1152131" y="504050"/>
                  </a:lnTo>
                  <a:close/>
                </a:path>
                <a:path w="1162050" h="513715">
                  <a:moveTo>
                    <a:pt x="1152131" y="4762"/>
                  </a:moveTo>
                  <a:lnTo>
                    <a:pt x="1152131" y="508812"/>
                  </a:lnTo>
                  <a:lnTo>
                    <a:pt x="1156893" y="504050"/>
                  </a:lnTo>
                  <a:lnTo>
                    <a:pt x="1161656" y="504050"/>
                  </a:lnTo>
                  <a:lnTo>
                    <a:pt x="1161656" y="9525"/>
                  </a:lnTo>
                  <a:lnTo>
                    <a:pt x="1156893" y="9525"/>
                  </a:lnTo>
                  <a:lnTo>
                    <a:pt x="1152131" y="4762"/>
                  </a:lnTo>
                  <a:close/>
                </a:path>
                <a:path w="1162050" h="513715">
                  <a:moveTo>
                    <a:pt x="1161656" y="504050"/>
                  </a:moveTo>
                  <a:lnTo>
                    <a:pt x="1156893" y="504050"/>
                  </a:lnTo>
                  <a:lnTo>
                    <a:pt x="1152131" y="508812"/>
                  </a:lnTo>
                  <a:lnTo>
                    <a:pt x="1161656" y="508812"/>
                  </a:lnTo>
                  <a:lnTo>
                    <a:pt x="1161656" y="504050"/>
                  </a:lnTo>
                  <a:close/>
                </a:path>
                <a:path w="1162050" h="51371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1162050" h="513715">
                  <a:moveTo>
                    <a:pt x="1152131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1152131" y="9525"/>
                  </a:lnTo>
                  <a:lnTo>
                    <a:pt x="1152131" y="4762"/>
                  </a:lnTo>
                  <a:close/>
                </a:path>
                <a:path w="1162050" h="513715">
                  <a:moveTo>
                    <a:pt x="1161656" y="4762"/>
                  </a:moveTo>
                  <a:lnTo>
                    <a:pt x="1152131" y="4762"/>
                  </a:lnTo>
                  <a:lnTo>
                    <a:pt x="1156893" y="9525"/>
                  </a:lnTo>
                  <a:lnTo>
                    <a:pt x="1161656" y="9525"/>
                  </a:lnTo>
                  <a:lnTo>
                    <a:pt x="1161656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246" rIns="0" bIns="0" rtlCol="0" vert="horz">
            <a:spAutoFit/>
          </a:bodyPr>
          <a:lstStyle/>
          <a:p>
            <a:pPr marL="75692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Dimensionality</a:t>
            </a:r>
            <a:r>
              <a:rPr dirty="0" sz="4000" spc="-270"/>
              <a:t> </a:t>
            </a:r>
            <a:r>
              <a:rPr dirty="0" sz="4000" spc="-10"/>
              <a:t>Reduction</a:t>
            </a:r>
            <a:endParaRPr sz="4000"/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7891" y="1845564"/>
            <a:ext cx="5026152" cy="501243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44940" y="2178138"/>
            <a:ext cx="71374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1095" i="1">
                <a:latin typeface="Times New Roman"/>
                <a:cs typeface="Times New Roman"/>
              </a:rPr>
              <a:t>x</a:t>
            </a:r>
            <a:r>
              <a:rPr dirty="0" baseline="3030" sz="4125" spc="-165">
                <a:latin typeface="Microsoft YaHei UI"/>
                <a:cs typeface="Microsoft YaHei UI"/>
              </a:rPr>
              <a:t>ˆ</a:t>
            </a:r>
            <a:r>
              <a:rPr dirty="0" baseline="3030" sz="4125" spc="-127">
                <a:latin typeface="Microsoft YaHei UI"/>
                <a:cs typeface="Microsoft YaHei UI"/>
              </a:rPr>
              <a:t> </a:t>
            </a:r>
            <a:r>
              <a:rPr dirty="0" sz="2750" spc="-530">
                <a:latin typeface="Microsoft YaHei UI"/>
                <a:cs typeface="Microsoft YaHei UI"/>
              </a:rPr>
              <a:t>=</a:t>
            </a:r>
            <a:r>
              <a:rPr dirty="0" sz="2750" spc="-30">
                <a:latin typeface="Microsoft YaHei UI"/>
                <a:cs typeface="Microsoft YaHei UI"/>
              </a:rPr>
              <a:t> </a:t>
            </a:r>
            <a:r>
              <a:rPr dirty="0" sz="2750" spc="-50" i="1">
                <a:latin typeface="Times New Roman"/>
                <a:cs typeface="Times New Roman"/>
              </a:rPr>
              <a:t>x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258254" y="2113508"/>
            <a:ext cx="2528570" cy="92456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Microsoft Sans Serif"/>
                <a:cs typeface="Microsoft Sans Serif"/>
              </a:rPr>
              <a:t>If</a:t>
            </a:r>
            <a:r>
              <a:rPr dirty="0" sz="2400" spc="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K=N,</a:t>
            </a:r>
            <a:r>
              <a:rPr dirty="0" sz="2400" spc="10">
                <a:latin typeface="Microsoft Sans Serif"/>
                <a:cs typeface="Microsoft Sans Serif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then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Microsoft Sans Serif"/>
                <a:cs typeface="Microsoft Sans Serif"/>
              </a:rPr>
              <a:t>Example</a:t>
            </a:r>
            <a:r>
              <a:rPr dirty="0" sz="2400" spc="-65">
                <a:latin typeface="Microsoft Sans Serif"/>
                <a:cs typeface="Microsoft Sans Serif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(K=N):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246" rIns="0" bIns="0" rtlCol="0" vert="horz">
            <a:spAutoFit/>
          </a:bodyPr>
          <a:lstStyle/>
          <a:p>
            <a:pPr marL="75692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Dimensionality</a:t>
            </a:r>
            <a:r>
              <a:rPr dirty="0" sz="4000" spc="-270"/>
              <a:t> </a:t>
            </a:r>
            <a:r>
              <a:rPr dirty="0" sz="4000" spc="-10"/>
              <a:t>Reduction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9565" y="2309393"/>
            <a:ext cx="8427720" cy="36125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55600" marR="163195" indent="-342900">
              <a:lnSpc>
                <a:spcPts val="3360"/>
              </a:lnSpc>
              <a:spcBef>
                <a:spcPts val="204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 spc="-45">
                <a:latin typeface="Microsoft YaHei UI"/>
                <a:cs typeface="Microsoft YaHei UI"/>
              </a:rPr>
              <a:t>Each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dimensionality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reduction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technique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finds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an </a:t>
            </a:r>
            <a:r>
              <a:rPr dirty="0" sz="2900" spc="-254" i="1">
                <a:solidFill>
                  <a:srgbClr val="0000FF"/>
                </a:solidFill>
                <a:latin typeface="Verdana"/>
                <a:cs typeface="Verdana"/>
              </a:rPr>
              <a:t>appropriate</a:t>
            </a:r>
            <a:r>
              <a:rPr dirty="0" sz="2900" spc="-14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65" i="1">
                <a:solidFill>
                  <a:srgbClr val="0000FF"/>
                </a:solidFill>
                <a:latin typeface="Verdana"/>
                <a:cs typeface="Verdana"/>
              </a:rPr>
              <a:t>transformation</a:t>
            </a:r>
            <a:r>
              <a:rPr dirty="0" sz="2900" spc="-14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by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satisfying</a:t>
            </a:r>
            <a:r>
              <a:rPr dirty="0" sz="2800" spc="2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certain </a:t>
            </a:r>
            <a:r>
              <a:rPr dirty="0" sz="2800" spc="-85">
                <a:latin typeface="Microsoft YaHei UI"/>
                <a:cs typeface="Microsoft YaHei UI"/>
              </a:rPr>
              <a:t>criteria</a:t>
            </a:r>
            <a:r>
              <a:rPr dirty="0" sz="2800" spc="45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(e.g.,</a:t>
            </a:r>
            <a:r>
              <a:rPr dirty="0" sz="2800" spc="55">
                <a:latin typeface="Microsoft YaHei UI"/>
                <a:cs typeface="Microsoft YaHei UI"/>
              </a:rPr>
              <a:t> </a:t>
            </a:r>
            <a:r>
              <a:rPr dirty="0" sz="2900" spc="-254" i="1">
                <a:latin typeface="Verdana"/>
                <a:cs typeface="Verdana"/>
              </a:rPr>
              <a:t>information</a:t>
            </a:r>
            <a:r>
              <a:rPr dirty="0" sz="2900" spc="-145" i="1">
                <a:latin typeface="Verdana"/>
                <a:cs typeface="Verdana"/>
              </a:rPr>
              <a:t> </a:t>
            </a:r>
            <a:r>
              <a:rPr dirty="0" sz="2900" spc="-240" i="1">
                <a:latin typeface="Verdana"/>
                <a:cs typeface="Verdana"/>
              </a:rPr>
              <a:t>loss,</a:t>
            </a:r>
            <a:r>
              <a:rPr dirty="0" sz="2900" spc="-140" i="1">
                <a:latin typeface="Verdana"/>
                <a:cs typeface="Verdana"/>
              </a:rPr>
              <a:t> </a:t>
            </a:r>
            <a:r>
              <a:rPr dirty="0" sz="2900" spc="-260" i="1">
                <a:latin typeface="Verdana"/>
                <a:cs typeface="Verdana"/>
              </a:rPr>
              <a:t>data</a:t>
            </a:r>
            <a:r>
              <a:rPr dirty="0" sz="2900" spc="-145" i="1">
                <a:latin typeface="Verdana"/>
                <a:cs typeface="Verdana"/>
              </a:rPr>
              <a:t> </a:t>
            </a:r>
            <a:r>
              <a:rPr dirty="0" sz="2900" spc="-204" i="1">
                <a:latin typeface="Verdana"/>
                <a:cs typeface="Verdana"/>
              </a:rPr>
              <a:t>discrimination</a:t>
            </a:r>
            <a:r>
              <a:rPr dirty="0" sz="2800" spc="-204">
                <a:latin typeface="Microsoft YaHei UI"/>
                <a:cs typeface="Microsoft YaHei UI"/>
              </a:rPr>
              <a:t>, </a:t>
            </a:r>
            <a:r>
              <a:rPr dirty="0" sz="2800" spc="-10">
                <a:latin typeface="Microsoft YaHei UI"/>
                <a:cs typeface="Microsoft YaHei UI"/>
              </a:rPr>
              <a:t>etc.)</a:t>
            </a:r>
            <a:endParaRPr sz="2800">
              <a:latin typeface="Microsoft YaHei UI"/>
              <a:cs typeface="Microsoft YaHei UI"/>
            </a:endParaRPr>
          </a:p>
          <a:p>
            <a:pPr marL="355600" marR="5080" indent="-342900">
              <a:lnSpc>
                <a:spcPts val="3360"/>
              </a:lnSpc>
              <a:spcBef>
                <a:spcPts val="470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200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goal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35">
                <a:latin typeface="Microsoft YaHei UI"/>
                <a:cs typeface="Microsoft YaHei UI"/>
              </a:rPr>
              <a:t>PCA</a:t>
            </a:r>
            <a:r>
              <a:rPr dirty="0" sz="2800" spc="3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to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25">
                <a:latin typeface="Microsoft YaHei UI"/>
                <a:cs typeface="Microsoft YaHei UI"/>
              </a:rPr>
              <a:t>reduce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dimensionality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of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130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data</a:t>
            </a:r>
            <a:r>
              <a:rPr dirty="0" sz="2800" spc="10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while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900" spc="-240" b="1" i="1">
                <a:solidFill>
                  <a:srgbClr val="0000FF"/>
                </a:solidFill>
                <a:latin typeface="Verdana"/>
                <a:cs typeface="Verdana"/>
              </a:rPr>
              <a:t>retaining</a:t>
            </a:r>
            <a:r>
              <a:rPr dirty="0" sz="2900" spc="-17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85" b="1" i="1">
                <a:solidFill>
                  <a:srgbClr val="0000FF"/>
                </a:solidFill>
                <a:latin typeface="Verdana"/>
                <a:cs typeface="Verdana"/>
              </a:rPr>
              <a:t>as</a:t>
            </a:r>
            <a:r>
              <a:rPr dirty="0" sz="2900" spc="-17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305" b="1" i="1">
                <a:solidFill>
                  <a:srgbClr val="0000FF"/>
                </a:solidFill>
                <a:latin typeface="Verdana"/>
                <a:cs typeface="Verdana"/>
              </a:rPr>
              <a:t>much</a:t>
            </a:r>
            <a:r>
              <a:rPr dirty="0" sz="2900" spc="-17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85" b="1" i="1">
                <a:solidFill>
                  <a:srgbClr val="0000FF"/>
                </a:solidFill>
                <a:latin typeface="Verdana"/>
                <a:cs typeface="Verdana"/>
              </a:rPr>
              <a:t>as</a:t>
            </a:r>
            <a:r>
              <a:rPr dirty="0" sz="2900" spc="-17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54" b="1" i="1">
                <a:solidFill>
                  <a:srgbClr val="0000FF"/>
                </a:solidFill>
                <a:latin typeface="Verdana"/>
                <a:cs typeface="Verdana"/>
              </a:rPr>
              <a:t>possible</a:t>
            </a:r>
            <a:r>
              <a:rPr dirty="0" sz="2900" spc="-17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45" b="1" i="1">
                <a:solidFill>
                  <a:srgbClr val="0000FF"/>
                </a:solidFill>
                <a:latin typeface="Verdana"/>
                <a:cs typeface="Verdana"/>
              </a:rPr>
              <a:t>of </a:t>
            </a:r>
            <a:r>
              <a:rPr dirty="0" sz="2900" spc="-250" b="1" i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dirty="0" sz="2900" spc="-14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40" b="1" i="1">
                <a:solidFill>
                  <a:srgbClr val="0000FF"/>
                </a:solidFill>
                <a:latin typeface="Verdana"/>
                <a:cs typeface="Verdana"/>
              </a:rPr>
              <a:t>variation</a:t>
            </a:r>
            <a:r>
              <a:rPr dirty="0" sz="2900" spc="-14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60" b="1" i="1">
                <a:solidFill>
                  <a:srgbClr val="0000FF"/>
                </a:solidFill>
                <a:latin typeface="Verdana"/>
                <a:cs typeface="Verdana"/>
              </a:rPr>
              <a:t>present</a:t>
            </a:r>
            <a:r>
              <a:rPr dirty="0" sz="2900" spc="-14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25" b="1" i="1">
                <a:solidFill>
                  <a:srgbClr val="0000FF"/>
                </a:solidFill>
                <a:latin typeface="Verdana"/>
                <a:cs typeface="Verdana"/>
              </a:rPr>
              <a:t>in</a:t>
            </a:r>
            <a:r>
              <a:rPr dirty="0" sz="2900" spc="-145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250" b="1" i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dirty="0" sz="2900" spc="-14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900" spc="-60" b="1" i="1">
                <a:solidFill>
                  <a:srgbClr val="0000FF"/>
                </a:solidFill>
                <a:latin typeface="Verdana"/>
                <a:cs typeface="Verdana"/>
              </a:rPr>
              <a:t>dataset</a:t>
            </a:r>
            <a:r>
              <a:rPr dirty="0" sz="2800" spc="-60" b="1">
                <a:solidFill>
                  <a:srgbClr val="000066"/>
                </a:solidFill>
                <a:latin typeface="Microsoft YaHei UI"/>
                <a:cs typeface="Microsoft YaHei UI"/>
              </a:rPr>
              <a:t>.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934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6268" y="2110790"/>
            <a:ext cx="6932295" cy="100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10" b="1">
                <a:latin typeface="Arial"/>
                <a:cs typeface="Arial"/>
              </a:rPr>
              <a:t>Motivation</a:t>
            </a:r>
            <a:endParaRPr sz="2400">
              <a:latin typeface="Arial"/>
              <a:cs typeface="Arial"/>
            </a:endParaRPr>
          </a:p>
          <a:p>
            <a:pPr lvl="1" marL="755015" indent="-285115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SzPct val="55000"/>
              <a:buFont typeface="Lucida Sans Unicode"/>
              <a:buChar char="■"/>
              <a:tabLst>
                <a:tab pos="755015" algn="l"/>
              </a:tabLst>
            </a:pPr>
            <a:r>
              <a:rPr dirty="0" sz="2000">
                <a:latin typeface="Microsoft Sans Serif"/>
                <a:cs typeface="Microsoft Sans Serif"/>
              </a:rPr>
              <a:t>Find</a:t>
            </a:r>
            <a:r>
              <a:rPr dirty="0" sz="2000" spc="-2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bases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which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has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high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variance</a:t>
            </a:r>
            <a:r>
              <a:rPr dirty="0" sz="2000" spc="-2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-20">
                <a:latin typeface="Microsoft Sans Serif"/>
                <a:cs typeface="Microsoft Sans Serif"/>
              </a:rPr>
              <a:t> data</a:t>
            </a:r>
            <a:endParaRPr sz="2000">
              <a:latin typeface="Microsoft Sans Serif"/>
              <a:cs typeface="Microsoft Sans Serif"/>
            </a:endParaRPr>
          </a:p>
          <a:p>
            <a:pPr lvl="1" marL="755015" indent="-285115">
              <a:lnSpc>
                <a:spcPct val="100000"/>
              </a:lnSpc>
              <a:buClr>
                <a:srgbClr val="FF0000"/>
              </a:buClr>
              <a:buSzPct val="55000"/>
              <a:buFont typeface="Lucida Sans Unicode"/>
              <a:buChar char="■"/>
              <a:tabLst>
                <a:tab pos="755015" algn="l"/>
              </a:tabLst>
            </a:pPr>
            <a:r>
              <a:rPr dirty="0" sz="2000">
                <a:latin typeface="Microsoft Sans Serif"/>
                <a:cs typeface="Microsoft Sans Serif"/>
              </a:rPr>
              <a:t>Encode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with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small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number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bases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with</a:t>
            </a:r>
            <a:r>
              <a:rPr dirty="0" sz="2000" spc="-2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low</a:t>
            </a:r>
            <a:r>
              <a:rPr dirty="0" sz="2000" spc="-15">
                <a:latin typeface="Microsoft Sans Serif"/>
                <a:cs typeface="Microsoft Sans Serif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MSE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854707" y="3076956"/>
            <a:ext cx="5461000" cy="2642870"/>
            <a:chOff x="1854707" y="3076956"/>
            <a:chExt cx="5461000" cy="26428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4707" y="3076956"/>
              <a:ext cx="2743199" cy="262128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3096768"/>
              <a:ext cx="2743200" cy="262280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48627" y="5677547"/>
            <a:ext cx="7642225" cy="106172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000"/>
              <a:buFont typeface="Lucida Sans Unicode"/>
              <a:buChar char="■"/>
              <a:tabLst>
                <a:tab pos="380365" algn="l"/>
              </a:tabLst>
            </a:pPr>
            <a:r>
              <a:rPr dirty="0" sz="2000" spc="-30">
                <a:latin typeface="Microsoft YaHei UI"/>
                <a:cs typeface="Microsoft YaHei UI"/>
              </a:rPr>
              <a:t>First</a:t>
            </a:r>
            <a:r>
              <a:rPr dirty="0" sz="2000" spc="-90">
                <a:latin typeface="Microsoft YaHei UI"/>
                <a:cs typeface="Microsoft YaHei UI"/>
              </a:rPr>
              <a:t> PC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is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10">
                <a:latin typeface="Microsoft YaHei UI"/>
                <a:cs typeface="Microsoft YaHei UI"/>
              </a:rPr>
              <a:t>direction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85">
                <a:latin typeface="Microsoft YaHei UI"/>
                <a:cs typeface="Microsoft YaHei UI"/>
              </a:rPr>
              <a:t>of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 spc="-130">
                <a:latin typeface="Microsoft YaHei UI"/>
                <a:cs typeface="Microsoft YaHei UI"/>
              </a:rPr>
              <a:t>maximum</a:t>
            </a:r>
            <a:r>
              <a:rPr dirty="0" sz="2000" spc="-1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variance</a:t>
            </a:r>
            <a:endParaRPr sz="2000">
              <a:latin typeface="Microsoft YaHei UI"/>
              <a:cs typeface="Microsoft YaHei UI"/>
            </a:endParaRPr>
          </a:p>
          <a:p>
            <a:pPr marL="381000" marR="3048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Font typeface="Lucida Sans Unicode"/>
              <a:buChar char="■"/>
              <a:tabLst>
                <a:tab pos="381000" algn="l"/>
              </a:tabLst>
            </a:pPr>
            <a:r>
              <a:rPr dirty="0" sz="2000" spc="-110">
                <a:latin typeface="Microsoft YaHei UI"/>
                <a:cs typeface="Microsoft YaHei UI"/>
              </a:rPr>
              <a:t>Subsequent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65">
                <a:latin typeface="Microsoft YaHei UI"/>
                <a:cs typeface="Microsoft YaHei UI"/>
              </a:rPr>
              <a:t>PCs</a:t>
            </a:r>
            <a:r>
              <a:rPr dirty="0" sz="2000" spc="-80">
                <a:latin typeface="Microsoft YaHei UI"/>
                <a:cs typeface="Microsoft YaHei UI"/>
              </a:rPr>
              <a:t> </a:t>
            </a:r>
            <a:r>
              <a:rPr dirty="0" sz="2000" spc="-20">
                <a:latin typeface="Microsoft YaHei UI"/>
                <a:cs typeface="Microsoft YaHei UI"/>
              </a:rPr>
              <a:t>are</a:t>
            </a:r>
            <a:r>
              <a:rPr dirty="0" sz="2000" spc="-75">
                <a:latin typeface="Microsoft YaHei UI"/>
                <a:cs typeface="Microsoft YaHei UI"/>
              </a:rPr>
              <a:t> </a:t>
            </a:r>
            <a:r>
              <a:rPr dirty="0" sz="2000" spc="-130">
                <a:latin typeface="Microsoft YaHei UI"/>
                <a:cs typeface="Microsoft YaHei UI"/>
              </a:rPr>
              <a:t>orthogonal</a:t>
            </a:r>
            <a:r>
              <a:rPr dirty="0" sz="2000" spc="-15">
                <a:latin typeface="Microsoft YaHei UI"/>
                <a:cs typeface="Microsoft YaHei UI"/>
              </a:rPr>
              <a:t> </a:t>
            </a:r>
            <a:r>
              <a:rPr dirty="0" sz="2000" spc="-110">
                <a:latin typeface="Microsoft YaHei UI"/>
                <a:cs typeface="Microsoft YaHei UI"/>
              </a:rPr>
              <a:t>to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1</a:t>
            </a:r>
            <a:r>
              <a:rPr dirty="0" baseline="21367" sz="1950">
                <a:latin typeface="Microsoft YaHei UI"/>
                <a:cs typeface="Microsoft YaHei UI"/>
              </a:rPr>
              <a:t>st</a:t>
            </a:r>
            <a:r>
              <a:rPr dirty="0" baseline="21367" sz="1950" spc="247">
                <a:latin typeface="Microsoft YaHei UI"/>
                <a:cs typeface="Microsoft YaHei UI"/>
              </a:rPr>
              <a:t> </a:t>
            </a:r>
            <a:r>
              <a:rPr dirty="0" sz="2000" spc="-90">
                <a:latin typeface="Microsoft YaHei UI"/>
                <a:cs typeface="Microsoft YaHei UI"/>
              </a:rPr>
              <a:t>PC</a:t>
            </a:r>
            <a:r>
              <a:rPr dirty="0" sz="2000" spc="-55">
                <a:latin typeface="Microsoft YaHei UI"/>
                <a:cs typeface="Microsoft YaHei UI"/>
              </a:rPr>
              <a:t> </a:t>
            </a:r>
            <a:r>
              <a:rPr dirty="0" sz="2000" spc="-100">
                <a:latin typeface="Microsoft YaHei UI"/>
                <a:cs typeface="Microsoft YaHei UI"/>
              </a:rPr>
              <a:t>and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95">
                <a:latin typeface="Microsoft YaHei UI"/>
                <a:cs typeface="Microsoft YaHei UI"/>
              </a:rPr>
              <a:t>describe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 spc="-80">
                <a:latin typeface="Microsoft YaHei UI"/>
                <a:cs typeface="Microsoft YaHei UI"/>
              </a:rPr>
              <a:t>maximum </a:t>
            </a:r>
            <a:r>
              <a:rPr dirty="0" sz="2000" spc="-85">
                <a:latin typeface="Microsoft YaHei UI"/>
                <a:cs typeface="Microsoft YaHei UI"/>
              </a:rPr>
              <a:t>residual</a:t>
            </a:r>
            <a:r>
              <a:rPr dirty="0" sz="2000" spc="-2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variance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932045" y="3312362"/>
            <a:ext cx="2098675" cy="2170430"/>
          </a:xfrm>
          <a:custGeom>
            <a:avLst/>
            <a:gdLst/>
            <a:ahLst/>
            <a:cxnLst/>
            <a:rect l="l" t="t" r="r" b="b"/>
            <a:pathLst>
              <a:path w="2098675" h="2170429">
                <a:moveTo>
                  <a:pt x="2098662" y="1710397"/>
                </a:moveTo>
                <a:lnTo>
                  <a:pt x="1056767" y="1099642"/>
                </a:lnTo>
                <a:lnTo>
                  <a:pt x="1616303" y="112242"/>
                </a:lnTo>
                <a:lnTo>
                  <a:pt x="1616189" y="103949"/>
                </a:lnTo>
                <a:lnTo>
                  <a:pt x="1616202" y="104241"/>
                </a:lnTo>
                <a:lnTo>
                  <a:pt x="1616303" y="112242"/>
                </a:lnTo>
                <a:lnTo>
                  <a:pt x="1617129" y="178727"/>
                </a:lnTo>
                <a:lnTo>
                  <a:pt x="1617129" y="179235"/>
                </a:lnTo>
                <a:lnTo>
                  <a:pt x="1617446" y="182308"/>
                </a:lnTo>
                <a:lnTo>
                  <a:pt x="1638046" y="199618"/>
                </a:lnTo>
                <a:lnTo>
                  <a:pt x="1640713" y="199351"/>
                </a:lnTo>
                <a:lnTo>
                  <a:pt x="1641297" y="199351"/>
                </a:lnTo>
                <a:lnTo>
                  <a:pt x="1658404" y="178727"/>
                </a:lnTo>
                <a:lnTo>
                  <a:pt x="1656499" y="25463"/>
                </a:lnTo>
                <a:lnTo>
                  <a:pt x="1656181" y="0"/>
                </a:lnTo>
                <a:lnTo>
                  <a:pt x="1616049" y="23368"/>
                </a:lnTo>
                <a:lnTo>
                  <a:pt x="1616049" y="92417"/>
                </a:lnTo>
                <a:lnTo>
                  <a:pt x="1615782" y="71285"/>
                </a:lnTo>
                <a:lnTo>
                  <a:pt x="1616024" y="89928"/>
                </a:lnTo>
                <a:lnTo>
                  <a:pt x="1616049" y="92417"/>
                </a:lnTo>
                <a:lnTo>
                  <a:pt x="1616049" y="23368"/>
                </a:lnTo>
                <a:lnTo>
                  <a:pt x="1501711" y="89928"/>
                </a:lnTo>
                <a:lnTo>
                  <a:pt x="1491462" y="107835"/>
                </a:lnTo>
                <a:lnTo>
                  <a:pt x="1491780" y="111417"/>
                </a:lnTo>
                <a:lnTo>
                  <a:pt x="1512163" y="128397"/>
                </a:lnTo>
                <a:lnTo>
                  <a:pt x="1515478" y="128092"/>
                </a:lnTo>
                <a:lnTo>
                  <a:pt x="1515656" y="128092"/>
                </a:lnTo>
                <a:lnTo>
                  <a:pt x="1519034" y="127177"/>
                </a:lnTo>
                <a:lnTo>
                  <a:pt x="1522310" y="125666"/>
                </a:lnTo>
                <a:lnTo>
                  <a:pt x="1580184" y="91998"/>
                </a:lnTo>
                <a:lnTo>
                  <a:pt x="1580324" y="91998"/>
                </a:lnTo>
                <a:lnTo>
                  <a:pt x="1021156" y="1078763"/>
                </a:lnTo>
                <a:lnTo>
                  <a:pt x="111620" y="545592"/>
                </a:lnTo>
                <a:lnTo>
                  <a:pt x="178638" y="545719"/>
                </a:lnTo>
                <a:lnTo>
                  <a:pt x="180301" y="545579"/>
                </a:lnTo>
                <a:lnTo>
                  <a:pt x="181610" y="545579"/>
                </a:lnTo>
                <a:lnTo>
                  <a:pt x="185699" y="544487"/>
                </a:lnTo>
                <a:lnTo>
                  <a:pt x="199313" y="525119"/>
                </a:lnTo>
                <a:lnTo>
                  <a:pt x="199009" y="521538"/>
                </a:lnTo>
                <a:lnTo>
                  <a:pt x="188493" y="506971"/>
                </a:lnTo>
                <a:lnTo>
                  <a:pt x="185775" y="505701"/>
                </a:lnTo>
                <a:lnTo>
                  <a:pt x="182308" y="504761"/>
                </a:lnTo>
                <a:lnTo>
                  <a:pt x="178727" y="504444"/>
                </a:lnTo>
                <a:lnTo>
                  <a:pt x="0" y="504063"/>
                </a:lnTo>
                <a:lnTo>
                  <a:pt x="87642" y="659828"/>
                </a:lnTo>
                <a:lnTo>
                  <a:pt x="102082" y="670064"/>
                </a:lnTo>
                <a:lnTo>
                  <a:pt x="102577" y="670064"/>
                </a:lnTo>
                <a:lnTo>
                  <a:pt x="105397" y="670344"/>
                </a:lnTo>
                <a:lnTo>
                  <a:pt x="126263" y="649935"/>
                </a:lnTo>
                <a:lnTo>
                  <a:pt x="125984" y="646353"/>
                </a:lnTo>
                <a:lnTo>
                  <a:pt x="125095" y="642861"/>
                </a:lnTo>
                <a:lnTo>
                  <a:pt x="123609" y="639584"/>
                </a:lnTo>
                <a:lnTo>
                  <a:pt x="90741" y="581190"/>
                </a:lnTo>
                <a:lnTo>
                  <a:pt x="1000810" y="1114679"/>
                </a:lnTo>
                <a:lnTo>
                  <a:pt x="414083" y="2150072"/>
                </a:lnTo>
                <a:lnTo>
                  <a:pt x="449999" y="2170417"/>
                </a:lnTo>
                <a:lnTo>
                  <a:pt x="1036421" y="1135557"/>
                </a:lnTo>
                <a:lnTo>
                  <a:pt x="2077796" y="1745996"/>
                </a:lnTo>
                <a:lnTo>
                  <a:pt x="2098662" y="1710397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883" rIns="0" bIns="0" rtlCol="0" vert="horz">
            <a:spAutoFit/>
          </a:bodyPr>
          <a:lstStyle/>
          <a:p>
            <a:pPr marL="982344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20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37637" y="2180742"/>
            <a:ext cx="3155950" cy="385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435735" algn="l"/>
              </a:tabLst>
            </a:pPr>
            <a:r>
              <a:rPr dirty="0" sz="2300" i="1">
                <a:latin typeface="Times New Roman"/>
                <a:cs typeface="Times New Roman"/>
              </a:rPr>
              <a:t>E</a:t>
            </a:r>
            <a:r>
              <a:rPr dirty="0" sz="2300">
                <a:latin typeface="Microsoft YaHei UI"/>
                <a:cs typeface="Microsoft YaHei UI"/>
              </a:rPr>
              <a:t>[</a:t>
            </a:r>
            <a:r>
              <a:rPr dirty="0" sz="2300" b="1">
                <a:latin typeface="Arial"/>
                <a:cs typeface="Arial"/>
              </a:rPr>
              <a:t>x</a:t>
            </a:r>
            <a:r>
              <a:rPr dirty="0" sz="2300">
                <a:latin typeface="Microsoft YaHei UI"/>
                <a:cs typeface="Microsoft YaHei UI"/>
              </a:rPr>
              <a:t>]</a:t>
            </a:r>
            <a:r>
              <a:rPr dirty="0" sz="2300" spc="-220">
                <a:latin typeface="Microsoft YaHei UI"/>
                <a:cs typeface="Microsoft YaHei UI"/>
              </a:rPr>
              <a:t> </a:t>
            </a:r>
            <a:r>
              <a:rPr dirty="0" sz="2300" spc="-459">
                <a:latin typeface="Microsoft YaHei UI"/>
                <a:cs typeface="Microsoft YaHei UI"/>
              </a:rPr>
              <a:t>=</a:t>
            </a:r>
            <a:r>
              <a:rPr dirty="0" sz="2300" spc="-114">
                <a:latin typeface="Microsoft YaHei UI"/>
                <a:cs typeface="Microsoft YaHei UI"/>
              </a:rPr>
              <a:t> </a:t>
            </a:r>
            <a:r>
              <a:rPr dirty="0" sz="2300" spc="-50" b="1">
                <a:latin typeface="Arial"/>
                <a:cs typeface="Arial"/>
              </a:rPr>
              <a:t>0</a:t>
            </a:r>
            <a:r>
              <a:rPr dirty="0" sz="2300" b="1">
                <a:latin typeface="Arial"/>
                <a:cs typeface="Arial"/>
              </a:rPr>
              <a:t>	</a:t>
            </a:r>
            <a:r>
              <a:rPr dirty="0" baseline="1182" sz="3525" i="1">
                <a:latin typeface="Times New Roman"/>
                <a:cs typeface="Times New Roman"/>
              </a:rPr>
              <a:t>a</a:t>
            </a:r>
            <a:r>
              <a:rPr dirty="0" baseline="1182" sz="3525" spc="-7" i="1">
                <a:latin typeface="Times New Roman"/>
                <a:cs typeface="Times New Roman"/>
              </a:rPr>
              <a:t> </a:t>
            </a:r>
            <a:r>
              <a:rPr dirty="0" baseline="1182" sz="3525" spc="-682">
                <a:latin typeface="Microsoft YaHei UI"/>
                <a:cs typeface="Microsoft YaHei UI"/>
              </a:rPr>
              <a:t>=</a:t>
            </a:r>
            <a:r>
              <a:rPr dirty="0" baseline="1182" sz="3525" spc="-232">
                <a:latin typeface="Microsoft YaHei UI"/>
                <a:cs typeface="Microsoft YaHei UI"/>
              </a:rPr>
              <a:t> </a:t>
            </a:r>
            <a:r>
              <a:rPr dirty="0" baseline="1182" sz="3525" spc="-120" b="1">
                <a:latin typeface="Arial"/>
                <a:cs typeface="Arial"/>
              </a:rPr>
              <a:t>x</a:t>
            </a:r>
            <a:r>
              <a:rPr dirty="0" baseline="40740" sz="2250" spc="-120" i="1">
                <a:latin typeface="Times New Roman"/>
                <a:cs typeface="Times New Roman"/>
              </a:rPr>
              <a:t>T</a:t>
            </a:r>
            <a:r>
              <a:rPr dirty="0" baseline="40740" sz="2250" spc="-187" i="1">
                <a:latin typeface="Times New Roman"/>
                <a:cs typeface="Times New Roman"/>
              </a:rPr>
              <a:t> </a:t>
            </a:r>
            <a:r>
              <a:rPr dirty="0" baseline="1182" sz="3525" spc="-202" b="1">
                <a:latin typeface="Arial"/>
                <a:cs typeface="Arial"/>
              </a:rPr>
              <a:t>q</a:t>
            </a:r>
            <a:r>
              <a:rPr dirty="0" baseline="1182" sz="3525" spc="-157" b="1">
                <a:latin typeface="Arial"/>
                <a:cs typeface="Arial"/>
              </a:rPr>
              <a:t> </a:t>
            </a:r>
            <a:r>
              <a:rPr dirty="0" baseline="1182" sz="3525" spc="-682">
                <a:latin typeface="Microsoft YaHei UI"/>
                <a:cs typeface="Microsoft YaHei UI"/>
              </a:rPr>
              <a:t>=</a:t>
            </a:r>
            <a:r>
              <a:rPr dirty="0" baseline="1182" sz="3525" spc="-352">
                <a:latin typeface="Microsoft YaHei UI"/>
                <a:cs typeface="Microsoft YaHei UI"/>
              </a:rPr>
              <a:t> </a:t>
            </a:r>
            <a:r>
              <a:rPr dirty="0" baseline="1182" sz="3525" spc="-89" b="1">
                <a:latin typeface="Arial"/>
                <a:cs typeface="Arial"/>
              </a:rPr>
              <a:t>q</a:t>
            </a:r>
            <a:r>
              <a:rPr dirty="0" baseline="40740" sz="2250" spc="-89" i="1">
                <a:latin typeface="Times New Roman"/>
                <a:cs typeface="Times New Roman"/>
              </a:rPr>
              <a:t>T</a:t>
            </a:r>
            <a:r>
              <a:rPr dirty="0" baseline="40740" sz="2250" spc="-67" i="1">
                <a:latin typeface="Times New Roman"/>
                <a:cs typeface="Times New Roman"/>
              </a:rPr>
              <a:t> </a:t>
            </a:r>
            <a:r>
              <a:rPr dirty="0" baseline="1182" sz="3525" spc="-75" b="1">
                <a:latin typeface="Arial"/>
                <a:cs typeface="Arial"/>
              </a:rPr>
              <a:t>x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1300" y="2669763"/>
            <a:ext cx="4436110" cy="91821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dirty="0" sz="2150" spc="-114" i="1">
                <a:latin typeface="Verdana"/>
                <a:cs typeface="Verdana"/>
              </a:rPr>
              <a:t>σ</a:t>
            </a:r>
            <a:r>
              <a:rPr dirty="0" sz="2150" spc="-365" i="1">
                <a:latin typeface="Verdana"/>
                <a:cs typeface="Verdana"/>
              </a:rPr>
              <a:t> </a:t>
            </a:r>
            <a:r>
              <a:rPr dirty="0" baseline="40598" sz="1950">
                <a:latin typeface="Microsoft YaHei UI"/>
                <a:cs typeface="Microsoft YaHei UI"/>
              </a:rPr>
              <a:t>2</a:t>
            </a:r>
            <a:r>
              <a:rPr dirty="0" baseline="40598" sz="1950" spc="472">
                <a:latin typeface="Microsoft YaHei UI"/>
                <a:cs typeface="Microsoft YaHei UI"/>
              </a:rPr>
              <a:t> </a:t>
            </a:r>
            <a:r>
              <a:rPr dirty="0" sz="2050" spc="-400">
                <a:latin typeface="Microsoft YaHei UI"/>
                <a:cs typeface="Microsoft YaHei UI"/>
              </a:rPr>
              <a:t>=</a:t>
            </a:r>
            <a:r>
              <a:rPr dirty="0" sz="2050" spc="-75">
                <a:latin typeface="Microsoft YaHei UI"/>
                <a:cs typeface="Microsoft YaHei UI"/>
              </a:rPr>
              <a:t> </a:t>
            </a:r>
            <a:r>
              <a:rPr dirty="0" sz="2050" i="1">
                <a:latin typeface="Times New Roman"/>
                <a:cs typeface="Times New Roman"/>
              </a:rPr>
              <a:t>E</a:t>
            </a:r>
            <a:r>
              <a:rPr dirty="0" sz="2050">
                <a:latin typeface="Microsoft YaHei UI"/>
                <a:cs typeface="Microsoft YaHei UI"/>
              </a:rPr>
              <a:t>[</a:t>
            </a:r>
            <a:r>
              <a:rPr dirty="0" sz="2050" i="1">
                <a:latin typeface="Times New Roman"/>
                <a:cs typeface="Times New Roman"/>
              </a:rPr>
              <a:t>a</a:t>
            </a:r>
            <a:r>
              <a:rPr dirty="0" baseline="40598" sz="1950">
                <a:latin typeface="Microsoft YaHei UI"/>
                <a:cs typeface="Microsoft YaHei UI"/>
              </a:rPr>
              <a:t>2</a:t>
            </a:r>
            <a:r>
              <a:rPr dirty="0" baseline="40598" sz="1950" spc="-240">
                <a:latin typeface="Microsoft YaHei UI"/>
                <a:cs typeface="Microsoft YaHei UI"/>
              </a:rPr>
              <a:t> </a:t>
            </a:r>
            <a:r>
              <a:rPr dirty="0" sz="2050">
                <a:latin typeface="Microsoft YaHei UI"/>
                <a:cs typeface="Microsoft YaHei UI"/>
              </a:rPr>
              <a:t>]</a:t>
            </a:r>
            <a:r>
              <a:rPr dirty="0" sz="2050" spc="-280">
                <a:latin typeface="Microsoft YaHei UI"/>
                <a:cs typeface="Microsoft YaHei UI"/>
              </a:rPr>
              <a:t> </a:t>
            </a:r>
            <a:r>
              <a:rPr dirty="0" sz="2050">
                <a:latin typeface="Microsoft YaHei UI"/>
                <a:cs typeface="Microsoft YaHei UI"/>
              </a:rPr>
              <a:t>–</a:t>
            </a:r>
            <a:r>
              <a:rPr dirty="0" sz="2050" spc="-155">
                <a:latin typeface="Microsoft YaHei UI"/>
                <a:cs typeface="Microsoft YaHei UI"/>
              </a:rPr>
              <a:t> </a:t>
            </a:r>
            <a:r>
              <a:rPr dirty="0" sz="2050" i="1">
                <a:latin typeface="Times New Roman"/>
                <a:cs typeface="Times New Roman"/>
              </a:rPr>
              <a:t>E</a:t>
            </a:r>
            <a:r>
              <a:rPr dirty="0" sz="2050">
                <a:latin typeface="Microsoft YaHei UI"/>
                <a:cs typeface="Microsoft YaHei UI"/>
              </a:rPr>
              <a:t>[</a:t>
            </a:r>
            <a:r>
              <a:rPr dirty="0" sz="2050" i="1">
                <a:latin typeface="Times New Roman"/>
                <a:cs typeface="Times New Roman"/>
              </a:rPr>
              <a:t>a</a:t>
            </a:r>
            <a:r>
              <a:rPr dirty="0" sz="2050">
                <a:latin typeface="Microsoft YaHei UI"/>
                <a:cs typeface="Microsoft YaHei UI"/>
              </a:rPr>
              <a:t>]</a:t>
            </a:r>
            <a:r>
              <a:rPr dirty="0" baseline="40598" sz="1950">
                <a:latin typeface="Microsoft YaHei UI"/>
                <a:cs typeface="Microsoft YaHei UI"/>
              </a:rPr>
              <a:t>2</a:t>
            </a:r>
            <a:r>
              <a:rPr dirty="0" baseline="40598" sz="1950" spc="480">
                <a:latin typeface="Microsoft YaHei UI"/>
                <a:cs typeface="Microsoft YaHei UI"/>
              </a:rPr>
              <a:t> </a:t>
            </a:r>
            <a:r>
              <a:rPr dirty="0" sz="2050" spc="-400">
                <a:latin typeface="Microsoft YaHei UI"/>
                <a:cs typeface="Microsoft YaHei UI"/>
              </a:rPr>
              <a:t>=</a:t>
            </a:r>
            <a:r>
              <a:rPr dirty="0" sz="2050" spc="-75">
                <a:latin typeface="Microsoft YaHei UI"/>
                <a:cs typeface="Microsoft YaHei UI"/>
              </a:rPr>
              <a:t> </a:t>
            </a:r>
            <a:r>
              <a:rPr dirty="0" sz="2050" i="1">
                <a:latin typeface="Times New Roman"/>
                <a:cs typeface="Times New Roman"/>
              </a:rPr>
              <a:t>E</a:t>
            </a:r>
            <a:r>
              <a:rPr dirty="0" sz="2050">
                <a:latin typeface="Microsoft YaHei UI"/>
                <a:cs typeface="Microsoft YaHei UI"/>
              </a:rPr>
              <a:t>[</a:t>
            </a:r>
            <a:r>
              <a:rPr dirty="0" sz="2050" i="1">
                <a:latin typeface="Times New Roman"/>
                <a:cs typeface="Times New Roman"/>
              </a:rPr>
              <a:t>a</a:t>
            </a:r>
            <a:r>
              <a:rPr dirty="0" baseline="40598" sz="1950">
                <a:latin typeface="Microsoft YaHei UI"/>
                <a:cs typeface="Microsoft YaHei UI"/>
              </a:rPr>
              <a:t>2</a:t>
            </a:r>
            <a:r>
              <a:rPr dirty="0" baseline="40598" sz="1950" spc="-240">
                <a:latin typeface="Microsoft YaHei UI"/>
                <a:cs typeface="Microsoft YaHei UI"/>
              </a:rPr>
              <a:t> </a:t>
            </a:r>
            <a:r>
              <a:rPr dirty="0" sz="2050" spc="-50">
                <a:latin typeface="Microsoft YaHei UI"/>
                <a:cs typeface="Microsoft YaHei UI"/>
              </a:rPr>
              <a:t>]</a:t>
            </a:r>
            <a:endParaRPr sz="2050">
              <a:latin typeface="Microsoft YaHei UI"/>
              <a:cs typeface="Microsoft YaHei UI"/>
            </a:endParaRPr>
          </a:p>
          <a:p>
            <a:pPr marL="398145">
              <a:lnSpc>
                <a:spcPct val="100000"/>
              </a:lnSpc>
              <a:spcBef>
                <a:spcPts val="969"/>
              </a:spcBef>
            </a:pPr>
            <a:r>
              <a:rPr dirty="0" sz="2050" spc="-400">
                <a:latin typeface="Microsoft YaHei UI"/>
                <a:cs typeface="Microsoft YaHei UI"/>
              </a:rPr>
              <a:t>=</a:t>
            </a:r>
            <a:r>
              <a:rPr dirty="0" sz="2050" spc="-95">
                <a:latin typeface="Microsoft YaHei UI"/>
                <a:cs typeface="Microsoft YaHei UI"/>
              </a:rPr>
              <a:t> </a:t>
            </a:r>
            <a:r>
              <a:rPr dirty="0" sz="2050" spc="-20" i="1">
                <a:latin typeface="Times New Roman"/>
                <a:cs typeface="Times New Roman"/>
              </a:rPr>
              <a:t>E</a:t>
            </a:r>
            <a:r>
              <a:rPr dirty="0" sz="2050" spc="-20">
                <a:latin typeface="Microsoft YaHei UI"/>
                <a:cs typeface="Microsoft YaHei UI"/>
              </a:rPr>
              <a:t>[(</a:t>
            </a:r>
            <a:r>
              <a:rPr dirty="0" sz="2050" spc="-20" b="1">
                <a:latin typeface="Arial"/>
                <a:cs typeface="Arial"/>
              </a:rPr>
              <a:t>q</a:t>
            </a:r>
            <a:r>
              <a:rPr dirty="0" baseline="40598" sz="1950" spc="-30" i="1">
                <a:latin typeface="Times New Roman"/>
                <a:cs typeface="Times New Roman"/>
              </a:rPr>
              <a:t>T</a:t>
            </a:r>
            <a:r>
              <a:rPr dirty="0" baseline="40598" sz="1950" spc="-97" i="1">
                <a:latin typeface="Times New Roman"/>
                <a:cs typeface="Times New Roman"/>
              </a:rPr>
              <a:t> </a:t>
            </a:r>
            <a:r>
              <a:rPr dirty="0" sz="2050" spc="-35" b="1">
                <a:latin typeface="Arial"/>
                <a:cs typeface="Arial"/>
              </a:rPr>
              <a:t>x</a:t>
            </a:r>
            <a:r>
              <a:rPr dirty="0" sz="2050" spc="-35">
                <a:latin typeface="Microsoft YaHei UI"/>
                <a:cs typeface="Microsoft YaHei UI"/>
              </a:rPr>
              <a:t>)(</a:t>
            </a:r>
            <a:r>
              <a:rPr dirty="0" sz="2050" spc="-35" b="1">
                <a:latin typeface="Arial"/>
                <a:cs typeface="Arial"/>
              </a:rPr>
              <a:t>x</a:t>
            </a:r>
            <a:r>
              <a:rPr dirty="0" baseline="40598" sz="1950" spc="-52" i="1">
                <a:latin typeface="Times New Roman"/>
                <a:cs typeface="Times New Roman"/>
              </a:rPr>
              <a:t>T</a:t>
            </a:r>
            <a:r>
              <a:rPr dirty="0" baseline="40598" sz="1950" spc="-135" i="1">
                <a:latin typeface="Times New Roman"/>
                <a:cs typeface="Times New Roman"/>
              </a:rPr>
              <a:t> </a:t>
            </a:r>
            <a:r>
              <a:rPr dirty="0" sz="2050" spc="-20" b="1">
                <a:latin typeface="Arial"/>
                <a:cs typeface="Arial"/>
              </a:rPr>
              <a:t>q</a:t>
            </a:r>
            <a:r>
              <a:rPr dirty="0" sz="2050" spc="-20">
                <a:latin typeface="Microsoft YaHei UI"/>
                <a:cs typeface="Microsoft YaHei UI"/>
              </a:rPr>
              <a:t>)]</a:t>
            </a:r>
            <a:r>
              <a:rPr dirty="0" sz="2050" spc="-225">
                <a:latin typeface="Microsoft YaHei UI"/>
                <a:cs typeface="Microsoft YaHei UI"/>
              </a:rPr>
              <a:t> </a:t>
            </a:r>
            <a:r>
              <a:rPr dirty="0" sz="2050" spc="-400">
                <a:latin typeface="Microsoft YaHei UI"/>
                <a:cs typeface="Microsoft YaHei UI"/>
              </a:rPr>
              <a:t>=</a:t>
            </a:r>
            <a:r>
              <a:rPr dirty="0" sz="2050" spc="-240">
                <a:latin typeface="Microsoft YaHei UI"/>
                <a:cs typeface="Microsoft YaHei UI"/>
              </a:rPr>
              <a:t> 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baseline="40598" sz="1950" i="1">
                <a:latin typeface="Times New Roman"/>
                <a:cs typeface="Times New Roman"/>
              </a:rPr>
              <a:t>T</a:t>
            </a:r>
            <a:r>
              <a:rPr dirty="0" baseline="40598" sz="1950" spc="-97" i="1">
                <a:latin typeface="Times New Roman"/>
                <a:cs typeface="Times New Roman"/>
              </a:rPr>
              <a:t> </a:t>
            </a:r>
            <a:r>
              <a:rPr dirty="0" sz="2050" spc="-20" i="1">
                <a:latin typeface="Times New Roman"/>
                <a:cs typeface="Times New Roman"/>
              </a:rPr>
              <a:t>E</a:t>
            </a:r>
            <a:r>
              <a:rPr dirty="0" sz="2050" spc="-20">
                <a:latin typeface="Microsoft YaHei UI"/>
                <a:cs typeface="Microsoft YaHei UI"/>
              </a:rPr>
              <a:t>[</a:t>
            </a:r>
            <a:r>
              <a:rPr dirty="0" sz="2050" spc="-20" b="1">
                <a:latin typeface="Arial"/>
                <a:cs typeface="Arial"/>
              </a:rPr>
              <a:t>xx</a:t>
            </a:r>
            <a:r>
              <a:rPr dirty="0" baseline="40598" sz="1950" spc="-30" i="1">
                <a:latin typeface="Times New Roman"/>
                <a:cs typeface="Times New Roman"/>
              </a:rPr>
              <a:t>T</a:t>
            </a:r>
            <a:r>
              <a:rPr dirty="0" baseline="40598" sz="1950" spc="135" i="1">
                <a:latin typeface="Times New Roman"/>
                <a:cs typeface="Times New Roman"/>
              </a:rPr>
              <a:t> </a:t>
            </a:r>
            <a:r>
              <a:rPr dirty="0" sz="2050" spc="-114">
                <a:latin typeface="Microsoft YaHei UI"/>
                <a:cs typeface="Microsoft YaHei UI"/>
              </a:rPr>
              <a:t>]</a:t>
            </a:r>
            <a:r>
              <a:rPr dirty="0" sz="2050" spc="-114" b="1">
                <a:latin typeface="Arial"/>
                <a:cs typeface="Arial"/>
              </a:rPr>
              <a:t>q</a:t>
            </a:r>
            <a:r>
              <a:rPr dirty="0" sz="2050" spc="-50" b="1">
                <a:latin typeface="Arial"/>
                <a:cs typeface="Arial"/>
              </a:rPr>
              <a:t> </a:t>
            </a:r>
            <a:r>
              <a:rPr dirty="0" sz="2050" spc="-400">
                <a:latin typeface="Microsoft YaHei UI"/>
                <a:cs typeface="Microsoft YaHei UI"/>
              </a:rPr>
              <a:t>=</a:t>
            </a:r>
            <a:r>
              <a:rPr dirty="0" sz="2050" spc="-245">
                <a:latin typeface="Microsoft YaHei UI"/>
                <a:cs typeface="Microsoft YaHei UI"/>
              </a:rPr>
              <a:t> </a:t>
            </a:r>
            <a:r>
              <a:rPr dirty="0" sz="2050" spc="-50" b="1">
                <a:latin typeface="Arial"/>
                <a:cs typeface="Arial"/>
              </a:rPr>
              <a:t>q</a:t>
            </a:r>
            <a:r>
              <a:rPr dirty="0" baseline="40598" sz="1950" spc="-75" i="1">
                <a:latin typeface="Times New Roman"/>
                <a:cs typeface="Times New Roman"/>
              </a:rPr>
              <a:t>T</a:t>
            </a:r>
            <a:r>
              <a:rPr dirty="0" baseline="40598" sz="1950" spc="-44" i="1">
                <a:latin typeface="Times New Roman"/>
                <a:cs typeface="Times New Roman"/>
              </a:rPr>
              <a:t> </a:t>
            </a:r>
            <a:r>
              <a:rPr dirty="0" sz="2050" spc="-25" b="1">
                <a:latin typeface="Arial"/>
                <a:cs typeface="Arial"/>
              </a:rPr>
              <a:t>Rq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74068" y="6024733"/>
            <a:ext cx="1325245" cy="50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10" b="1">
                <a:latin typeface="Arial"/>
                <a:cs typeface="Arial"/>
              </a:rPr>
              <a:t>Rq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605">
                <a:latin typeface="Microsoft YaHei UI"/>
                <a:cs typeface="Microsoft YaHei UI"/>
              </a:rPr>
              <a:t>=</a:t>
            </a:r>
            <a:r>
              <a:rPr dirty="0" sz="3000" spc="-250">
                <a:latin typeface="Microsoft YaHei UI"/>
                <a:cs typeface="Microsoft YaHei UI"/>
              </a:rPr>
              <a:t> </a:t>
            </a:r>
            <a:r>
              <a:rPr dirty="0" sz="3150" spc="-95" i="1">
                <a:latin typeface="Verdana"/>
                <a:cs typeface="Verdana"/>
              </a:rPr>
              <a:t>λ</a:t>
            </a:r>
            <a:r>
              <a:rPr dirty="0" sz="3000" spc="-95" b="1">
                <a:latin typeface="Arial"/>
                <a:cs typeface="Arial"/>
              </a:rPr>
              <a:t>q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8195" y="3891927"/>
            <a:ext cx="7952740" cy="2141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marR="2844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It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can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be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shown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that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variance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dirty="0" sz="2400" spc="-3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maximized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when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q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00B050"/>
                </a:solidFill>
                <a:latin typeface="Arial"/>
                <a:cs typeface="Arial"/>
              </a:rPr>
              <a:t>i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s</a:t>
            </a:r>
            <a:r>
              <a:rPr dirty="0" sz="24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dirty="0" sz="2400" spc="-4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principal</a:t>
            </a:r>
            <a:r>
              <a:rPr dirty="0" sz="2400" spc="-4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component</a:t>
            </a:r>
            <a:r>
              <a:rPr dirty="0" sz="2400" spc="-4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dirty="0" sz="2400" spc="-4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00B050"/>
                </a:solidFill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126364" marR="346075">
              <a:lnSpc>
                <a:spcPct val="100000"/>
              </a:lnSpc>
            </a:pPr>
            <a:r>
              <a:rPr dirty="0" sz="2400">
                <a:latin typeface="Microsoft Sans Serif"/>
                <a:cs typeface="Microsoft Sans Serif"/>
              </a:rPr>
              <a:t>Principal</a:t>
            </a:r>
            <a:r>
              <a:rPr dirty="0" sz="2400" spc="-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component</a:t>
            </a:r>
            <a:r>
              <a:rPr dirty="0" sz="2400" spc="-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q</a:t>
            </a:r>
            <a:r>
              <a:rPr dirty="0" sz="2400" spc="-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-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35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obtained</a:t>
            </a:r>
            <a:r>
              <a:rPr dirty="0" sz="2400" spc="-30">
                <a:latin typeface="Microsoft Sans Serif"/>
                <a:cs typeface="Microsoft Sans Serif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by</a:t>
            </a:r>
            <a:r>
              <a:rPr dirty="0" sz="2400" spc="-35">
                <a:latin typeface="Microsoft Sans Serif"/>
                <a:cs typeface="Microsoft Sans Serif"/>
              </a:rPr>
              <a:t> </a:t>
            </a:r>
            <a:r>
              <a:rPr dirty="0" sz="2400" spc="-10" b="1">
                <a:solidFill>
                  <a:srgbClr val="000099"/>
                </a:solidFill>
                <a:latin typeface="Arial"/>
                <a:cs typeface="Arial"/>
              </a:rPr>
              <a:t>eigenvector decomposition</a:t>
            </a:r>
            <a:r>
              <a:rPr dirty="0" sz="2400" spc="-1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2255"/>
              </a:spcBef>
              <a:tabLst>
                <a:tab pos="1707514" algn="l"/>
              </a:tabLst>
            </a:pPr>
            <a:r>
              <a:rPr dirty="0" sz="2300" b="1">
                <a:latin typeface="Arial"/>
                <a:cs typeface="Arial"/>
              </a:rPr>
              <a:t>R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 spc="-425">
                <a:latin typeface="Microsoft YaHei UI"/>
                <a:cs typeface="Microsoft YaHei UI"/>
              </a:rPr>
              <a:t>=</a:t>
            </a:r>
            <a:r>
              <a:rPr dirty="0" sz="2300" spc="-215">
                <a:latin typeface="Microsoft YaHei UI"/>
                <a:cs typeface="Microsoft YaHei UI"/>
              </a:rPr>
              <a:t> </a:t>
            </a:r>
            <a:r>
              <a:rPr dirty="0" sz="2300" b="1">
                <a:latin typeface="Arial"/>
                <a:cs typeface="Arial"/>
              </a:rPr>
              <a:t>QΛQ</a:t>
            </a:r>
            <a:r>
              <a:rPr dirty="0" baseline="40229" sz="2175" i="1">
                <a:latin typeface="Times New Roman"/>
                <a:cs typeface="Times New Roman"/>
              </a:rPr>
              <a:t>T</a:t>
            </a:r>
            <a:r>
              <a:rPr dirty="0" baseline="40229" sz="2175" spc="142" i="1">
                <a:latin typeface="Times New Roman"/>
                <a:cs typeface="Times New Roman"/>
              </a:rPr>
              <a:t> </a:t>
            </a:r>
            <a:r>
              <a:rPr dirty="0" sz="2300" spc="-50">
                <a:latin typeface="Microsoft YaHei UI"/>
                <a:cs typeface="Microsoft YaHei UI"/>
              </a:rPr>
              <a:t>,</a:t>
            </a:r>
            <a:r>
              <a:rPr dirty="0" sz="2300">
                <a:latin typeface="Microsoft YaHei UI"/>
                <a:cs typeface="Microsoft YaHei UI"/>
              </a:rPr>
              <a:t>	</a:t>
            </a:r>
            <a:r>
              <a:rPr dirty="0" sz="2300" b="1">
                <a:latin typeface="Arial"/>
                <a:cs typeface="Arial"/>
              </a:rPr>
              <a:t>Q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spc="-425">
                <a:latin typeface="Microsoft YaHei UI"/>
                <a:cs typeface="Microsoft YaHei UI"/>
              </a:rPr>
              <a:t>=</a:t>
            </a:r>
            <a:r>
              <a:rPr dirty="0" sz="2300" spc="-305">
                <a:latin typeface="Microsoft YaHei UI"/>
                <a:cs typeface="Microsoft YaHei UI"/>
              </a:rPr>
              <a:t> </a:t>
            </a:r>
            <a:r>
              <a:rPr dirty="0" sz="2300" spc="-30">
                <a:latin typeface="Microsoft YaHei UI"/>
                <a:cs typeface="Microsoft YaHei UI"/>
              </a:rPr>
              <a:t>[</a:t>
            </a:r>
            <a:r>
              <a:rPr dirty="0" sz="2300" spc="-30" b="1">
                <a:latin typeface="Arial"/>
                <a:cs typeface="Arial"/>
              </a:rPr>
              <a:t>q</a:t>
            </a:r>
            <a:r>
              <a:rPr dirty="0" baseline="-22988" sz="2175" spc="-44">
                <a:latin typeface="Microsoft YaHei UI"/>
                <a:cs typeface="Microsoft YaHei UI"/>
              </a:rPr>
              <a:t>1</a:t>
            </a:r>
            <a:r>
              <a:rPr dirty="0" sz="2300" spc="-30">
                <a:latin typeface="Microsoft YaHei UI"/>
                <a:cs typeface="Microsoft YaHei UI"/>
              </a:rPr>
              <a:t>,</a:t>
            </a:r>
            <a:r>
              <a:rPr dirty="0" sz="2300" spc="-30" b="1">
                <a:latin typeface="Arial"/>
                <a:cs typeface="Arial"/>
              </a:rPr>
              <a:t>q</a:t>
            </a:r>
            <a:r>
              <a:rPr dirty="0" baseline="-22988" sz="2175" spc="-44">
                <a:latin typeface="Microsoft YaHei UI"/>
                <a:cs typeface="Microsoft YaHei UI"/>
              </a:rPr>
              <a:t>2</a:t>
            </a:r>
            <a:r>
              <a:rPr dirty="0" baseline="-22988" sz="2175" spc="-232">
                <a:latin typeface="Microsoft YaHei UI"/>
                <a:cs typeface="Microsoft YaHei UI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,...,</a:t>
            </a:r>
            <a:r>
              <a:rPr dirty="0" sz="2300" b="1">
                <a:latin typeface="Arial"/>
                <a:cs typeface="Arial"/>
              </a:rPr>
              <a:t>q</a:t>
            </a:r>
            <a:r>
              <a:rPr dirty="0" sz="2300" spc="-210" b="1">
                <a:latin typeface="Arial"/>
                <a:cs typeface="Arial"/>
              </a:rPr>
              <a:t> </a:t>
            </a:r>
            <a:r>
              <a:rPr dirty="0" baseline="-22988" sz="2175" i="1">
                <a:latin typeface="Times New Roman"/>
                <a:cs typeface="Times New Roman"/>
              </a:rPr>
              <a:t>j</a:t>
            </a:r>
            <a:r>
              <a:rPr dirty="0" baseline="-22988" sz="2175" spc="15" i="1">
                <a:latin typeface="Times New Roman"/>
                <a:cs typeface="Times New Roman"/>
              </a:rPr>
              <a:t> </a:t>
            </a:r>
            <a:r>
              <a:rPr dirty="0" sz="2300" spc="50">
                <a:latin typeface="Microsoft YaHei UI"/>
                <a:cs typeface="Microsoft YaHei UI"/>
              </a:rPr>
              <a:t>,...,</a:t>
            </a:r>
            <a:r>
              <a:rPr dirty="0" sz="2300" spc="50" b="1">
                <a:latin typeface="Arial"/>
                <a:cs typeface="Arial"/>
              </a:rPr>
              <a:t>q</a:t>
            </a:r>
            <a:r>
              <a:rPr dirty="0" baseline="-22988" sz="2175" spc="75" i="1">
                <a:latin typeface="Times New Roman"/>
                <a:cs typeface="Times New Roman"/>
              </a:rPr>
              <a:t>m</a:t>
            </a:r>
            <a:r>
              <a:rPr dirty="0" baseline="-22988" sz="2175" spc="-37" i="1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],</a:t>
            </a:r>
            <a:r>
              <a:rPr dirty="0" sz="2300" spc="-80">
                <a:latin typeface="Microsoft YaHei UI"/>
                <a:cs typeface="Microsoft YaHei UI"/>
              </a:rPr>
              <a:t> </a:t>
            </a:r>
            <a:r>
              <a:rPr dirty="0" sz="2300" spc="120" b="1">
                <a:latin typeface="Arial"/>
                <a:cs typeface="Arial"/>
              </a:rPr>
              <a:t>Λ</a:t>
            </a:r>
            <a:r>
              <a:rPr dirty="0" sz="2300" spc="5" b="1">
                <a:latin typeface="Arial"/>
                <a:cs typeface="Arial"/>
              </a:rPr>
              <a:t> </a:t>
            </a:r>
            <a:r>
              <a:rPr dirty="0" sz="2300" spc="-425">
                <a:latin typeface="Microsoft YaHei UI"/>
                <a:cs typeface="Microsoft YaHei UI"/>
              </a:rPr>
              <a:t>=</a:t>
            </a:r>
            <a:r>
              <a:rPr dirty="0" sz="2300" spc="-90">
                <a:latin typeface="Microsoft YaHei UI"/>
                <a:cs typeface="Microsoft YaHei UI"/>
              </a:rPr>
              <a:t> </a:t>
            </a:r>
            <a:r>
              <a:rPr dirty="0" sz="2300" spc="-50" i="1">
                <a:latin typeface="Times New Roman"/>
                <a:cs typeface="Times New Roman"/>
              </a:rPr>
              <a:t>diag</a:t>
            </a:r>
            <a:r>
              <a:rPr dirty="0" sz="2300" spc="-50">
                <a:latin typeface="Microsoft YaHei UI"/>
                <a:cs typeface="Microsoft YaHei UI"/>
              </a:rPr>
              <a:t>[</a:t>
            </a:r>
            <a:r>
              <a:rPr dirty="0" sz="2400" spc="-50" i="1">
                <a:latin typeface="Verdana"/>
                <a:cs typeface="Verdana"/>
              </a:rPr>
              <a:t>λ</a:t>
            </a:r>
            <a:r>
              <a:rPr dirty="0" baseline="-22988" sz="2175" spc="-75">
                <a:latin typeface="Microsoft YaHei UI"/>
                <a:cs typeface="Microsoft YaHei UI"/>
              </a:rPr>
              <a:t>1</a:t>
            </a:r>
            <a:r>
              <a:rPr dirty="0" sz="2300" spc="-50">
                <a:latin typeface="Microsoft YaHei UI"/>
                <a:cs typeface="Microsoft YaHei UI"/>
              </a:rPr>
              <a:t>,</a:t>
            </a:r>
            <a:r>
              <a:rPr dirty="0" sz="2400" spc="-50" i="1">
                <a:latin typeface="Verdana"/>
                <a:cs typeface="Verdana"/>
              </a:rPr>
              <a:t>λ</a:t>
            </a:r>
            <a:r>
              <a:rPr dirty="0" baseline="-22988" sz="2175" spc="-75">
                <a:latin typeface="Microsoft YaHei UI"/>
                <a:cs typeface="Microsoft YaHei UI"/>
              </a:rPr>
              <a:t>2</a:t>
            </a:r>
            <a:r>
              <a:rPr dirty="0" baseline="-22988" sz="2175" spc="-240">
                <a:latin typeface="Microsoft YaHei UI"/>
                <a:cs typeface="Microsoft YaHei UI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,...,</a:t>
            </a:r>
            <a:r>
              <a:rPr dirty="0" sz="2400" i="1">
                <a:latin typeface="Verdana"/>
                <a:cs typeface="Verdana"/>
              </a:rPr>
              <a:t>λ</a:t>
            </a:r>
            <a:r>
              <a:rPr dirty="0" sz="2400" spc="-580" i="1">
                <a:latin typeface="Verdana"/>
                <a:cs typeface="Verdana"/>
              </a:rPr>
              <a:t> </a:t>
            </a:r>
            <a:r>
              <a:rPr dirty="0" baseline="-22988" sz="2175" i="1">
                <a:latin typeface="Times New Roman"/>
                <a:cs typeface="Times New Roman"/>
              </a:rPr>
              <a:t>j</a:t>
            </a:r>
            <a:r>
              <a:rPr dirty="0" baseline="-22988" sz="2175" spc="15" i="1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,...,</a:t>
            </a:r>
            <a:r>
              <a:rPr dirty="0" sz="2400" i="1">
                <a:latin typeface="Verdana"/>
                <a:cs typeface="Verdana"/>
              </a:rPr>
              <a:t>λ</a:t>
            </a:r>
            <a:r>
              <a:rPr dirty="0" baseline="-22988" sz="2175" i="1">
                <a:latin typeface="Times New Roman"/>
                <a:cs typeface="Times New Roman"/>
              </a:rPr>
              <a:t>m</a:t>
            </a:r>
            <a:r>
              <a:rPr dirty="0" baseline="-22988" sz="2175" spc="-37" i="1">
                <a:latin typeface="Times New Roman"/>
                <a:cs typeface="Times New Roman"/>
              </a:rPr>
              <a:t> </a:t>
            </a:r>
            <a:r>
              <a:rPr dirty="0" sz="2300" spc="-50">
                <a:latin typeface="Microsoft YaHei UI"/>
                <a:cs typeface="Microsoft YaHei UI"/>
              </a:rPr>
              <a:t>]</a:t>
            </a:r>
            <a:endParaRPr sz="23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96108" y="6139726"/>
            <a:ext cx="1364615" cy="379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00" i="1">
                <a:latin typeface="Times New Roman"/>
                <a:cs typeface="Times New Roman"/>
              </a:rPr>
              <a:t>j</a:t>
            </a:r>
            <a:r>
              <a:rPr dirty="0" sz="2300" spc="30" i="1">
                <a:latin typeface="Times New Roman"/>
                <a:cs typeface="Times New Roman"/>
              </a:rPr>
              <a:t> </a:t>
            </a:r>
            <a:r>
              <a:rPr dirty="0" sz="2300" spc="-425">
                <a:latin typeface="Microsoft YaHei UI"/>
                <a:cs typeface="Microsoft YaHei UI"/>
              </a:rPr>
              <a:t>= </a:t>
            </a:r>
            <a:r>
              <a:rPr dirty="0" sz="2300" spc="-200">
                <a:latin typeface="Microsoft YaHei UI"/>
                <a:cs typeface="Microsoft YaHei UI"/>
              </a:rPr>
              <a:t>1,</a:t>
            </a:r>
            <a:r>
              <a:rPr dirty="0" sz="2300" spc="-430">
                <a:latin typeface="Microsoft YaHei UI"/>
                <a:cs typeface="Microsoft YaHei UI"/>
              </a:rPr>
              <a:t> </a:t>
            </a:r>
            <a:r>
              <a:rPr dirty="0" sz="2300" spc="-10">
                <a:latin typeface="Microsoft YaHei UI"/>
                <a:cs typeface="Microsoft YaHei UI"/>
              </a:rPr>
              <a:t>2,...,</a:t>
            </a:r>
            <a:r>
              <a:rPr dirty="0" sz="2300" spc="-434">
                <a:latin typeface="Microsoft YaHei UI"/>
                <a:cs typeface="Microsoft YaHei UI"/>
              </a:rPr>
              <a:t> </a:t>
            </a:r>
            <a:r>
              <a:rPr dirty="0" sz="2300" spc="-50" i="1">
                <a:latin typeface="Times New Roman"/>
                <a:cs typeface="Times New Roman"/>
              </a:rPr>
              <a:t>m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8195" y="6125150"/>
            <a:ext cx="1771014" cy="3975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300" spc="114">
                <a:latin typeface="Microsoft YaHei UI"/>
                <a:cs typeface="Microsoft YaHei UI"/>
              </a:rPr>
              <a:t></a:t>
            </a:r>
            <a:r>
              <a:rPr dirty="0" sz="2300" spc="-120">
                <a:latin typeface="Microsoft YaHei UI"/>
                <a:cs typeface="Microsoft YaHei UI"/>
              </a:rPr>
              <a:t> </a:t>
            </a:r>
            <a:r>
              <a:rPr dirty="0" sz="2300" spc="-80" b="1">
                <a:latin typeface="Arial"/>
                <a:cs typeface="Arial"/>
              </a:rPr>
              <a:t>Rq</a:t>
            </a:r>
            <a:r>
              <a:rPr dirty="0" sz="2300" spc="-270" b="1">
                <a:latin typeface="Arial"/>
                <a:cs typeface="Arial"/>
              </a:rPr>
              <a:t> </a:t>
            </a:r>
            <a:r>
              <a:rPr dirty="0" baseline="-22988" sz="2175" i="1">
                <a:latin typeface="Times New Roman"/>
                <a:cs typeface="Times New Roman"/>
              </a:rPr>
              <a:t>j</a:t>
            </a:r>
            <a:r>
              <a:rPr dirty="0" baseline="-22988" sz="2175" spc="735" i="1">
                <a:latin typeface="Times New Roman"/>
                <a:cs typeface="Times New Roman"/>
              </a:rPr>
              <a:t> </a:t>
            </a:r>
            <a:r>
              <a:rPr dirty="0" sz="2300" spc="-425">
                <a:latin typeface="Microsoft YaHei UI"/>
                <a:cs typeface="Microsoft YaHei UI"/>
              </a:rPr>
              <a:t>=</a:t>
            </a:r>
            <a:r>
              <a:rPr dirty="0" sz="2300" spc="-200">
                <a:latin typeface="Microsoft YaHei UI"/>
                <a:cs typeface="Microsoft YaHei UI"/>
              </a:rPr>
              <a:t> </a:t>
            </a:r>
            <a:r>
              <a:rPr dirty="0" sz="2400" i="1">
                <a:latin typeface="Verdana"/>
                <a:cs typeface="Verdana"/>
              </a:rPr>
              <a:t>λ</a:t>
            </a:r>
            <a:r>
              <a:rPr dirty="0" baseline="-22988" sz="2175" i="1">
                <a:latin typeface="Times New Roman"/>
                <a:cs typeface="Times New Roman"/>
              </a:rPr>
              <a:t>j</a:t>
            </a:r>
            <a:r>
              <a:rPr dirty="0" baseline="-22988" sz="2175" spc="-345" i="1">
                <a:latin typeface="Times New Roman"/>
                <a:cs typeface="Times New Roman"/>
              </a:rPr>
              <a:t> </a:t>
            </a:r>
            <a:r>
              <a:rPr dirty="0" sz="2300" spc="-120" b="1">
                <a:latin typeface="Arial"/>
                <a:cs typeface="Arial"/>
              </a:rPr>
              <a:t>q</a:t>
            </a:r>
            <a:r>
              <a:rPr dirty="0" sz="2300" spc="-265" b="1">
                <a:latin typeface="Arial"/>
                <a:cs typeface="Arial"/>
              </a:rPr>
              <a:t> </a:t>
            </a:r>
            <a:r>
              <a:rPr dirty="0" baseline="-22988" sz="2175" spc="-75" i="1">
                <a:latin typeface="Times New Roman"/>
                <a:cs typeface="Times New Roman"/>
              </a:rPr>
              <a:t>j</a:t>
            </a:r>
            <a:endParaRPr baseline="-22988" sz="2175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88950" y="2907753"/>
            <a:ext cx="517525" cy="236854"/>
            <a:chOff x="488950" y="2907753"/>
            <a:chExt cx="517525" cy="236854"/>
          </a:xfrm>
        </p:grpSpPr>
        <p:sp>
          <p:nvSpPr>
            <p:cNvPr id="9" name="object 9" descr=""/>
            <p:cNvSpPr/>
            <p:nvPr/>
          </p:nvSpPr>
          <p:spPr>
            <a:xfrm>
              <a:off x="493775" y="2918460"/>
              <a:ext cx="504825" cy="215265"/>
            </a:xfrm>
            <a:custGeom>
              <a:avLst/>
              <a:gdLst/>
              <a:ahLst/>
              <a:cxnLst/>
              <a:rect l="l" t="t" r="r" b="b"/>
              <a:pathLst>
                <a:path w="504825" h="215264">
                  <a:moveTo>
                    <a:pt x="377952" y="0"/>
                  </a:moveTo>
                  <a:lnTo>
                    <a:pt x="377952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377952" y="161543"/>
                  </a:lnTo>
                  <a:lnTo>
                    <a:pt x="377952" y="214884"/>
                  </a:lnTo>
                  <a:lnTo>
                    <a:pt x="504443" y="108203"/>
                  </a:lnTo>
                  <a:lnTo>
                    <a:pt x="377952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8950" y="2907753"/>
              <a:ext cx="517525" cy="236854"/>
            </a:xfrm>
            <a:custGeom>
              <a:avLst/>
              <a:gdLst/>
              <a:ahLst/>
              <a:cxnLst/>
              <a:rect l="l" t="t" r="r" b="b"/>
              <a:pathLst>
                <a:path w="517525" h="236855">
                  <a:moveTo>
                    <a:pt x="378625" y="172262"/>
                  </a:moveTo>
                  <a:lnTo>
                    <a:pt x="378625" y="236588"/>
                  </a:lnTo>
                  <a:lnTo>
                    <a:pt x="390724" y="226237"/>
                  </a:lnTo>
                  <a:lnTo>
                    <a:pt x="388150" y="226237"/>
                  </a:lnTo>
                  <a:lnTo>
                    <a:pt x="380288" y="222631"/>
                  </a:lnTo>
                  <a:lnTo>
                    <a:pt x="388150" y="215906"/>
                  </a:lnTo>
                  <a:lnTo>
                    <a:pt x="388150" y="177025"/>
                  </a:lnTo>
                  <a:lnTo>
                    <a:pt x="383387" y="177025"/>
                  </a:lnTo>
                  <a:lnTo>
                    <a:pt x="378625" y="172262"/>
                  </a:lnTo>
                  <a:close/>
                </a:path>
                <a:path w="517525" h="236855">
                  <a:moveTo>
                    <a:pt x="388150" y="215906"/>
                  </a:moveTo>
                  <a:lnTo>
                    <a:pt x="380288" y="222631"/>
                  </a:lnTo>
                  <a:lnTo>
                    <a:pt x="388150" y="226237"/>
                  </a:lnTo>
                  <a:lnTo>
                    <a:pt x="388150" y="215906"/>
                  </a:lnTo>
                  <a:close/>
                </a:path>
                <a:path w="517525" h="236855">
                  <a:moveTo>
                    <a:pt x="502264" y="118294"/>
                  </a:moveTo>
                  <a:lnTo>
                    <a:pt x="388150" y="215906"/>
                  </a:lnTo>
                  <a:lnTo>
                    <a:pt x="388150" y="226237"/>
                  </a:lnTo>
                  <a:lnTo>
                    <a:pt x="390724" y="226237"/>
                  </a:lnTo>
                  <a:lnTo>
                    <a:pt x="512684" y="121907"/>
                  </a:lnTo>
                  <a:lnTo>
                    <a:pt x="506488" y="121907"/>
                  </a:lnTo>
                  <a:lnTo>
                    <a:pt x="502264" y="118294"/>
                  </a:lnTo>
                  <a:close/>
                </a:path>
                <a:path w="517525" h="236855">
                  <a:moveTo>
                    <a:pt x="378625" y="59550"/>
                  </a:moveTo>
                  <a:lnTo>
                    <a:pt x="0" y="59550"/>
                  </a:lnTo>
                  <a:lnTo>
                    <a:pt x="0" y="177025"/>
                  </a:lnTo>
                  <a:lnTo>
                    <a:pt x="378625" y="177025"/>
                  </a:lnTo>
                  <a:lnTo>
                    <a:pt x="378625" y="172262"/>
                  </a:lnTo>
                  <a:lnTo>
                    <a:pt x="9525" y="172262"/>
                  </a:lnTo>
                  <a:lnTo>
                    <a:pt x="4762" y="167500"/>
                  </a:lnTo>
                  <a:lnTo>
                    <a:pt x="9525" y="167500"/>
                  </a:lnTo>
                  <a:lnTo>
                    <a:pt x="9525" y="69075"/>
                  </a:lnTo>
                  <a:lnTo>
                    <a:pt x="4762" y="69075"/>
                  </a:lnTo>
                  <a:lnTo>
                    <a:pt x="9525" y="64312"/>
                  </a:lnTo>
                  <a:lnTo>
                    <a:pt x="378625" y="64312"/>
                  </a:lnTo>
                  <a:lnTo>
                    <a:pt x="378625" y="59550"/>
                  </a:lnTo>
                  <a:close/>
                </a:path>
                <a:path w="517525" h="236855">
                  <a:moveTo>
                    <a:pt x="388150" y="167500"/>
                  </a:moveTo>
                  <a:lnTo>
                    <a:pt x="9525" y="167500"/>
                  </a:lnTo>
                  <a:lnTo>
                    <a:pt x="9525" y="172262"/>
                  </a:lnTo>
                  <a:lnTo>
                    <a:pt x="378625" y="172262"/>
                  </a:lnTo>
                  <a:lnTo>
                    <a:pt x="383387" y="177025"/>
                  </a:lnTo>
                  <a:lnTo>
                    <a:pt x="388150" y="177025"/>
                  </a:lnTo>
                  <a:lnTo>
                    <a:pt x="388150" y="167500"/>
                  </a:lnTo>
                  <a:close/>
                </a:path>
                <a:path w="517525" h="236855">
                  <a:moveTo>
                    <a:pt x="9525" y="167500"/>
                  </a:moveTo>
                  <a:lnTo>
                    <a:pt x="4762" y="167500"/>
                  </a:lnTo>
                  <a:lnTo>
                    <a:pt x="9525" y="172262"/>
                  </a:lnTo>
                  <a:lnTo>
                    <a:pt x="9525" y="167500"/>
                  </a:lnTo>
                  <a:close/>
                </a:path>
                <a:path w="517525" h="236855">
                  <a:moveTo>
                    <a:pt x="506488" y="114681"/>
                  </a:moveTo>
                  <a:lnTo>
                    <a:pt x="502264" y="118294"/>
                  </a:lnTo>
                  <a:lnTo>
                    <a:pt x="506488" y="121907"/>
                  </a:lnTo>
                  <a:lnTo>
                    <a:pt x="506488" y="114681"/>
                  </a:lnTo>
                  <a:close/>
                </a:path>
                <a:path w="517525" h="236855">
                  <a:moveTo>
                    <a:pt x="512698" y="114681"/>
                  </a:moveTo>
                  <a:lnTo>
                    <a:pt x="506488" y="114681"/>
                  </a:lnTo>
                  <a:lnTo>
                    <a:pt x="506488" y="121907"/>
                  </a:lnTo>
                  <a:lnTo>
                    <a:pt x="512684" y="121907"/>
                  </a:lnTo>
                  <a:lnTo>
                    <a:pt x="516907" y="118294"/>
                  </a:lnTo>
                  <a:lnTo>
                    <a:pt x="512698" y="114681"/>
                  </a:lnTo>
                  <a:close/>
                </a:path>
                <a:path w="517525" h="236855">
                  <a:moveTo>
                    <a:pt x="390711" y="10337"/>
                  </a:moveTo>
                  <a:lnTo>
                    <a:pt x="388150" y="10337"/>
                  </a:lnTo>
                  <a:lnTo>
                    <a:pt x="388150" y="20681"/>
                  </a:lnTo>
                  <a:lnTo>
                    <a:pt x="502264" y="118294"/>
                  </a:lnTo>
                  <a:lnTo>
                    <a:pt x="506488" y="114681"/>
                  </a:lnTo>
                  <a:lnTo>
                    <a:pt x="512698" y="114681"/>
                  </a:lnTo>
                  <a:lnTo>
                    <a:pt x="390711" y="10337"/>
                  </a:lnTo>
                  <a:close/>
                </a:path>
                <a:path w="517525" h="236855">
                  <a:moveTo>
                    <a:pt x="9525" y="64312"/>
                  </a:moveTo>
                  <a:lnTo>
                    <a:pt x="4762" y="69075"/>
                  </a:lnTo>
                  <a:lnTo>
                    <a:pt x="9525" y="69075"/>
                  </a:lnTo>
                  <a:lnTo>
                    <a:pt x="9525" y="64312"/>
                  </a:lnTo>
                  <a:close/>
                </a:path>
                <a:path w="517525" h="236855">
                  <a:moveTo>
                    <a:pt x="388150" y="59550"/>
                  </a:moveTo>
                  <a:lnTo>
                    <a:pt x="383387" y="59550"/>
                  </a:lnTo>
                  <a:lnTo>
                    <a:pt x="378625" y="64312"/>
                  </a:lnTo>
                  <a:lnTo>
                    <a:pt x="9525" y="64312"/>
                  </a:lnTo>
                  <a:lnTo>
                    <a:pt x="9525" y="69075"/>
                  </a:lnTo>
                  <a:lnTo>
                    <a:pt x="388150" y="69075"/>
                  </a:lnTo>
                  <a:lnTo>
                    <a:pt x="388150" y="59550"/>
                  </a:lnTo>
                  <a:close/>
                </a:path>
                <a:path w="517525" h="236855">
                  <a:moveTo>
                    <a:pt x="378625" y="0"/>
                  </a:moveTo>
                  <a:lnTo>
                    <a:pt x="378625" y="64312"/>
                  </a:lnTo>
                  <a:lnTo>
                    <a:pt x="383387" y="59550"/>
                  </a:lnTo>
                  <a:lnTo>
                    <a:pt x="388150" y="59550"/>
                  </a:lnTo>
                  <a:lnTo>
                    <a:pt x="388150" y="20681"/>
                  </a:lnTo>
                  <a:lnTo>
                    <a:pt x="380288" y="13957"/>
                  </a:lnTo>
                  <a:lnTo>
                    <a:pt x="388150" y="10337"/>
                  </a:lnTo>
                  <a:lnTo>
                    <a:pt x="390711" y="10337"/>
                  </a:lnTo>
                  <a:lnTo>
                    <a:pt x="378625" y="0"/>
                  </a:lnTo>
                  <a:close/>
                </a:path>
                <a:path w="517525" h="236855">
                  <a:moveTo>
                    <a:pt x="388150" y="10337"/>
                  </a:moveTo>
                  <a:lnTo>
                    <a:pt x="380288" y="13957"/>
                  </a:lnTo>
                  <a:lnTo>
                    <a:pt x="388150" y="20681"/>
                  </a:lnTo>
                  <a:lnTo>
                    <a:pt x="388150" y="10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7644638" y="2115477"/>
            <a:ext cx="200660" cy="278130"/>
          </a:xfrm>
          <a:custGeom>
            <a:avLst/>
            <a:gdLst/>
            <a:ahLst/>
            <a:cxnLst/>
            <a:rect l="l" t="t" r="r" b="b"/>
            <a:pathLst>
              <a:path w="200659" h="278130">
                <a:moveTo>
                  <a:pt x="200228" y="0"/>
                </a:moveTo>
                <a:lnTo>
                  <a:pt x="0" y="277926"/>
                </a:lnTo>
              </a:path>
            </a:pathLst>
          </a:custGeom>
          <a:ln w="65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020752" y="2060486"/>
            <a:ext cx="2976245" cy="143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90525">
              <a:lnSpc>
                <a:spcPts val="1290"/>
              </a:lnSpc>
              <a:spcBef>
                <a:spcPts val="130"/>
              </a:spcBef>
            </a:pPr>
            <a:r>
              <a:rPr dirty="0" sz="1400" spc="-50">
                <a:latin typeface="Microsoft YaHei UI"/>
                <a:cs typeface="Microsoft YaHei UI"/>
              </a:rPr>
              <a:t>1</a:t>
            </a:r>
            <a:endParaRPr sz="1400">
              <a:latin typeface="Microsoft YaHei UI"/>
              <a:cs typeface="Microsoft YaHei UI"/>
            </a:endParaRPr>
          </a:p>
          <a:p>
            <a:pPr marL="251460">
              <a:lnSpc>
                <a:spcPts val="2310"/>
              </a:lnSpc>
              <a:tabLst>
                <a:tab pos="1738630" algn="l"/>
              </a:tabLst>
            </a:pPr>
            <a:r>
              <a:rPr dirty="0" sz="2250" spc="-155">
                <a:latin typeface="Microsoft YaHei UI"/>
                <a:cs typeface="Microsoft YaHei UI"/>
              </a:rPr>
              <a:t>||</a:t>
            </a:r>
            <a:r>
              <a:rPr dirty="0" sz="2250" spc="-310">
                <a:latin typeface="Microsoft YaHei UI"/>
                <a:cs typeface="Microsoft YaHei UI"/>
              </a:rPr>
              <a:t> </a:t>
            </a:r>
            <a:r>
              <a:rPr dirty="0" sz="2250" spc="-130" b="1">
                <a:latin typeface="Arial"/>
                <a:cs typeface="Arial"/>
              </a:rPr>
              <a:t>q</a:t>
            </a:r>
            <a:r>
              <a:rPr dirty="0" sz="2250" spc="-210" b="1">
                <a:latin typeface="Arial"/>
                <a:cs typeface="Arial"/>
              </a:rPr>
              <a:t> </a:t>
            </a:r>
            <a:r>
              <a:rPr dirty="0" sz="2250" spc="-260">
                <a:latin typeface="Microsoft YaHei UI"/>
                <a:cs typeface="Microsoft YaHei UI"/>
              </a:rPr>
              <a:t>||=</a:t>
            </a:r>
            <a:r>
              <a:rPr dirty="0" sz="2250" spc="-170">
                <a:latin typeface="Microsoft YaHei UI"/>
                <a:cs typeface="Microsoft YaHei UI"/>
              </a:rPr>
              <a:t> </a:t>
            </a:r>
            <a:r>
              <a:rPr dirty="0" sz="2250" spc="-35">
                <a:latin typeface="Microsoft YaHei UI"/>
                <a:cs typeface="Microsoft YaHei UI"/>
              </a:rPr>
              <a:t>(</a:t>
            </a:r>
            <a:r>
              <a:rPr dirty="0" sz="2250" spc="-35" b="1">
                <a:latin typeface="Arial"/>
                <a:cs typeface="Arial"/>
              </a:rPr>
              <a:t>q</a:t>
            </a:r>
            <a:r>
              <a:rPr dirty="0" baseline="39682" sz="2100" spc="-52" i="1">
                <a:latin typeface="Times New Roman"/>
                <a:cs typeface="Times New Roman"/>
              </a:rPr>
              <a:t>T</a:t>
            </a:r>
            <a:r>
              <a:rPr dirty="0" baseline="39682" sz="2100" spc="-127" i="1">
                <a:latin typeface="Times New Roman"/>
                <a:cs typeface="Times New Roman"/>
              </a:rPr>
              <a:t> </a:t>
            </a:r>
            <a:r>
              <a:rPr dirty="0" sz="2250" spc="-25" b="1">
                <a:latin typeface="Arial"/>
                <a:cs typeface="Arial"/>
              </a:rPr>
              <a:t>q</a:t>
            </a:r>
            <a:r>
              <a:rPr dirty="0" sz="2250" spc="-25">
                <a:latin typeface="Microsoft YaHei UI"/>
                <a:cs typeface="Microsoft YaHei UI"/>
              </a:rPr>
              <a:t>)</a:t>
            </a:r>
            <a:r>
              <a:rPr dirty="0" sz="2250">
                <a:latin typeface="Microsoft YaHei UI"/>
                <a:cs typeface="Microsoft YaHei UI"/>
              </a:rPr>
              <a:t>	</a:t>
            </a:r>
            <a:r>
              <a:rPr dirty="0" baseline="25793" sz="2100">
                <a:latin typeface="Microsoft YaHei UI"/>
                <a:cs typeface="Microsoft YaHei UI"/>
              </a:rPr>
              <a:t>2</a:t>
            </a:r>
            <a:r>
              <a:rPr dirty="0" baseline="25793" sz="2100" spc="397">
                <a:latin typeface="Microsoft YaHei UI"/>
                <a:cs typeface="Microsoft YaHei UI"/>
              </a:rPr>
              <a:t> </a:t>
            </a:r>
            <a:r>
              <a:rPr dirty="0" sz="2250" spc="-455">
                <a:latin typeface="Microsoft YaHei UI"/>
                <a:cs typeface="Microsoft YaHei UI"/>
              </a:rPr>
              <a:t>=</a:t>
            </a:r>
            <a:r>
              <a:rPr dirty="0" sz="2250" spc="-400">
                <a:latin typeface="Microsoft YaHei UI"/>
                <a:cs typeface="Microsoft YaHei UI"/>
              </a:rPr>
              <a:t> </a:t>
            </a:r>
            <a:r>
              <a:rPr dirty="0" sz="2250" spc="-50">
                <a:latin typeface="Microsoft YaHei UI"/>
                <a:cs typeface="Microsoft YaHei UI"/>
              </a:rPr>
              <a:t>1</a:t>
            </a:r>
            <a:endParaRPr sz="2250">
              <a:latin typeface="Microsoft YaHei UI"/>
              <a:cs typeface="Microsoft YaHei UI"/>
            </a:endParaRPr>
          </a:p>
          <a:p>
            <a:pPr marL="38100" marR="30480">
              <a:lnSpc>
                <a:spcPct val="100000"/>
              </a:lnSpc>
              <a:spcBef>
                <a:spcPts val="1725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Find</a:t>
            </a:r>
            <a:r>
              <a:rPr dirty="0" sz="2400" spc="-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q’s</a:t>
            </a:r>
            <a:r>
              <a:rPr dirty="0" sz="2400" spc="-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maximizing variance!!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783264" y="6232779"/>
            <a:ext cx="517525" cy="236854"/>
            <a:chOff x="4783264" y="6232779"/>
            <a:chExt cx="517525" cy="236854"/>
          </a:xfrm>
        </p:grpSpPr>
        <p:sp>
          <p:nvSpPr>
            <p:cNvPr id="14" name="object 14" descr=""/>
            <p:cNvSpPr/>
            <p:nvPr/>
          </p:nvSpPr>
          <p:spPr>
            <a:xfrm>
              <a:off x="4788408" y="6243828"/>
              <a:ext cx="504825" cy="215265"/>
            </a:xfrm>
            <a:custGeom>
              <a:avLst/>
              <a:gdLst/>
              <a:ahLst/>
              <a:cxnLst/>
              <a:rect l="l" t="t" r="r" b="b"/>
              <a:pathLst>
                <a:path w="504825" h="215264">
                  <a:moveTo>
                    <a:pt x="377951" y="0"/>
                  </a:moveTo>
                  <a:lnTo>
                    <a:pt x="377951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377951" y="161543"/>
                  </a:lnTo>
                  <a:lnTo>
                    <a:pt x="377951" y="214883"/>
                  </a:lnTo>
                  <a:lnTo>
                    <a:pt x="504443" y="106679"/>
                  </a:lnTo>
                  <a:lnTo>
                    <a:pt x="377951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83264" y="6232779"/>
              <a:ext cx="517525" cy="236854"/>
            </a:xfrm>
            <a:custGeom>
              <a:avLst/>
              <a:gdLst/>
              <a:ahLst/>
              <a:cxnLst/>
              <a:rect l="l" t="t" r="r" b="b"/>
              <a:pathLst>
                <a:path w="517525" h="236854">
                  <a:moveTo>
                    <a:pt x="378612" y="172262"/>
                  </a:moveTo>
                  <a:lnTo>
                    <a:pt x="378612" y="236575"/>
                  </a:lnTo>
                  <a:lnTo>
                    <a:pt x="390699" y="226237"/>
                  </a:lnTo>
                  <a:lnTo>
                    <a:pt x="388137" y="226237"/>
                  </a:lnTo>
                  <a:lnTo>
                    <a:pt x="380276" y="222618"/>
                  </a:lnTo>
                  <a:lnTo>
                    <a:pt x="388137" y="215894"/>
                  </a:lnTo>
                  <a:lnTo>
                    <a:pt x="388137" y="177025"/>
                  </a:lnTo>
                  <a:lnTo>
                    <a:pt x="383374" y="177025"/>
                  </a:lnTo>
                  <a:lnTo>
                    <a:pt x="378612" y="172262"/>
                  </a:lnTo>
                  <a:close/>
                </a:path>
                <a:path w="517525" h="236854">
                  <a:moveTo>
                    <a:pt x="388137" y="215894"/>
                  </a:moveTo>
                  <a:lnTo>
                    <a:pt x="380276" y="222618"/>
                  </a:lnTo>
                  <a:lnTo>
                    <a:pt x="388137" y="226237"/>
                  </a:lnTo>
                  <a:lnTo>
                    <a:pt x="388137" y="215894"/>
                  </a:lnTo>
                  <a:close/>
                </a:path>
                <a:path w="517525" h="236854">
                  <a:moveTo>
                    <a:pt x="502256" y="118287"/>
                  </a:moveTo>
                  <a:lnTo>
                    <a:pt x="388137" y="215894"/>
                  </a:lnTo>
                  <a:lnTo>
                    <a:pt x="388137" y="226237"/>
                  </a:lnTo>
                  <a:lnTo>
                    <a:pt x="390699" y="226237"/>
                  </a:lnTo>
                  <a:lnTo>
                    <a:pt x="512683" y="121907"/>
                  </a:lnTo>
                  <a:lnTo>
                    <a:pt x="506488" y="121907"/>
                  </a:lnTo>
                  <a:lnTo>
                    <a:pt x="502256" y="118287"/>
                  </a:lnTo>
                  <a:close/>
                </a:path>
                <a:path w="517525" h="236854">
                  <a:moveTo>
                    <a:pt x="378612" y="59550"/>
                  </a:moveTo>
                  <a:lnTo>
                    <a:pt x="0" y="59550"/>
                  </a:lnTo>
                  <a:lnTo>
                    <a:pt x="0" y="177025"/>
                  </a:lnTo>
                  <a:lnTo>
                    <a:pt x="378612" y="177025"/>
                  </a:lnTo>
                  <a:lnTo>
                    <a:pt x="378612" y="172262"/>
                  </a:lnTo>
                  <a:lnTo>
                    <a:pt x="9525" y="172262"/>
                  </a:lnTo>
                  <a:lnTo>
                    <a:pt x="4762" y="167500"/>
                  </a:lnTo>
                  <a:lnTo>
                    <a:pt x="9525" y="167500"/>
                  </a:lnTo>
                  <a:lnTo>
                    <a:pt x="9525" y="69075"/>
                  </a:lnTo>
                  <a:lnTo>
                    <a:pt x="4762" y="69075"/>
                  </a:lnTo>
                  <a:lnTo>
                    <a:pt x="9525" y="64312"/>
                  </a:lnTo>
                  <a:lnTo>
                    <a:pt x="378612" y="64312"/>
                  </a:lnTo>
                  <a:lnTo>
                    <a:pt x="378612" y="59550"/>
                  </a:lnTo>
                  <a:close/>
                </a:path>
                <a:path w="517525" h="236854">
                  <a:moveTo>
                    <a:pt x="388137" y="167500"/>
                  </a:moveTo>
                  <a:lnTo>
                    <a:pt x="9525" y="167500"/>
                  </a:lnTo>
                  <a:lnTo>
                    <a:pt x="9525" y="172262"/>
                  </a:lnTo>
                  <a:lnTo>
                    <a:pt x="378612" y="172262"/>
                  </a:lnTo>
                  <a:lnTo>
                    <a:pt x="383374" y="177025"/>
                  </a:lnTo>
                  <a:lnTo>
                    <a:pt x="388137" y="177025"/>
                  </a:lnTo>
                  <a:lnTo>
                    <a:pt x="388137" y="167500"/>
                  </a:lnTo>
                  <a:close/>
                </a:path>
                <a:path w="517525" h="236854">
                  <a:moveTo>
                    <a:pt x="9525" y="167500"/>
                  </a:moveTo>
                  <a:lnTo>
                    <a:pt x="4762" y="167500"/>
                  </a:lnTo>
                  <a:lnTo>
                    <a:pt x="9525" y="172262"/>
                  </a:lnTo>
                  <a:lnTo>
                    <a:pt x="9525" y="167500"/>
                  </a:lnTo>
                  <a:close/>
                </a:path>
                <a:path w="517525" h="236854">
                  <a:moveTo>
                    <a:pt x="506488" y="114668"/>
                  </a:moveTo>
                  <a:lnTo>
                    <a:pt x="502256" y="118287"/>
                  </a:lnTo>
                  <a:lnTo>
                    <a:pt x="506488" y="121907"/>
                  </a:lnTo>
                  <a:lnTo>
                    <a:pt x="506488" y="114668"/>
                  </a:lnTo>
                  <a:close/>
                </a:path>
                <a:path w="517525" h="236854">
                  <a:moveTo>
                    <a:pt x="512683" y="114668"/>
                  </a:moveTo>
                  <a:lnTo>
                    <a:pt x="506488" y="114668"/>
                  </a:lnTo>
                  <a:lnTo>
                    <a:pt x="506488" y="121907"/>
                  </a:lnTo>
                  <a:lnTo>
                    <a:pt x="512683" y="121907"/>
                  </a:lnTo>
                  <a:lnTo>
                    <a:pt x="516915" y="118287"/>
                  </a:lnTo>
                  <a:lnTo>
                    <a:pt x="512683" y="114668"/>
                  </a:lnTo>
                  <a:close/>
                </a:path>
                <a:path w="517525" h="236854">
                  <a:moveTo>
                    <a:pt x="390699" y="10337"/>
                  </a:moveTo>
                  <a:lnTo>
                    <a:pt x="388137" y="10337"/>
                  </a:lnTo>
                  <a:lnTo>
                    <a:pt x="388137" y="20681"/>
                  </a:lnTo>
                  <a:lnTo>
                    <a:pt x="502256" y="118287"/>
                  </a:lnTo>
                  <a:lnTo>
                    <a:pt x="506488" y="114668"/>
                  </a:lnTo>
                  <a:lnTo>
                    <a:pt x="512683" y="114668"/>
                  </a:lnTo>
                  <a:lnTo>
                    <a:pt x="390699" y="10337"/>
                  </a:lnTo>
                  <a:close/>
                </a:path>
                <a:path w="517525" h="236854">
                  <a:moveTo>
                    <a:pt x="9525" y="64312"/>
                  </a:moveTo>
                  <a:lnTo>
                    <a:pt x="4762" y="69075"/>
                  </a:lnTo>
                  <a:lnTo>
                    <a:pt x="9525" y="69075"/>
                  </a:lnTo>
                  <a:lnTo>
                    <a:pt x="9525" y="64312"/>
                  </a:lnTo>
                  <a:close/>
                </a:path>
                <a:path w="517525" h="236854">
                  <a:moveTo>
                    <a:pt x="388137" y="59550"/>
                  </a:moveTo>
                  <a:lnTo>
                    <a:pt x="383374" y="59550"/>
                  </a:lnTo>
                  <a:lnTo>
                    <a:pt x="378612" y="64312"/>
                  </a:lnTo>
                  <a:lnTo>
                    <a:pt x="9525" y="64312"/>
                  </a:lnTo>
                  <a:lnTo>
                    <a:pt x="9525" y="69075"/>
                  </a:lnTo>
                  <a:lnTo>
                    <a:pt x="388137" y="69075"/>
                  </a:lnTo>
                  <a:lnTo>
                    <a:pt x="388137" y="59550"/>
                  </a:lnTo>
                  <a:close/>
                </a:path>
                <a:path w="517525" h="236854">
                  <a:moveTo>
                    <a:pt x="378612" y="0"/>
                  </a:moveTo>
                  <a:lnTo>
                    <a:pt x="378612" y="64312"/>
                  </a:lnTo>
                  <a:lnTo>
                    <a:pt x="383374" y="59550"/>
                  </a:lnTo>
                  <a:lnTo>
                    <a:pt x="388137" y="59550"/>
                  </a:lnTo>
                  <a:lnTo>
                    <a:pt x="388137" y="20681"/>
                  </a:lnTo>
                  <a:lnTo>
                    <a:pt x="380276" y="13957"/>
                  </a:lnTo>
                  <a:lnTo>
                    <a:pt x="388137" y="10337"/>
                  </a:lnTo>
                  <a:lnTo>
                    <a:pt x="390699" y="10337"/>
                  </a:lnTo>
                  <a:lnTo>
                    <a:pt x="378612" y="0"/>
                  </a:lnTo>
                  <a:close/>
                </a:path>
                <a:path w="517525" h="236854">
                  <a:moveTo>
                    <a:pt x="388137" y="10337"/>
                  </a:moveTo>
                  <a:lnTo>
                    <a:pt x="380276" y="13957"/>
                  </a:lnTo>
                  <a:lnTo>
                    <a:pt x="388137" y="20681"/>
                  </a:lnTo>
                  <a:lnTo>
                    <a:pt x="388137" y="10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1112837" y="2842844"/>
            <a:ext cx="297180" cy="295910"/>
          </a:xfrm>
          <a:custGeom>
            <a:avLst/>
            <a:gdLst/>
            <a:ahLst/>
            <a:cxnLst/>
            <a:rect l="l" t="t" r="r" b="b"/>
            <a:pathLst>
              <a:path w="297180" h="295910">
                <a:moveTo>
                  <a:pt x="231436" y="270581"/>
                </a:moveTo>
                <a:lnTo>
                  <a:pt x="214570" y="270581"/>
                </a:lnTo>
                <a:lnTo>
                  <a:pt x="208546" y="273050"/>
                </a:lnTo>
                <a:lnTo>
                  <a:pt x="208749" y="273050"/>
                </a:lnTo>
                <a:lnTo>
                  <a:pt x="202387" y="275589"/>
                </a:lnTo>
                <a:lnTo>
                  <a:pt x="202603" y="275589"/>
                </a:lnTo>
                <a:lnTo>
                  <a:pt x="196087" y="278130"/>
                </a:lnTo>
                <a:lnTo>
                  <a:pt x="196303" y="278130"/>
                </a:lnTo>
                <a:lnTo>
                  <a:pt x="189623" y="280670"/>
                </a:lnTo>
                <a:lnTo>
                  <a:pt x="189852" y="280670"/>
                </a:lnTo>
                <a:lnTo>
                  <a:pt x="182812" y="283292"/>
                </a:lnTo>
                <a:lnTo>
                  <a:pt x="176314" y="284480"/>
                </a:lnTo>
                <a:lnTo>
                  <a:pt x="176542" y="284480"/>
                </a:lnTo>
                <a:lnTo>
                  <a:pt x="169468" y="285750"/>
                </a:lnTo>
                <a:lnTo>
                  <a:pt x="162763" y="285750"/>
                </a:lnTo>
                <a:lnTo>
                  <a:pt x="155460" y="287020"/>
                </a:lnTo>
                <a:lnTo>
                  <a:pt x="97510" y="287020"/>
                </a:lnTo>
                <a:lnTo>
                  <a:pt x="111455" y="292100"/>
                </a:lnTo>
                <a:lnTo>
                  <a:pt x="133375" y="295910"/>
                </a:lnTo>
                <a:lnTo>
                  <a:pt x="163715" y="295910"/>
                </a:lnTo>
                <a:lnTo>
                  <a:pt x="185635" y="292100"/>
                </a:lnTo>
                <a:lnTo>
                  <a:pt x="199580" y="287020"/>
                </a:lnTo>
                <a:lnTo>
                  <a:pt x="212890" y="281939"/>
                </a:lnTo>
                <a:lnTo>
                  <a:pt x="219290" y="278130"/>
                </a:lnTo>
                <a:lnTo>
                  <a:pt x="225501" y="275589"/>
                </a:lnTo>
                <a:lnTo>
                  <a:pt x="231436" y="270581"/>
                </a:lnTo>
                <a:close/>
              </a:path>
              <a:path w="297180" h="295910">
                <a:moveTo>
                  <a:pt x="163487" y="0"/>
                </a:moveTo>
                <a:lnTo>
                  <a:pt x="133146" y="0"/>
                </a:lnTo>
                <a:lnTo>
                  <a:pt x="111226" y="3810"/>
                </a:lnTo>
                <a:lnTo>
                  <a:pt x="71361" y="21589"/>
                </a:lnTo>
                <a:lnTo>
                  <a:pt x="38633" y="48260"/>
                </a:lnTo>
                <a:lnTo>
                  <a:pt x="29565" y="59689"/>
                </a:lnTo>
                <a:lnTo>
                  <a:pt x="25373" y="64833"/>
                </a:lnTo>
                <a:lnTo>
                  <a:pt x="8966" y="97789"/>
                </a:lnTo>
                <a:lnTo>
                  <a:pt x="6705" y="104139"/>
                </a:lnTo>
                <a:lnTo>
                  <a:pt x="4699" y="110489"/>
                </a:lnTo>
                <a:lnTo>
                  <a:pt x="4648" y="111760"/>
                </a:lnTo>
                <a:lnTo>
                  <a:pt x="3035" y="118110"/>
                </a:lnTo>
                <a:lnTo>
                  <a:pt x="1689" y="125730"/>
                </a:lnTo>
                <a:lnTo>
                  <a:pt x="748" y="133365"/>
                </a:lnTo>
                <a:lnTo>
                  <a:pt x="190" y="140970"/>
                </a:lnTo>
                <a:lnTo>
                  <a:pt x="0" y="148589"/>
                </a:lnTo>
                <a:lnTo>
                  <a:pt x="169" y="154939"/>
                </a:lnTo>
                <a:lnTo>
                  <a:pt x="6705" y="191770"/>
                </a:lnTo>
                <a:lnTo>
                  <a:pt x="8966" y="199389"/>
                </a:lnTo>
                <a:lnTo>
                  <a:pt x="29425" y="236220"/>
                </a:lnTo>
                <a:lnTo>
                  <a:pt x="33820" y="242570"/>
                </a:lnTo>
                <a:lnTo>
                  <a:pt x="59524" y="266700"/>
                </a:lnTo>
                <a:lnTo>
                  <a:pt x="65531" y="271780"/>
                </a:lnTo>
                <a:lnTo>
                  <a:pt x="71564" y="275589"/>
                </a:lnTo>
                <a:lnTo>
                  <a:pt x="77774" y="278130"/>
                </a:lnTo>
                <a:lnTo>
                  <a:pt x="84188" y="281939"/>
                </a:lnTo>
                <a:lnTo>
                  <a:pt x="97281" y="287020"/>
                </a:lnTo>
                <a:lnTo>
                  <a:pt x="141401" y="287020"/>
                </a:lnTo>
                <a:lnTo>
                  <a:pt x="134099" y="285750"/>
                </a:lnTo>
                <a:lnTo>
                  <a:pt x="127393" y="285750"/>
                </a:lnTo>
                <a:lnTo>
                  <a:pt x="120319" y="284480"/>
                </a:lnTo>
                <a:lnTo>
                  <a:pt x="120548" y="284480"/>
                </a:lnTo>
                <a:lnTo>
                  <a:pt x="114050" y="283292"/>
                </a:lnTo>
                <a:lnTo>
                  <a:pt x="107010" y="280670"/>
                </a:lnTo>
                <a:lnTo>
                  <a:pt x="107238" y="280670"/>
                </a:lnTo>
                <a:lnTo>
                  <a:pt x="100558" y="278130"/>
                </a:lnTo>
                <a:lnTo>
                  <a:pt x="100774" y="278130"/>
                </a:lnTo>
                <a:lnTo>
                  <a:pt x="94259" y="275589"/>
                </a:lnTo>
                <a:lnTo>
                  <a:pt x="94475" y="275589"/>
                </a:lnTo>
                <a:lnTo>
                  <a:pt x="88112" y="273050"/>
                </a:lnTo>
                <a:lnTo>
                  <a:pt x="88315" y="273050"/>
                </a:lnTo>
                <a:lnTo>
                  <a:pt x="82292" y="270581"/>
                </a:lnTo>
                <a:lnTo>
                  <a:pt x="82434" y="270581"/>
                </a:lnTo>
                <a:lnTo>
                  <a:pt x="76301" y="266700"/>
                </a:lnTo>
                <a:lnTo>
                  <a:pt x="76504" y="266700"/>
                </a:lnTo>
                <a:lnTo>
                  <a:pt x="70675" y="262889"/>
                </a:lnTo>
                <a:lnTo>
                  <a:pt x="70865" y="262889"/>
                </a:lnTo>
                <a:lnTo>
                  <a:pt x="65227" y="259080"/>
                </a:lnTo>
                <a:lnTo>
                  <a:pt x="65417" y="259080"/>
                </a:lnTo>
                <a:lnTo>
                  <a:pt x="62276" y="256878"/>
                </a:lnTo>
                <a:lnTo>
                  <a:pt x="55060" y="251538"/>
                </a:lnTo>
                <a:lnTo>
                  <a:pt x="55036" y="251377"/>
                </a:lnTo>
                <a:lnTo>
                  <a:pt x="50126" y="246380"/>
                </a:lnTo>
                <a:lnTo>
                  <a:pt x="50291" y="246380"/>
                </a:lnTo>
                <a:lnTo>
                  <a:pt x="45529" y="241300"/>
                </a:lnTo>
                <a:lnTo>
                  <a:pt x="45681" y="241300"/>
                </a:lnTo>
                <a:lnTo>
                  <a:pt x="41173" y="236220"/>
                </a:lnTo>
                <a:lnTo>
                  <a:pt x="41313" y="236220"/>
                </a:lnTo>
                <a:lnTo>
                  <a:pt x="38524" y="232900"/>
                </a:lnTo>
                <a:lnTo>
                  <a:pt x="33691" y="226703"/>
                </a:lnTo>
                <a:lnTo>
                  <a:pt x="29565" y="219710"/>
                </a:lnTo>
                <a:lnTo>
                  <a:pt x="26225" y="214630"/>
                </a:lnTo>
                <a:lnTo>
                  <a:pt x="12318" y="176530"/>
                </a:lnTo>
                <a:lnTo>
                  <a:pt x="9525" y="148589"/>
                </a:lnTo>
                <a:lnTo>
                  <a:pt x="9715" y="140970"/>
                </a:lnTo>
                <a:lnTo>
                  <a:pt x="10054" y="136134"/>
                </a:lnTo>
                <a:lnTo>
                  <a:pt x="11137" y="127000"/>
                </a:lnTo>
                <a:lnTo>
                  <a:pt x="12369" y="119380"/>
                </a:lnTo>
                <a:lnTo>
                  <a:pt x="12587" y="119380"/>
                </a:lnTo>
                <a:lnTo>
                  <a:pt x="13931" y="113030"/>
                </a:lnTo>
                <a:lnTo>
                  <a:pt x="26339" y="81280"/>
                </a:lnTo>
                <a:lnTo>
                  <a:pt x="26918" y="81280"/>
                </a:lnTo>
                <a:lnTo>
                  <a:pt x="29692" y="76200"/>
                </a:lnTo>
                <a:lnTo>
                  <a:pt x="33312" y="69850"/>
                </a:lnTo>
                <a:lnTo>
                  <a:pt x="33985" y="69850"/>
                </a:lnTo>
                <a:lnTo>
                  <a:pt x="37145" y="64833"/>
                </a:lnTo>
                <a:lnTo>
                  <a:pt x="36992" y="64833"/>
                </a:lnTo>
                <a:lnTo>
                  <a:pt x="41313" y="59689"/>
                </a:lnTo>
                <a:lnTo>
                  <a:pt x="41173" y="59689"/>
                </a:lnTo>
                <a:lnTo>
                  <a:pt x="45681" y="54610"/>
                </a:lnTo>
                <a:lnTo>
                  <a:pt x="45529" y="54610"/>
                </a:lnTo>
                <a:lnTo>
                  <a:pt x="50214" y="49612"/>
                </a:lnTo>
                <a:lnTo>
                  <a:pt x="50231" y="49450"/>
                </a:lnTo>
                <a:lnTo>
                  <a:pt x="54195" y="46423"/>
                </a:lnTo>
                <a:lnTo>
                  <a:pt x="54871" y="45799"/>
                </a:lnTo>
                <a:lnTo>
                  <a:pt x="60070" y="40728"/>
                </a:lnTo>
                <a:lnTo>
                  <a:pt x="60101" y="40556"/>
                </a:lnTo>
                <a:lnTo>
                  <a:pt x="65417" y="36830"/>
                </a:lnTo>
                <a:lnTo>
                  <a:pt x="65227" y="36830"/>
                </a:lnTo>
                <a:lnTo>
                  <a:pt x="70865" y="33020"/>
                </a:lnTo>
                <a:lnTo>
                  <a:pt x="70675" y="33020"/>
                </a:lnTo>
                <a:lnTo>
                  <a:pt x="76504" y="29210"/>
                </a:lnTo>
                <a:lnTo>
                  <a:pt x="76301" y="29210"/>
                </a:lnTo>
                <a:lnTo>
                  <a:pt x="82176" y="25491"/>
                </a:lnTo>
                <a:lnTo>
                  <a:pt x="81894" y="25491"/>
                </a:lnTo>
                <a:lnTo>
                  <a:pt x="88315" y="22860"/>
                </a:lnTo>
                <a:lnTo>
                  <a:pt x="88112" y="22860"/>
                </a:lnTo>
                <a:lnTo>
                  <a:pt x="94475" y="20320"/>
                </a:lnTo>
                <a:lnTo>
                  <a:pt x="94259" y="20320"/>
                </a:lnTo>
                <a:lnTo>
                  <a:pt x="100774" y="17780"/>
                </a:lnTo>
                <a:lnTo>
                  <a:pt x="100558" y="17780"/>
                </a:lnTo>
                <a:lnTo>
                  <a:pt x="107039" y="15315"/>
                </a:lnTo>
                <a:lnTo>
                  <a:pt x="106568" y="15315"/>
                </a:lnTo>
                <a:lnTo>
                  <a:pt x="113298" y="14068"/>
                </a:lnTo>
                <a:lnTo>
                  <a:pt x="120346" y="11503"/>
                </a:lnTo>
                <a:lnTo>
                  <a:pt x="119909" y="11503"/>
                </a:lnTo>
                <a:lnTo>
                  <a:pt x="127393" y="10160"/>
                </a:lnTo>
                <a:lnTo>
                  <a:pt x="134099" y="10160"/>
                </a:lnTo>
                <a:lnTo>
                  <a:pt x="141401" y="8889"/>
                </a:lnTo>
                <a:lnTo>
                  <a:pt x="199351" y="8889"/>
                </a:lnTo>
                <a:lnTo>
                  <a:pt x="185407" y="3810"/>
                </a:lnTo>
                <a:lnTo>
                  <a:pt x="163487" y="0"/>
                </a:lnTo>
                <a:close/>
              </a:path>
              <a:path w="297180" h="295910">
                <a:moveTo>
                  <a:pt x="82434" y="270581"/>
                </a:moveTo>
                <a:lnTo>
                  <a:pt x="82292" y="270581"/>
                </a:lnTo>
                <a:lnTo>
                  <a:pt x="82694" y="270746"/>
                </a:lnTo>
                <a:lnTo>
                  <a:pt x="82434" y="270581"/>
                </a:lnTo>
                <a:close/>
              </a:path>
              <a:path w="297180" h="295910">
                <a:moveTo>
                  <a:pt x="294045" y="119380"/>
                </a:moveTo>
                <a:lnTo>
                  <a:pt x="284492" y="119380"/>
                </a:lnTo>
                <a:lnTo>
                  <a:pt x="285762" y="127000"/>
                </a:lnTo>
                <a:lnTo>
                  <a:pt x="286494" y="133365"/>
                </a:lnTo>
                <a:lnTo>
                  <a:pt x="286704" y="134615"/>
                </a:lnTo>
                <a:lnTo>
                  <a:pt x="287159" y="140970"/>
                </a:lnTo>
                <a:lnTo>
                  <a:pt x="287337" y="148589"/>
                </a:lnTo>
                <a:lnTo>
                  <a:pt x="287147" y="154939"/>
                </a:lnTo>
                <a:lnTo>
                  <a:pt x="278866" y="195580"/>
                </a:lnTo>
                <a:lnTo>
                  <a:pt x="267169" y="219710"/>
                </a:lnTo>
                <a:lnTo>
                  <a:pt x="263171" y="226703"/>
                </a:lnTo>
                <a:lnTo>
                  <a:pt x="259622" y="231208"/>
                </a:lnTo>
                <a:lnTo>
                  <a:pt x="259758" y="231208"/>
                </a:lnTo>
                <a:lnTo>
                  <a:pt x="255549" y="236220"/>
                </a:lnTo>
                <a:lnTo>
                  <a:pt x="255689" y="236220"/>
                </a:lnTo>
                <a:lnTo>
                  <a:pt x="251180" y="241300"/>
                </a:lnTo>
                <a:lnTo>
                  <a:pt x="251333" y="241300"/>
                </a:lnTo>
                <a:lnTo>
                  <a:pt x="246570" y="246380"/>
                </a:lnTo>
                <a:lnTo>
                  <a:pt x="246735" y="246380"/>
                </a:lnTo>
                <a:lnTo>
                  <a:pt x="241825" y="251377"/>
                </a:lnTo>
                <a:lnTo>
                  <a:pt x="241802" y="251538"/>
                </a:lnTo>
                <a:lnTo>
                  <a:pt x="236588" y="255353"/>
                </a:lnTo>
                <a:lnTo>
                  <a:pt x="236761" y="255353"/>
                </a:lnTo>
                <a:lnTo>
                  <a:pt x="231444" y="259080"/>
                </a:lnTo>
                <a:lnTo>
                  <a:pt x="231635" y="259080"/>
                </a:lnTo>
                <a:lnTo>
                  <a:pt x="225996" y="262889"/>
                </a:lnTo>
                <a:lnTo>
                  <a:pt x="226187" y="262889"/>
                </a:lnTo>
                <a:lnTo>
                  <a:pt x="220357" y="266700"/>
                </a:lnTo>
                <a:lnTo>
                  <a:pt x="220560" y="266700"/>
                </a:lnTo>
                <a:lnTo>
                  <a:pt x="214167" y="270746"/>
                </a:lnTo>
                <a:lnTo>
                  <a:pt x="214570" y="270581"/>
                </a:lnTo>
                <a:lnTo>
                  <a:pt x="231415" y="270581"/>
                </a:lnTo>
                <a:lnTo>
                  <a:pt x="263042" y="242570"/>
                </a:lnTo>
                <a:lnTo>
                  <a:pt x="285241" y="205739"/>
                </a:lnTo>
                <a:lnTo>
                  <a:pt x="290156" y="191770"/>
                </a:lnTo>
                <a:lnTo>
                  <a:pt x="292163" y="185420"/>
                </a:lnTo>
                <a:lnTo>
                  <a:pt x="296862" y="148589"/>
                </a:lnTo>
                <a:lnTo>
                  <a:pt x="296659" y="140970"/>
                </a:lnTo>
                <a:lnTo>
                  <a:pt x="296296" y="136134"/>
                </a:lnTo>
                <a:lnTo>
                  <a:pt x="296182" y="134615"/>
                </a:lnTo>
                <a:lnTo>
                  <a:pt x="296088" y="133365"/>
                </a:lnTo>
                <a:lnTo>
                  <a:pt x="295135" y="125730"/>
                </a:lnTo>
                <a:lnTo>
                  <a:pt x="294045" y="119380"/>
                </a:lnTo>
                <a:close/>
              </a:path>
              <a:path w="297180" h="295910">
                <a:moveTo>
                  <a:pt x="55036" y="251377"/>
                </a:moveTo>
                <a:lnTo>
                  <a:pt x="55060" y="251538"/>
                </a:lnTo>
                <a:lnTo>
                  <a:pt x="55540" y="251889"/>
                </a:lnTo>
                <a:lnTo>
                  <a:pt x="55036" y="251377"/>
                </a:lnTo>
                <a:close/>
              </a:path>
              <a:path w="297180" h="295910">
                <a:moveTo>
                  <a:pt x="241825" y="251377"/>
                </a:moveTo>
                <a:lnTo>
                  <a:pt x="241322" y="251889"/>
                </a:lnTo>
                <a:lnTo>
                  <a:pt x="241802" y="251538"/>
                </a:lnTo>
                <a:lnTo>
                  <a:pt x="241825" y="251377"/>
                </a:lnTo>
                <a:close/>
              </a:path>
              <a:path w="297180" h="295910">
                <a:moveTo>
                  <a:pt x="12587" y="119380"/>
                </a:moveTo>
                <a:lnTo>
                  <a:pt x="12369" y="119380"/>
                </a:lnTo>
                <a:lnTo>
                  <a:pt x="12318" y="120650"/>
                </a:lnTo>
                <a:lnTo>
                  <a:pt x="12587" y="119380"/>
                </a:lnTo>
                <a:close/>
              </a:path>
              <a:path w="297180" h="295910">
                <a:moveTo>
                  <a:pt x="280857" y="81280"/>
                </a:moveTo>
                <a:lnTo>
                  <a:pt x="270522" y="81280"/>
                </a:lnTo>
                <a:lnTo>
                  <a:pt x="273697" y="87630"/>
                </a:lnTo>
                <a:lnTo>
                  <a:pt x="276466" y="93980"/>
                </a:lnTo>
                <a:lnTo>
                  <a:pt x="278955" y="100330"/>
                </a:lnTo>
                <a:lnTo>
                  <a:pt x="281127" y="106680"/>
                </a:lnTo>
                <a:lnTo>
                  <a:pt x="282994" y="113030"/>
                </a:lnTo>
                <a:lnTo>
                  <a:pt x="284543" y="120650"/>
                </a:lnTo>
                <a:lnTo>
                  <a:pt x="284492" y="119380"/>
                </a:lnTo>
                <a:lnTo>
                  <a:pt x="294045" y="119380"/>
                </a:lnTo>
                <a:lnTo>
                  <a:pt x="293827" y="118110"/>
                </a:lnTo>
                <a:lnTo>
                  <a:pt x="292163" y="110489"/>
                </a:lnTo>
                <a:lnTo>
                  <a:pt x="290156" y="104139"/>
                </a:lnTo>
                <a:lnTo>
                  <a:pt x="287896" y="97789"/>
                </a:lnTo>
                <a:lnTo>
                  <a:pt x="287807" y="96520"/>
                </a:lnTo>
                <a:lnTo>
                  <a:pt x="285153" y="90170"/>
                </a:lnTo>
                <a:lnTo>
                  <a:pt x="282168" y="83820"/>
                </a:lnTo>
                <a:lnTo>
                  <a:pt x="280857" y="81280"/>
                </a:lnTo>
                <a:close/>
              </a:path>
              <a:path w="297180" h="295910">
                <a:moveTo>
                  <a:pt x="26918" y="81280"/>
                </a:moveTo>
                <a:lnTo>
                  <a:pt x="26339" y="81280"/>
                </a:lnTo>
                <a:lnTo>
                  <a:pt x="26225" y="82550"/>
                </a:lnTo>
                <a:lnTo>
                  <a:pt x="26918" y="81280"/>
                </a:lnTo>
                <a:close/>
              </a:path>
              <a:path w="297180" h="295910">
                <a:moveTo>
                  <a:pt x="274563" y="69850"/>
                </a:moveTo>
                <a:lnTo>
                  <a:pt x="263550" y="69850"/>
                </a:lnTo>
                <a:lnTo>
                  <a:pt x="267296" y="76200"/>
                </a:lnTo>
                <a:lnTo>
                  <a:pt x="270637" y="82550"/>
                </a:lnTo>
                <a:lnTo>
                  <a:pt x="270522" y="81280"/>
                </a:lnTo>
                <a:lnTo>
                  <a:pt x="280857" y="81280"/>
                </a:lnTo>
                <a:lnTo>
                  <a:pt x="278891" y="77470"/>
                </a:lnTo>
                <a:lnTo>
                  <a:pt x="275310" y="71120"/>
                </a:lnTo>
                <a:lnTo>
                  <a:pt x="274563" y="69850"/>
                </a:lnTo>
                <a:close/>
              </a:path>
              <a:path w="297180" h="295910">
                <a:moveTo>
                  <a:pt x="33985" y="69850"/>
                </a:moveTo>
                <a:lnTo>
                  <a:pt x="33312" y="69850"/>
                </a:lnTo>
                <a:lnTo>
                  <a:pt x="33185" y="71120"/>
                </a:lnTo>
                <a:lnTo>
                  <a:pt x="33985" y="69850"/>
                </a:lnTo>
                <a:close/>
              </a:path>
              <a:path w="297180" h="295910">
                <a:moveTo>
                  <a:pt x="259257" y="64104"/>
                </a:moveTo>
                <a:lnTo>
                  <a:pt x="263677" y="71120"/>
                </a:lnTo>
                <a:lnTo>
                  <a:pt x="263550" y="69850"/>
                </a:lnTo>
                <a:lnTo>
                  <a:pt x="274563" y="69850"/>
                </a:lnTo>
                <a:lnTo>
                  <a:pt x="271613" y="64833"/>
                </a:lnTo>
                <a:lnTo>
                  <a:pt x="259869" y="64833"/>
                </a:lnTo>
                <a:lnTo>
                  <a:pt x="259257" y="64104"/>
                </a:lnTo>
                <a:close/>
              </a:path>
              <a:path w="297180" h="295910">
                <a:moveTo>
                  <a:pt x="37604" y="64104"/>
                </a:moveTo>
                <a:lnTo>
                  <a:pt x="36992" y="64833"/>
                </a:lnTo>
                <a:lnTo>
                  <a:pt x="37145" y="64833"/>
                </a:lnTo>
                <a:lnTo>
                  <a:pt x="37604" y="64104"/>
                </a:lnTo>
                <a:close/>
              </a:path>
              <a:path w="297180" h="295910">
                <a:moveTo>
                  <a:pt x="214167" y="25163"/>
                </a:moveTo>
                <a:lnTo>
                  <a:pt x="220560" y="29210"/>
                </a:lnTo>
                <a:lnTo>
                  <a:pt x="220357" y="29210"/>
                </a:lnTo>
                <a:lnTo>
                  <a:pt x="226187" y="33020"/>
                </a:lnTo>
                <a:lnTo>
                  <a:pt x="225996" y="33020"/>
                </a:lnTo>
                <a:lnTo>
                  <a:pt x="231635" y="36830"/>
                </a:lnTo>
                <a:lnTo>
                  <a:pt x="231444" y="36830"/>
                </a:lnTo>
                <a:lnTo>
                  <a:pt x="236761" y="40556"/>
                </a:lnTo>
                <a:lnTo>
                  <a:pt x="236804" y="40728"/>
                </a:lnTo>
                <a:lnTo>
                  <a:pt x="242630" y="46423"/>
                </a:lnTo>
                <a:lnTo>
                  <a:pt x="246631" y="49450"/>
                </a:lnTo>
                <a:lnTo>
                  <a:pt x="246647" y="49612"/>
                </a:lnTo>
                <a:lnTo>
                  <a:pt x="251333" y="54610"/>
                </a:lnTo>
                <a:lnTo>
                  <a:pt x="251180" y="54610"/>
                </a:lnTo>
                <a:lnTo>
                  <a:pt x="254083" y="57881"/>
                </a:lnTo>
                <a:lnTo>
                  <a:pt x="259869" y="64833"/>
                </a:lnTo>
                <a:lnTo>
                  <a:pt x="271628" y="64833"/>
                </a:lnTo>
                <a:lnTo>
                  <a:pt x="267436" y="59689"/>
                </a:lnTo>
                <a:lnTo>
                  <a:pt x="263042" y="53339"/>
                </a:lnTo>
                <a:lnTo>
                  <a:pt x="258381" y="48260"/>
                </a:lnTo>
                <a:lnTo>
                  <a:pt x="253466" y="43180"/>
                </a:lnTo>
                <a:lnTo>
                  <a:pt x="248323" y="38100"/>
                </a:lnTo>
                <a:lnTo>
                  <a:pt x="242938" y="34289"/>
                </a:lnTo>
                <a:lnTo>
                  <a:pt x="237337" y="29210"/>
                </a:lnTo>
                <a:lnTo>
                  <a:pt x="231661" y="25491"/>
                </a:lnTo>
                <a:lnTo>
                  <a:pt x="214968" y="25491"/>
                </a:lnTo>
                <a:lnTo>
                  <a:pt x="214167" y="25163"/>
                </a:lnTo>
                <a:close/>
              </a:path>
              <a:path w="297180" h="295910">
                <a:moveTo>
                  <a:pt x="50707" y="49086"/>
                </a:moveTo>
                <a:lnTo>
                  <a:pt x="50231" y="49450"/>
                </a:lnTo>
                <a:lnTo>
                  <a:pt x="50214" y="49612"/>
                </a:lnTo>
                <a:lnTo>
                  <a:pt x="50707" y="49086"/>
                </a:lnTo>
                <a:close/>
              </a:path>
              <a:path w="297180" h="295910">
                <a:moveTo>
                  <a:pt x="246154" y="49086"/>
                </a:moveTo>
                <a:lnTo>
                  <a:pt x="246647" y="49612"/>
                </a:lnTo>
                <a:lnTo>
                  <a:pt x="246631" y="49450"/>
                </a:lnTo>
                <a:lnTo>
                  <a:pt x="246154" y="49086"/>
                </a:lnTo>
                <a:close/>
              </a:path>
              <a:path w="297180" h="295910">
                <a:moveTo>
                  <a:pt x="55037" y="45637"/>
                </a:moveTo>
                <a:lnTo>
                  <a:pt x="54247" y="46423"/>
                </a:lnTo>
                <a:lnTo>
                  <a:pt x="55013" y="45799"/>
                </a:lnTo>
                <a:lnTo>
                  <a:pt x="55037" y="45637"/>
                </a:lnTo>
                <a:close/>
              </a:path>
              <a:path w="297180" h="295910">
                <a:moveTo>
                  <a:pt x="241825" y="45637"/>
                </a:moveTo>
                <a:lnTo>
                  <a:pt x="241848" y="45799"/>
                </a:lnTo>
                <a:lnTo>
                  <a:pt x="242666" y="46423"/>
                </a:lnTo>
                <a:lnTo>
                  <a:pt x="241825" y="45637"/>
                </a:lnTo>
                <a:close/>
              </a:path>
              <a:path w="297180" h="295910">
                <a:moveTo>
                  <a:pt x="60584" y="40225"/>
                </a:moveTo>
                <a:lnTo>
                  <a:pt x="60101" y="40556"/>
                </a:lnTo>
                <a:lnTo>
                  <a:pt x="60068" y="40728"/>
                </a:lnTo>
                <a:lnTo>
                  <a:pt x="60584" y="40225"/>
                </a:lnTo>
                <a:close/>
              </a:path>
              <a:path w="297180" h="295910">
                <a:moveTo>
                  <a:pt x="236289" y="40225"/>
                </a:moveTo>
                <a:lnTo>
                  <a:pt x="236804" y="40728"/>
                </a:lnTo>
                <a:lnTo>
                  <a:pt x="236761" y="40556"/>
                </a:lnTo>
                <a:lnTo>
                  <a:pt x="236289" y="40225"/>
                </a:lnTo>
                <a:close/>
              </a:path>
              <a:path w="297180" h="295910">
                <a:moveTo>
                  <a:pt x="82694" y="25163"/>
                </a:moveTo>
                <a:lnTo>
                  <a:pt x="81894" y="25491"/>
                </a:lnTo>
                <a:lnTo>
                  <a:pt x="82176" y="25491"/>
                </a:lnTo>
                <a:lnTo>
                  <a:pt x="82694" y="25163"/>
                </a:lnTo>
                <a:close/>
              </a:path>
              <a:path w="297180" h="295910">
                <a:moveTo>
                  <a:pt x="199580" y="8889"/>
                </a:moveTo>
                <a:lnTo>
                  <a:pt x="155460" y="8889"/>
                </a:lnTo>
                <a:lnTo>
                  <a:pt x="162763" y="10160"/>
                </a:lnTo>
                <a:lnTo>
                  <a:pt x="169468" y="10160"/>
                </a:lnTo>
                <a:lnTo>
                  <a:pt x="176953" y="11503"/>
                </a:lnTo>
                <a:lnTo>
                  <a:pt x="176519" y="11503"/>
                </a:lnTo>
                <a:lnTo>
                  <a:pt x="183531" y="14068"/>
                </a:lnTo>
                <a:lnTo>
                  <a:pt x="190264" y="15315"/>
                </a:lnTo>
                <a:lnTo>
                  <a:pt x="189823" y="15315"/>
                </a:lnTo>
                <a:lnTo>
                  <a:pt x="196303" y="17780"/>
                </a:lnTo>
                <a:lnTo>
                  <a:pt x="196087" y="17780"/>
                </a:lnTo>
                <a:lnTo>
                  <a:pt x="202603" y="20320"/>
                </a:lnTo>
                <a:lnTo>
                  <a:pt x="202387" y="20320"/>
                </a:lnTo>
                <a:lnTo>
                  <a:pt x="208749" y="22860"/>
                </a:lnTo>
                <a:lnTo>
                  <a:pt x="208546" y="22860"/>
                </a:lnTo>
                <a:lnTo>
                  <a:pt x="214968" y="25491"/>
                </a:lnTo>
                <a:lnTo>
                  <a:pt x="231670" y="25491"/>
                </a:lnTo>
                <a:lnTo>
                  <a:pt x="219087" y="17780"/>
                </a:lnTo>
                <a:lnTo>
                  <a:pt x="212840" y="14068"/>
                </a:lnTo>
                <a:lnTo>
                  <a:pt x="199580" y="8889"/>
                </a:lnTo>
                <a:close/>
              </a:path>
              <a:path w="297180" h="295910">
                <a:moveTo>
                  <a:pt x="134340" y="10160"/>
                </a:moveTo>
                <a:lnTo>
                  <a:pt x="127393" y="10160"/>
                </a:lnTo>
                <a:lnTo>
                  <a:pt x="127138" y="11503"/>
                </a:lnTo>
                <a:lnTo>
                  <a:pt x="126735" y="11503"/>
                </a:lnTo>
                <a:lnTo>
                  <a:pt x="134340" y="10160"/>
                </a:lnTo>
                <a:close/>
              </a:path>
              <a:path w="297180" h="295910">
                <a:moveTo>
                  <a:pt x="169468" y="10160"/>
                </a:moveTo>
                <a:lnTo>
                  <a:pt x="162521" y="10160"/>
                </a:lnTo>
                <a:lnTo>
                  <a:pt x="170127" y="11503"/>
                </a:lnTo>
                <a:lnTo>
                  <a:pt x="169724" y="11503"/>
                </a:lnTo>
                <a:lnTo>
                  <a:pt x="169468" y="101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62444" y="2144839"/>
            <a:ext cx="1719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icrosoft Sans Serif"/>
                <a:cs typeface="Microsoft Sans Serif"/>
              </a:rPr>
              <a:t>Assume</a:t>
            </a:r>
            <a:r>
              <a:rPr dirty="0" sz="2400" spc="-30">
                <a:latin typeface="Microsoft Sans Serif"/>
                <a:cs typeface="Microsoft Sans Serif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that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883" rIns="0" bIns="0" rtlCol="0" vert="horz">
            <a:spAutoFit/>
          </a:bodyPr>
          <a:lstStyle/>
          <a:p>
            <a:pPr marL="982344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470708" y="2302484"/>
            <a:ext cx="3716654" cy="3715385"/>
            <a:chOff x="2470708" y="2302484"/>
            <a:chExt cx="3716654" cy="3715385"/>
          </a:xfrm>
        </p:grpSpPr>
        <p:sp>
          <p:nvSpPr>
            <p:cNvPr id="3" name="object 3" descr=""/>
            <p:cNvSpPr/>
            <p:nvPr/>
          </p:nvSpPr>
          <p:spPr>
            <a:xfrm>
              <a:off x="2476106" y="2307882"/>
              <a:ext cx="3705860" cy="3704590"/>
            </a:xfrm>
            <a:custGeom>
              <a:avLst/>
              <a:gdLst/>
              <a:ahLst/>
              <a:cxnLst/>
              <a:rect l="l" t="t" r="r" b="b"/>
              <a:pathLst>
                <a:path w="3705860" h="3704590">
                  <a:moveTo>
                    <a:pt x="0" y="3704297"/>
                  </a:moveTo>
                  <a:lnTo>
                    <a:pt x="3705491" y="3704297"/>
                  </a:lnTo>
                </a:path>
                <a:path w="3705860" h="3704590">
                  <a:moveTo>
                    <a:pt x="0" y="3593020"/>
                  </a:moveTo>
                  <a:lnTo>
                    <a:pt x="0" y="3704297"/>
                  </a:lnTo>
                </a:path>
                <a:path w="3705860" h="3704590">
                  <a:moveTo>
                    <a:pt x="926528" y="3593020"/>
                  </a:moveTo>
                  <a:lnTo>
                    <a:pt x="926528" y="3704297"/>
                  </a:lnTo>
                </a:path>
                <a:path w="3705860" h="3704590">
                  <a:moveTo>
                    <a:pt x="1853069" y="3593020"/>
                  </a:moveTo>
                  <a:lnTo>
                    <a:pt x="1853069" y="3704297"/>
                  </a:lnTo>
                </a:path>
                <a:path w="3705860" h="3704590">
                  <a:moveTo>
                    <a:pt x="2778950" y="3593020"/>
                  </a:moveTo>
                  <a:lnTo>
                    <a:pt x="2778950" y="3704297"/>
                  </a:lnTo>
                </a:path>
                <a:path w="3705860" h="3704590">
                  <a:moveTo>
                    <a:pt x="3705491" y="3593020"/>
                  </a:moveTo>
                  <a:lnTo>
                    <a:pt x="3705491" y="3704297"/>
                  </a:lnTo>
                </a:path>
                <a:path w="3705860" h="3704590">
                  <a:moveTo>
                    <a:pt x="0" y="3704297"/>
                  </a:moveTo>
                  <a:lnTo>
                    <a:pt x="0" y="0"/>
                  </a:lnTo>
                </a:path>
                <a:path w="3705860" h="3704590">
                  <a:moveTo>
                    <a:pt x="111315" y="3704297"/>
                  </a:moveTo>
                  <a:lnTo>
                    <a:pt x="0" y="3704297"/>
                  </a:lnTo>
                </a:path>
                <a:path w="3705860" h="3704590">
                  <a:moveTo>
                    <a:pt x="111315" y="2469311"/>
                  </a:moveTo>
                  <a:lnTo>
                    <a:pt x="0" y="2469311"/>
                  </a:lnTo>
                </a:path>
                <a:path w="3705860" h="3704590">
                  <a:moveTo>
                    <a:pt x="111315" y="1234325"/>
                  </a:moveTo>
                  <a:lnTo>
                    <a:pt x="0" y="1234325"/>
                  </a:lnTo>
                </a:path>
                <a:path w="3705860" h="3704590">
                  <a:moveTo>
                    <a:pt x="111315" y="0"/>
                  </a:moveTo>
                  <a:lnTo>
                    <a:pt x="0" y="0"/>
                  </a:lnTo>
                </a:path>
                <a:path w="3705860" h="3704590">
                  <a:moveTo>
                    <a:pt x="3705491" y="3704297"/>
                  </a:moveTo>
                  <a:lnTo>
                    <a:pt x="3705491" y="0"/>
                  </a:lnTo>
                </a:path>
                <a:path w="3705860" h="3704590">
                  <a:moveTo>
                    <a:pt x="3594176" y="3704297"/>
                  </a:moveTo>
                  <a:lnTo>
                    <a:pt x="3705491" y="3704297"/>
                  </a:lnTo>
                </a:path>
                <a:path w="3705860" h="3704590">
                  <a:moveTo>
                    <a:pt x="3594176" y="2469311"/>
                  </a:moveTo>
                  <a:lnTo>
                    <a:pt x="3705491" y="2469311"/>
                  </a:lnTo>
                </a:path>
                <a:path w="3705860" h="3704590">
                  <a:moveTo>
                    <a:pt x="3594176" y="1234325"/>
                  </a:moveTo>
                  <a:lnTo>
                    <a:pt x="3705491" y="1234325"/>
                  </a:lnTo>
                </a:path>
                <a:path w="3705860" h="3704590">
                  <a:moveTo>
                    <a:pt x="3594176" y="0"/>
                  </a:moveTo>
                  <a:lnTo>
                    <a:pt x="3705491" y="0"/>
                  </a:lnTo>
                </a:path>
                <a:path w="3705860" h="3704590">
                  <a:moveTo>
                    <a:pt x="0" y="0"/>
                  </a:moveTo>
                  <a:lnTo>
                    <a:pt x="3705491" y="0"/>
                  </a:lnTo>
                </a:path>
                <a:path w="3705860" h="3704590">
                  <a:moveTo>
                    <a:pt x="0" y="110629"/>
                  </a:moveTo>
                  <a:lnTo>
                    <a:pt x="0" y="0"/>
                  </a:lnTo>
                </a:path>
                <a:path w="3705860" h="3704590">
                  <a:moveTo>
                    <a:pt x="926528" y="110629"/>
                  </a:moveTo>
                  <a:lnTo>
                    <a:pt x="926528" y="0"/>
                  </a:lnTo>
                </a:path>
                <a:path w="3705860" h="3704590">
                  <a:moveTo>
                    <a:pt x="1853069" y="110629"/>
                  </a:moveTo>
                  <a:lnTo>
                    <a:pt x="1853069" y="0"/>
                  </a:lnTo>
                </a:path>
                <a:path w="3705860" h="3704590">
                  <a:moveTo>
                    <a:pt x="2778950" y="110629"/>
                  </a:moveTo>
                  <a:lnTo>
                    <a:pt x="2778950" y="0"/>
                  </a:lnTo>
                </a:path>
                <a:path w="3705860" h="3704590">
                  <a:moveTo>
                    <a:pt x="3705491" y="110629"/>
                  </a:moveTo>
                  <a:lnTo>
                    <a:pt x="3705491" y="0"/>
                  </a:lnTo>
                </a:path>
              </a:pathLst>
            </a:custGeom>
            <a:ln w="10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994710" y="3011563"/>
              <a:ext cx="2853690" cy="2667635"/>
            </a:xfrm>
            <a:custGeom>
              <a:avLst/>
              <a:gdLst/>
              <a:ahLst/>
              <a:cxnLst/>
              <a:rect l="l" t="t" r="r" b="b"/>
              <a:pathLst>
                <a:path w="2853690" h="2667635">
                  <a:moveTo>
                    <a:pt x="1518793" y="1185443"/>
                  </a:moveTo>
                  <a:lnTo>
                    <a:pt x="1519008" y="1185443"/>
                  </a:lnTo>
                  <a:lnTo>
                    <a:pt x="1519224" y="1185443"/>
                  </a:lnTo>
                  <a:lnTo>
                    <a:pt x="1519440" y="1185443"/>
                  </a:lnTo>
                  <a:lnTo>
                    <a:pt x="1520101" y="1185443"/>
                  </a:lnTo>
                  <a:lnTo>
                    <a:pt x="1520748" y="1185430"/>
                  </a:lnTo>
                  <a:lnTo>
                    <a:pt x="1521383" y="1185392"/>
                  </a:lnTo>
                </a:path>
                <a:path w="2853690" h="2667635">
                  <a:moveTo>
                    <a:pt x="1521383" y="1185392"/>
                  </a:moveTo>
                  <a:lnTo>
                    <a:pt x="1535100" y="1181979"/>
                  </a:lnTo>
                  <a:lnTo>
                    <a:pt x="1546234" y="1173965"/>
                  </a:lnTo>
                  <a:lnTo>
                    <a:pt x="1553705" y="1162432"/>
                  </a:lnTo>
                  <a:lnTo>
                    <a:pt x="1556435" y="1148461"/>
                  </a:lnTo>
                  <a:lnTo>
                    <a:pt x="1553528" y="1134067"/>
                  </a:lnTo>
                  <a:lnTo>
                    <a:pt x="1545601" y="1122311"/>
                  </a:lnTo>
                  <a:lnTo>
                    <a:pt x="1533841" y="1114385"/>
                  </a:lnTo>
                  <a:lnTo>
                    <a:pt x="1519440" y="1111478"/>
                  </a:lnTo>
                  <a:lnTo>
                    <a:pt x="1505039" y="1114385"/>
                  </a:lnTo>
                  <a:lnTo>
                    <a:pt x="1493280" y="1122311"/>
                  </a:lnTo>
                  <a:lnTo>
                    <a:pt x="1485352" y="1134067"/>
                  </a:lnTo>
                  <a:lnTo>
                    <a:pt x="1482445" y="1148461"/>
                  </a:lnTo>
                  <a:lnTo>
                    <a:pt x="1485294" y="1162715"/>
                  </a:lnTo>
                  <a:lnTo>
                    <a:pt x="1493070" y="1174400"/>
                  </a:lnTo>
                  <a:lnTo>
                    <a:pt x="1504621" y="1182361"/>
                  </a:lnTo>
                  <a:lnTo>
                    <a:pt x="1518793" y="1185443"/>
                  </a:lnTo>
                </a:path>
                <a:path w="2853690" h="2667635">
                  <a:moveTo>
                    <a:pt x="1148181" y="1802930"/>
                  </a:moveTo>
                  <a:lnTo>
                    <a:pt x="1148397" y="1802930"/>
                  </a:lnTo>
                  <a:lnTo>
                    <a:pt x="1148613" y="1802942"/>
                  </a:lnTo>
                  <a:lnTo>
                    <a:pt x="1148829" y="1802942"/>
                  </a:lnTo>
                  <a:lnTo>
                    <a:pt x="1149261" y="1802942"/>
                  </a:lnTo>
                  <a:lnTo>
                    <a:pt x="1149692" y="1802930"/>
                  </a:lnTo>
                  <a:lnTo>
                    <a:pt x="1150124" y="1802917"/>
                  </a:lnTo>
                </a:path>
                <a:path w="2853690" h="2667635">
                  <a:moveTo>
                    <a:pt x="1150124" y="1802917"/>
                  </a:moveTo>
                  <a:lnTo>
                    <a:pt x="1164071" y="1799664"/>
                  </a:lnTo>
                  <a:lnTo>
                    <a:pt x="1175413" y="1791676"/>
                  </a:lnTo>
                  <a:lnTo>
                    <a:pt x="1183035" y="1780066"/>
                  </a:lnTo>
                  <a:lnTo>
                    <a:pt x="1185824" y="1765947"/>
                  </a:lnTo>
                  <a:lnTo>
                    <a:pt x="1182917" y="1751553"/>
                  </a:lnTo>
                  <a:lnTo>
                    <a:pt x="1174989" y="1739798"/>
                  </a:lnTo>
                  <a:lnTo>
                    <a:pt x="1163230" y="1731872"/>
                  </a:lnTo>
                  <a:lnTo>
                    <a:pt x="1148829" y="1728965"/>
                  </a:lnTo>
                  <a:lnTo>
                    <a:pt x="1134428" y="1731872"/>
                  </a:lnTo>
                  <a:lnTo>
                    <a:pt x="1122668" y="1739798"/>
                  </a:lnTo>
                  <a:lnTo>
                    <a:pt x="1114741" y="1751553"/>
                  </a:lnTo>
                  <a:lnTo>
                    <a:pt x="1111834" y="1765947"/>
                  </a:lnTo>
                  <a:lnTo>
                    <a:pt x="1114682" y="1780207"/>
                  </a:lnTo>
                  <a:lnTo>
                    <a:pt x="1122459" y="1791892"/>
                  </a:lnTo>
                  <a:lnTo>
                    <a:pt x="1134010" y="1799850"/>
                  </a:lnTo>
                  <a:lnTo>
                    <a:pt x="1148181" y="1802930"/>
                  </a:lnTo>
                </a:path>
                <a:path w="2853690" h="2667635">
                  <a:moveTo>
                    <a:pt x="777570" y="1555940"/>
                  </a:moveTo>
                  <a:lnTo>
                    <a:pt x="777786" y="1555940"/>
                  </a:lnTo>
                  <a:lnTo>
                    <a:pt x="778002" y="1555940"/>
                  </a:lnTo>
                  <a:lnTo>
                    <a:pt x="778217" y="1555940"/>
                  </a:lnTo>
                  <a:lnTo>
                    <a:pt x="778649" y="1555940"/>
                  </a:lnTo>
                  <a:lnTo>
                    <a:pt x="779081" y="1555927"/>
                  </a:lnTo>
                  <a:lnTo>
                    <a:pt x="779513" y="1555915"/>
                  </a:lnTo>
                </a:path>
                <a:path w="2853690" h="2667635">
                  <a:moveTo>
                    <a:pt x="779513" y="1555915"/>
                  </a:moveTo>
                  <a:lnTo>
                    <a:pt x="793460" y="1552662"/>
                  </a:lnTo>
                  <a:lnTo>
                    <a:pt x="804802" y="1544675"/>
                  </a:lnTo>
                  <a:lnTo>
                    <a:pt x="812424" y="1533069"/>
                  </a:lnTo>
                  <a:lnTo>
                    <a:pt x="815213" y="1518958"/>
                  </a:lnTo>
                  <a:lnTo>
                    <a:pt x="812306" y="1504558"/>
                  </a:lnTo>
                  <a:lnTo>
                    <a:pt x="804378" y="1492804"/>
                  </a:lnTo>
                  <a:lnTo>
                    <a:pt x="792619" y="1484880"/>
                  </a:lnTo>
                  <a:lnTo>
                    <a:pt x="778217" y="1481975"/>
                  </a:lnTo>
                  <a:lnTo>
                    <a:pt x="763816" y="1484880"/>
                  </a:lnTo>
                  <a:lnTo>
                    <a:pt x="752057" y="1492804"/>
                  </a:lnTo>
                  <a:lnTo>
                    <a:pt x="744129" y="1504558"/>
                  </a:lnTo>
                  <a:lnTo>
                    <a:pt x="741222" y="1518958"/>
                  </a:lnTo>
                  <a:lnTo>
                    <a:pt x="744071" y="1533210"/>
                  </a:lnTo>
                  <a:lnTo>
                    <a:pt x="751847" y="1544893"/>
                  </a:lnTo>
                  <a:lnTo>
                    <a:pt x="763398" y="1552853"/>
                  </a:lnTo>
                  <a:lnTo>
                    <a:pt x="777570" y="1555940"/>
                  </a:lnTo>
                </a:path>
                <a:path w="2853690" h="2667635">
                  <a:moveTo>
                    <a:pt x="592264" y="1679435"/>
                  </a:moveTo>
                  <a:lnTo>
                    <a:pt x="592264" y="1679435"/>
                  </a:lnTo>
                  <a:lnTo>
                    <a:pt x="593775" y="1679435"/>
                  </a:lnTo>
                  <a:lnTo>
                    <a:pt x="594207" y="1679422"/>
                  </a:lnTo>
                </a:path>
                <a:path w="2853690" h="2667635">
                  <a:moveTo>
                    <a:pt x="594207" y="1679422"/>
                  </a:moveTo>
                  <a:lnTo>
                    <a:pt x="608154" y="1676167"/>
                  </a:lnTo>
                  <a:lnTo>
                    <a:pt x="619496" y="1668176"/>
                  </a:lnTo>
                  <a:lnTo>
                    <a:pt x="627118" y="1656566"/>
                  </a:lnTo>
                  <a:lnTo>
                    <a:pt x="629907" y="1642452"/>
                  </a:lnTo>
                  <a:lnTo>
                    <a:pt x="627000" y="1628059"/>
                  </a:lnTo>
                  <a:lnTo>
                    <a:pt x="619072" y="1616303"/>
                  </a:lnTo>
                  <a:lnTo>
                    <a:pt x="607313" y="1608377"/>
                  </a:lnTo>
                  <a:lnTo>
                    <a:pt x="592912" y="1605470"/>
                  </a:lnTo>
                  <a:lnTo>
                    <a:pt x="578510" y="1608377"/>
                  </a:lnTo>
                  <a:lnTo>
                    <a:pt x="566751" y="1616303"/>
                  </a:lnTo>
                  <a:lnTo>
                    <a:pt x="558824" y="1628059"/>
                  </a:lnTo>
                  <a:lnTo>
                    <a:pt x="555917" y="1642452"/>
                  </a:lnTo>
                  <a:lnTo>
                    <a:pt x="558765" y="1656707"/>
                  </a:lnTo>
                  <a:lnTo>
                    <a:pt x="566542" y="1668392"/>
                  </a:lnTo>
                  <a:lnTo>
                    <a:pt x="578093" y="1676353"/>
                  </a:lnTo>
                  <a:lnTo>
                    <a:pt x="592264" y="1679435"/>
                  </a:lnTo>
                </a:path>
                <a:path w="2853690" h="2667635">
                  <a:moveTo>
                    <a:pt x="1332852" y="1061923"/>
                  </a:moveTo>
                  <a:lnTo>
                    <a:pt x="1333271" y="1061935"/>
                  </a:lnTo>
                  <a:lnTo>
                    <a:pt x="1333703" y="1061948"/>
                  </a:lnTo>
                  <a:lnTo>
                    <a:pt x="1334134" y="1061948"/>
                  </a:lnTo>
                  <a:lnTo>
                    <a:pt x="1334795" y="1061948"/>
                  </a:lnTo>
                  <a:lnTo>
                    <a:pt x="1335443" y="1061935"/>
                  </a:lnTo>
                  <a:lnTo>
                    <a:pt x="1336078" y="1061897"/>
                  </a:lnTo>
                </a:path>
                <a:path w="2853690" h="2667635">
                  <a:moveTo>
                    <a:pt x="1336078" y="1061897"/>
                  </a:moveTo>
                  <a:lnTo>
                    <a:pt x="1349795" y="1058479"/>
                  </a:lnTo>
                  <a:lnTo>
                    <a:pt x="1360928" y="1050466"/>
                  </a:lnTo>
                  <a:lnTo>
                    <a:pt x="1368399" y="1038936"/>
                  </a:lnTo>
                  <a:lnTo>
                    <a:pt x="1371130" y="1024966"/>
                  </a:lnTo>
                  <a:lnTo>
                    <a:pt x="1368223" y="1010566"/>
                  </a:lnTo>
                  <a:lnTo>
                    <a:pt x="1360295" y="998812"/>
                  </a:lnTo>
                  <a:lnTo>
                    <a:pt x="1348536" y="990888"/>
                  </a:lnTo>
                  <a:lnTo>
                    <a:pt x="1334134" y="987983"/>
                  </a:lnTo>
                  <a:lnTo>
                    <a:pt x="1319733" y="990888"/>
                  </a:lnTo>
                  <a:lnTo>
                    <a:pt x="1307974" y="998812"/>
                  </a:lnTo>
                  <a:lnTo>
                    <a:pt x="1300046" y="1010566"/>
                  </a:lnTo>
                  <a:lnTo>
                    <a:pt x="1297139" y="1024966"/>
                  </a:lnTo>
                  <a:lnTo>
                    <a:pt x="1299930" y="1039079"/>
                  </a:lnTo>
                  <a:lnTo>
                    <a:pt x="1307557" y="1050688"/>
                  </a:lnTo>
                  <a:lnTo>
                    <a:pt x="1318903" y="1058675"/>
                  </a:lnTo>
                  <a:lnTo>
                    <a:pt x="1332852" y="1061923"/>
                  </a:lnTo>
                </a:path>
                <a:path w="2853690" h="2667635">
                  <a:moveTo>
                    <a:pt x="2074075" y="691438"/>
                  </a:moveTo>
                  <a:lnTo>
                    <a:pt x="2074506" y="691451"/>
                  </a:lnTo>
                  <a:lnTo>
                    <a:pt x="2074926" y="691451"/>
                  </a:lnTo>
                  <a:lnTo>
                    <a:pt x="2075357" y="691451"/>
                  </a:lnTo>
                  <a:lnTo>
                    <a:pt x="2076018" y="691451"/>
                  </a:lnTo>
                  <a:lnTo>
                    <a:pt x="2076665" y="691438"/>
                  </a:lnTo>
                  <a:lnTo>
                    <a:pt x="2077313" y="691400"/>
                  </a:lnTo>
                </a:path>
                <a:path w="2853690" h="2667635">
                  <a:moveTo>
                    <a:pt x="2077313" y="691400"/>
                  </a:moveTo>
                  <a:lnTo>
                    <a:pt x="2091025" y="687987"/>
                  </a:lnTo>
                  <a:lnTo>
                    <a:pt x="2102159" y="679973"/>
                  </a:lnTo>
                  <a:lnTo>
                    <a:pt x="2109633" y="668440"/>
                  </a:lnTo>
                  <a:lnTo>
                    <a:pt x="2112365" y="654469"/>
                  </a:lnTo>
                  <a:lnTo>
                    <a:pt x="2109456" y="640075"/>
                  </a:lnTo>
                  <a:lnTo>
                    <a:pt x="2101524" y="628319"/>
                  </a:lnTo>
                  <a:lnTo>
                    <a:pt x="2089760" y="620393"/>
                  </a:lnTo>
                  <a:lnTo>
                    <a:pt x="2075357" y="617486"/>
                  </a:lnTo>
                  <a:lnTo>
                    <a:pt x="2060961" y="620393"/>
                  </a:lnTo>
                  <a:lnTo>
                    <a:pt x="2049202" y="628319"/>
                  </a:lnTo>
                  <a:lnTo>
                    <a:pt x="2041271" y="640075"/>
                  </a:lnTo>
                  <a:lnTo>
                    <a:pt x="2038362" y="654469"/>
                  </a:lnTo>
                  <a:lnTo>
                    <a:pt x="2041153" y="668582"/>
                  </a:lnTo>
                  <a:lnTo>
                    <a:pt x="2048779" y="680192"/>
                  </a:lnTo>
                  <a:lnTo>
                    <a:pt x="2060126" y="688184"/>
                  </a:lnTo>
                  <a:lnTo>
                    <a:pt x="2074075" y="691438"/>
                  </a:lnTo>
                </a:path>
                <a:path w="2853690" h="2667635">
                  <a:moveTo>
                    <a:pt x="592264" y="1308938"/>
                  </a:moveTo>
                  <a:lnTo>
                    <a:pt x="592480" y="1308938"/>
                  </a:lnTo>
                  <a:lnTo>
                    <a:pt x="592696" y="1308950"/>
                  </a:lnTo>
                  <a:lnTo>
                    <a:pt x="592912" y="1308950"/>
                  </a:lnTo>
                  <a:lnTo>
                    <a:pt x="593344" y="1308950"/>
                  </a:lnTo>
                  <a:lnTo>
                    <a:pt x="593775" y="1308938"/>
                  </a:lnTo>
                  <a:lnTo>
                    <a:pt x="594207" y="1308925"/>
                  </a:lnTo>
                </a:path>
                <a:path w="2853690" h="2667635">
                  <a:moveTo>
                    <a:pt x="594207" y="1308925"/>
                  </a:moveTo>
                  <a:lnTo>
                    <a:pt x="608154" y="1305670"/>
                  </a:lnTo>
                  <a:lnTo>
                    <a:pt x="619496" y="1297679"/>
                  </a:lnTo>
                  <a:lnTo>
                    <a:pt x="627118" y="1286069"/>
                  </a:lnTo>
                  <a:lnTo>
                    <a:pt x="629907" y="1271955"/>
                  </a:lnTo>
                  <a:lnTo>
                    <a:pt x="627000" y="1257561"/>
                  </a:lnTo>
                  <a:lnTo>
                    <a:pt x="619072" y="1245806"/>
                  </a:lnTo>
                  <a:lnTo>
                    <a:pt x="607313" y="1237880"/>
                  </a:lnTo>
                  <a:lnTo>
                    <a:pt x="592912" y="1234973"/>
                  </a:lnTo>
                  <a:lnTo>
                    <a:pt x="578510" y="1237880"/>
                  </a:lnTo>
                  <a:lnTo>
                    <a:pt x="566751" y="1245806"/>
                  </a:lnTo>
                  <a:lnTo>
                    <a:pt x="558824" y="1257561"/>
                  </a:lnTo>
                  <a:lnTo>
                    <a:pt x="555917" y="1271955"/>
                  </a:lnTo>
                  <a:lnTo>
                    <a:pt x="558765" y="1286215"/>
                  </a:lnTo>
                  <a:lnTo>
                    <a:pt x="566542" y="1297900"/>
                  </a:lnTo>
                  <a:lnTo>
                    <a:pt x="578093" y="1305858"/>
                  </a:lnTo>
                  <a:lnTo>
                    <a:pt x="592264" y="1308938"/>
                  </a:lnTo>
                </a:path>
                <a:path w="2853690" h="2667635">
                  <a:moveTo>
                    <a:pt x="1333487" y="1308938"/>
                  </a:moveTo>
                  <a:lnTo>
                    <a:pt x="1333703" y="1308938"/>
                  </a:lnTo>
                  <a:lnTo>
                    <a:pt x="1333919" y="1308950"/>
                  </a:lnTo>
                  <a:lnTo>
                    <a:pt x="1334134" y="1308950"/>
                  </a:lnTo>
                  <a:lnTo>
                    <a:pt x="1334566" y="1308950"/>
                  </a:lnTo>
                  <a:lnTo>
                    <a:pt x="1334998" y="1308938"/>
                  </a:lnTo>
                  <a:lnTo>
                    <a:pt x="1335430" y="1308925"/>
                  </a:lnTo>
                </a:path>
                <a:path w="2853690" h="2667635">
                  <a:moveTo>
                    <a:pt x="1335430" y="1308925"/>
                  </a:moveTo>
                  <a:lnTo>
                    <a:pt x="1349377" y="1305670"/>
                  </a:lnTo>
                  <a:lnTo>
                    <a:pt x="1360719" y="1297679"/>
                  </a:lnTo>
                  <a:lnTo>
                    <a:pt x="1368341" y="1286069"/>
                  </a:lnTo>
                  <a:lnTo>
                    <a:pt x="1371130" y="1271955"/>
                  </a:lnTo>
                  <a:lnTo>
                    <a:pt x="1368223" y="1257561"/>
                  </a:lnTo>
                  <a:lnTo>
                    <a:pt x="1360295" y="1245806"/>
                  </a:lnTo>
                  <a:lnTo>
                    <a:pt x="1348536" y="1237880"/>
                  </a:lnTo>
                  <a:lnTo>
                    <a:pt x="1334134" y="1234973"/>
                  </a:lnTo>
                  <a:lnTo>
                    <a:pt x="1319733" y="1237880"/>
                  </a:lnTo>
                  <a:lnTo>
                    <a:pt x="1307974" y="1245806"/>
                  </a:lnTo>
                  <a:lnTo>
                    <a:pt x="1300046" y="1257561"/>
                  </a:lnTo>
                  <a:lnTo>
                    <a:pt x="1297139" y="1271955"/>
                  </a:lnTo>
                  <a:lnTo>
                    <a:pt x="1299988" y="1286215"/>
                  </a:lnTo>
                  <a:lnTo>
                    <a:pt x="1307765" y="1297900"/>
                  </a:lnTo>
                  <a:lnTo>
                    <a:pt x="1319315" y="1305858"/>
                  </a:lnTo>
                  <a:lnTo>
                    <a:pt x="1333487" y="1308938"/>
                  </a:lnTo>
                </a:path>
                <a:path w="2853690" h="2667635">
                  <a:moveTo>
                    <a:pt x="221653" y="1926424"/>
                  </a:moveTo>
                  <a:lnTo>
                    <a:pt x="221869" y="1926437"/>
                  </a:lnTo>
                  <a:lnTo>
                    <a:pt x="222084" y="1926437"/>
                  </a:lnTo>
                  <a:lnTo>
                    <a:pt x="222300" y="1926437"/>
                  </a:lnTo>
                  <a:lnTo>
                    <a:pt x="222732" y="1926437"/>
                  </a:lnTo>
                  <a:lnTo>
                    <a:pt x="223164" y="1926424"/>
                  </a:lnTo>
                  <a:lnTo>
                    <a:pt x="223596" y="1926412"/>
                  </a:lnTo>
                </a:path>
                <a:path w="2853690" h="2667635">
                  <a:moveTo>
                    <a:pt x="223596" y="1926412"/>
                  </a:moveTo>
                  <a:lnTo>
                    <a:pt x="237543" y="1923159"/>
                  </a:lnTo>
                  <a:lnTo>
                    <a:pt x="248885" y="1915172"/>
                  </a:lnTo>
                  <a:lnTo>
                    <a:pt x="256507" y="1903566"/>
                  </a:lnTo>
                  <a:lnTo>
                    <a:pt x="259295" y="1889455"/>
                  </a:lnTo>
                  <a:lnTo>
                    <a:pt x="256388" y="1875053"/>
                  </a:lnTo>
                  <a:lnTo>
                    <a:pt x="248461" y="1863294"/>
                  </a:lnTo>
                  <a:lnTo>
                    <a:pt x="236702" y="1855367"/>
                  </a:lnTo>
                  <a:lnTo>
                    <a:pt x="222300" y="1852460"/>
                  </a:lnTo>
                  <a:lnTo>
                    <a:pt x="207899" y="1855367"/>
                  </a:lnTo>
                  <a:lnTo>
                    <a:pt x="196140" y="1863294"/>
                  </a:lnTo>
                  <a:lnTo>
                    <a:pt x="188212" y="1875053"/>
                  </a:lnTo>
                  <a:lnTo>
                    <a:pt x="185305" y="1889455"/>
                  </a:lnTo>
                  <a:lnTo>
                    <a:pt x="188154" y="1903707"/>
                  </a:lnTo>
                  <a:lnTo>
                    <a:pt x="195930" y="1915388"/>
                  </a:lnTo>
                  <a:lnTo>
                    <a:pt x="207481" y="1923345"/>
                  </a:lnTo>
                  <a:lnTo>
                    <a:pt x="221653" y="1926424"/>
                  </a:lnTo>
                </a:path>
                <a:path w="2853690" h="2667635">
                  <a:moveTo>
                    <a:pt x="1148181" y="1679435"/>
                  </a:moveTo>
                  <a:lnTo>
                    <a:pt x="1148181" y="1679435"/>
                  </a:lnTo>
                  <a:lnTo>
                    <a:pt x="1149692" y="1679435"/>
                  </a:lnTo>
                  <a:lnTo>
                    <a:pt x="1150124" y="1679422"/>
                  </a:lnTo>
                </a:path>
                <a:path w="2853690" h="2667635">
                  <a:moveTo>
                    <a:pt x="1150124" y="1679422"/>
                  </a:moveTo>
                  <a:lnTo>
                    <a:pt x="1164071" y="1676167"/>
                  </a:lnTo>
                  <a:lnTo>
                    <a:pt x="1175413" y="1668176"/>
                  </a:lnTo>
                  <a:lnTo>
                    <a:pt x="1183035" y="1656566"/>
                  </a:lnTo>
                  <a:lnTo>
                    <a:pt x="1185824" y="1642452"/>
                  </a:lnTo>
                  <a:lnTo>
                    <a:pt x="1182917" y="1628059"/>
                  </a:lnTo>
                  <a:lnTo>
                    <a:pt x="1174989" y="1616303"/>
                  </a:lnTo>
                  <a:lnTo>
                    <a:pt x="1163230" y="1608377"/>
                  </a:lnTo>
                  <a:lnTo>
                    <a:pt x="1148829" y="1605470"/>
                  </a:lnTo>
                  <a:lnTo>
                    <a:pt x="1134428" y="1608377"/>
                  </a:lnTo>
                  <a:lnTo>
                    <a:pt x="1122668" y="1616303"/>
                  </a:lnTo>
                  <a:lnTo>
                    <a:pt x="1114741" y="1628059"/>
                  </a:lnTo>
                  <a:lnTo>
                    <a:pt x="1111834" y="1642452"/>
                  </a:lnTo>
                  <a:lnTo>
                    <a:pt x="1114682" y="1656707"/>
                  </a:lnTo>
                  <a:lnTo>
                    <a:pt x="1122459" y="1668392"/>
                  </a:lnTo>
                  <a:lnTo>
                    <a:pt x="1134010" y="1676353"/>
                  </a:lnTo>
                  <a:lnTo>
                    <a:pt x="1148181" y="1679435"/>
                  </a:lnTo>
                </a:path>
                <a:path w="2853690" h="2667635">
                  <a:moveTo>
                    <a:pt x="2074075" y="938428"/>
                  </a:moveTo>
                  <a:lnTo>
                    <a:pt x="2074506" y="938441"/>
                  </a:lnTo>
                  <a:lnTo>
                    <a:pt x="2074926" y="938453"/>
                  </a:lnTo>
                  <a:lnTo>
                    <a:pt x="2075357" y="938453"/>
                  </a:lnTo>
                  <a:lnTo>
                    <a:pt x="2076018" y="938453"/>
                  </a:lnTo>
                  <a:lnTo>
                    <a:pt x="2076665" y="938428"/>
                  </a:lnTo>
                  <a:lnTo>
                    <a:pt x="2077313" y="938403"/>
                  </a:lnTo>
                </a:path>
                <a:path w="2853690" h="2667635">
                  <a:moveTo>
                    <a:pt x="2077313" y="938403"/>
                  </a:moveTo>
                  <a:lnTo>
                    <a:pt x="2091025" y="934984"/>
                  </a:lnTo>
                  <a:lnTo>
                    <a:pt x="2102159" y="926971"/>
                  </a:lnTo>
                  <a:lnTo>
                    <a:pt x="2109633" y="915441"/>
                  </a:lnTo>
                  <a:lnTo>
                    <a:pt x="2112365" y="901471"/>
                  </a:lnTo>
                  <a:lnTo>
                    <a:pt x="2109456" y="887070"/>
                  </a:lnTo>
                  <a:lnTo>
                    <a:pt x="2101524" y="875310"/>
                  </a:lnTo>
                  <a:lnTo>
                    <a:pt x="2089760" y="867383"/>
                  </a:lnTo>
                  <a:lnTo>
                    <a:pt x="2075357" y="864476"/>
                  </a:lnTo>
                  <a:lnTo>
                    <a:pt x="2060961" y="867383"/>
                  </a:lnTo>
                  <a:lnTo>
                    <a:pt x="2049202" y="875310"/>
                  </a:lnTo>
                  <a:lnTo>
                    <a:pt x="2041271" y="887070"/>
                  </a:lnTo>
                  <a:lnTo>
                    <a:pt x="2038362" y="901471"/>
                  </a:lnTo>
                  <a:lnTo>
                    <a:pt x="2041153" y="915582"/>
                  </a:lnTo>
                  <a:lnTo>
                    <a:pt x="2048779" y="927188"/>
                  </a:lnTo>
                  <a:lnTo>
                    <a:pt x="2060126" y="935175"/>
                  </a:lnTo>
                  <a:lnTo>
                    <a:pt x="2074075" y="938428"/>
                  </a:lnTo>
                </a:path>
                <a:path w="2853690" h="2667635">
                  <a:moveTo>
                    <a:pt x="962875" y="1308938"/>
                  </a:moveTo>
                  <a:lnTo>
                    <a:pt x="963091" y="1308938"/>
                  </a:lnTo>
                  <a:lnTo>
                    <a:pt x="963307" y="1308950"/>
                  </a:lnTo>
                  <a:lnTo>
                    <a:pt x="963523" y="1308950"/>
                  </a:lnTo>
                  <a:lnTo>
                    <a:pt x="963955" y="1308950"/>
                  </a:lnTo>
                  <a:lnTo>
                    <a:pt x="964387" y="1308938"/>
                  </a:lnTo>
                  <a:lnTo>
                    <a:pt x="964819" y="1308925"/>
                  </a:lnTo>
                </a:path>
                <a:path w="2853690" h="2667635">
                  <a:moveTo>
                    <a:pt x="964819" y="1308925"/>
                  </a:moveTo>
                  <a:lnTo>
                    <a:pt x="978765" y="1305670"/>
                  </a:lnTo>
                  <a:lnTo>
                    <a:pt x="990107" y="1297679"/>
                  </a:lnTo>
                  <a:lnTo>
                    <a:pt x="997730" y="1286069"/>
                  </a:lnTo>
                  <a:lnTo>
                    <a:pt x="1000518" y="1271955"/>
                  </a:lnTo>
                  <a:lnTo>
                    <a:pt x="997611" y="1257561"/>
                  </a:lnTo>
                  <a:lnTo>
                    <a:pt x="989684" y="1245806"/>
                  </a:lnTo>
                  <a:lnTo>
                    <a:pt x="977924" y="1237880"/>
                  </a:lnTo>
                  <a:lnTo>
                    <a:pt x="963523" y="1234973"/>
                  </a:lnTo>
                  <a:lnTo>
                    <a:pt x="949122" y="1237880"/>
                  </a:lnTo>
                  <a:lnTo>
                    <a:pt x="937363" y="1245806"/>
                  </a:lnTo>
                  <a:lnTo>
                    <a:pt x="929435" y="1257561"/>
                  </a:lnTo>
                  <a:lnTo>
                    <a:pt x="926528" y="1271955"/>
                  </a:lnTo>
                  <a:lnTo>
                    <a:pt x="929377" y="1286215"/>
                  </a:lnTo>
                  <a:lnTo>
                    <a:pt x="937153" y="1297900"/>
                  </a:lnTo>
                  <a:lnTo>
                    <a:pt x="948704" y="1305858"/>
                  </a:lnTo>
                  <a:lnTo>
                    <a:pt x="962875" y="1308938"/>
                  </a:lnTo>
                </a:path>
                <a:path w="2853690" h="2667635">
                  <a:moveTo>
                    <a:pt x="962875" y="1802930"/>
                  </a:moveTo>
                  <a:lnTo>
                    <a:pt x="963091" y="1802930"/>
                  </a:lnTo>
                  <a:lnTo>
                    <a:pt x="963307" y="1802942"/>
                  </a:lnTo>
                  <a:lnTo>
                    <a:pt x="963523" y="1802942"/>
                  </a:lnTo>
                  <a:lnTo>
                    <a:pt x="963955" y="1802942"/>
                  </a:lnTo>
                  <a:lnTo>
                    <a:pt x="964387" y="1802930"/>
                  </a:lnTo>
                  <a:lnTo>
                    <a:pt x="964819" y="1802917"/>
                  </a:lnTo>
                </a:path>
                <a:path w="2853690" h="2667635">
                  <a:moveTo>
                    <a:pt x="964819" y="1802917"/>
                  </a:moveTo>
                  <a:lnTo>
                    <a:pt x="978765" y="1799664"/>
                  </a:lnTo>
                  <a:lnTo>
                    <a:pt x="990107" y="1791676"/>
                  </a:lnTo>
                  <a:lnTo>
                    <a:pt x="997730" y="1780066"/>
                  </a:lnTo>
                  <a:lnTo>
                    <a:pt x="1000518" y="1765947"/>
                  </a:lnTo>
                  <a:lnTo>
                    <a:pt x="997611" y="1751553"/>
                  </a:lnTo>
                  <a:lnTo>
                    <a:pt x="989684" y="1739798"/>
                  </a:lnTo>
                  <a:lnTo>
                    <a:pt x="977924" y="1731872"/>
                  </a:lnTo>
                  <a:lnTo>
                    <a:pt x="963523" y="1728965"/>
                  </a:lnTo>
                  <a:lnTo>
                    <a:pt x="949122" y="1731872"/>
                  </a:lnTo>
                  <a:lnTo>
                    <a:pt x="937363" y="1739798"/>
                  </a:lnTo>
                  <a:lnTo>
                    <a:pt x="929435" y="1751553"/>
                  </a:lnTo>
                  <a:lnTo>
                    <a:pt x="926528" y="1765947"/>
                  </a:lnTo>
                  <a:lnTo>
                    <a:pt x="929377" y="1780207"/>
                  </a:lnTo>
                  <a:lnTo>
                    <a:pt x="937153" y="1791892"/>
                  </a:lnTo>
                  <a:lnTo>
                    <a:pt x="948704" y="1799850"/>
                  </a:lnTo>
                  <a:lnTo>
                    <a:pt x="962875" y="1802930"/>
                  </a:lnTo>
                </a:path>
                <a:path w="2853690" h="2667635">
                  <a:moveTo>
                    <a:pt x="36347" y="1802930"/>
                  </a:moveTo>
                  <a:lnTo>
                    <a:pt x="36563" y="1802930"/>
                  </a:lnTo>
                  <a:lnTo>
                    <a:pt x="36779" y="1802942"/>
                  </a:lnTo>
                  <a:lnTo>
                    <a:pt x="36995" y="1802942"/>
                  </a:lnTo>
                  <a:lnTo>
                    <a:pt x="37426" y="1802942"/>
                  </a:lnTo>
                  <a:lnTo>
                    <a:pt x="37858" y="1802930"/>
                  </a:lnTo>
                  <a:lnTo>
                    <a:pt x="38290" y="1802917"/>
                  </a:lnTo>
                </a:path>
                <a:path w="2853690" h="2667635">
                  <a:moveTo>
                    <a:pt x="38290" y="1802917"/>
                  </a:moveTo>
                  <a:lnTo>
                    <a:pt x="52237" y="1799664"/>
                  </a:lnTo>
                  <a:lnTo>
                    <a:pt x="63579" y="1791676"/>
                  </a:lnTo>
                  <a:lnTo>
                    <a:pt x="71201" y="1780066"/>
                  </a:lnTo>
                  <a:lnTo>
                    <a:pt x="73990" y="1765947"/>
                  </a:lnTo>
                  <a:lnTo>
                    <a:pt x="71083" y="1751553"/>
                  </a:lnTo>
                  <a:lnTo>
                    <a:pt x="63155" y="1739798"/>
                  </a:lnTo>
                  <a:lnTo>
                    <a:pt x="51396" y="1731872"/>
                  </a:lnTo>
                  <a:lnTo>
                    <a:pt x="36995" y="1728965"/>
                  </a:lnTo>
                  <a:lnTo>
                    <a:pt x="22593" y="1731872"/>
                  </a:lnTo>
                  <a:lnTo>
                    <a:pt x="10834" y="1739798"/>
                  </a:lnTo>
                  <a:lnTo>
                    <a:pt x="2906" y="1751553"/>
                  </a:lnTo>
                  <a:lnTo>
                    <a:pt x="0" y="1765947"/>
                  </a:lnTo>
                  <a:lnTo>
                    <a:pt x="2848" y="1780207"/>
                  </a:lnTo>
                  <a:lnTo>
                    <a:pt x="10625" y="1791892"/>
                  </a:lnTo>
                  <a:lnTo>
                    <a:pt x="22175" y="1799850"/>
                  </a:lnTo>
                  <a:lnTo>
                    <a:pt x="36347" y="1802930"/>
                  </a:lnTo>
                </a:path>
                <a:path w="2853690" h="2667635">
                  <a:moveTo>
                    <a:pt x="2815297" y="567931"/>
                  </a:moveTo>
                  <a:lnTo>
                    <a:pt x="2815729" y="567944"/>
                  </a:lnTo>
                  <a:lnTo>
                    <a:pt x="2816161" y="567956"/>
                  </a:lnTo>
                  <a:lnTo>
                    <a:pt x="2816593" y="567956"/>
                  </a:lnTo>
                  <a:lnTo>
                    <a:pt x="2817241" y="567956"/>
                  </a:lnTo>
                  <a:lnTo>
                    <a:pt x="2817888" y="567944"/>
                  </a:lnTo>
                  <a:lnTo>
                    <a:pt x="2818536" y="567905"/>
                  </a:lnTo>
                </a:path>
                <a:path w="2853690" h="2667635">
                  <a:moveTo>
                    <a:pt x="2818536" y="567905"/>
                  </a:moveTo>
                  <a:lnTo>
                    <a:pt x="2832253" y="564487"/>
                  </a:lnTo>
                  <a:lnTo>
                    <a:pt x="2843387" y="556474"/>
                  </a:lnTo>
                  <a:lnTo>
                    <a:pt x="2850858" y="544944"/>
                  </a:lnTo>
                  <a:lnTo>
                    <a:pt x="2853588" y="530974"/>
                  </a:lnTo>
                  <a:lnTo>
                    <a:pt x="2850681" y="516575"/>
                  </a:lnTo>
                  <a:lnTo>
                    <a:pt x="2842753" y="504820"/>
                  </a:lnTo>
                  <a:lnTo>
                    <a:pt x="2830994" y="496896"/>
                  </a:lnTo>
                  <a:lnTo>
                    <a:pt x="2816593" y="493991"/>
                  </a:lnTo>
                  <a:lnTo>
                    <a:pt x="2802192" y="496896"/>
                  </a:lnTo>
                  <a:lnTo>
                    <a:pt x="2790432" y="504820"/>
                  </a:lnTo>
                  <a:lnTo>
                    <a:pt x="2782505" y="516575"/>
                  </a:lnTo>
                  <a:lnTo>
                    <a:pt x="2779598" y="530974"/>
                  </a:lnTo>
                  <a:lnTo>
                    <a:pt x="2782386" y="545087"/>
                  </a:lnTo>
                  <a:lnTo>
                    <a:pt x="2790009" y="556696"/>
                  </a:lnTo>
                  <a:lnTo>
                    <a:pt x="2801350" y="564683"/>
                  </a:lnTo>
                  <a:lnTo>
                    <a:pt x="2815297" y="567931"/>
                  </a:lnTo>
                </a:path>
                <a:path w="2853690" h="2667635">
                  <a:moveTo>
                    <a:pt x="2628696" y="73875"/>
                  </a:moveTo>
                  <a:lnTo>
                    <a:pt x="2629547" y="73939"/>
                  </a:lnTo>
                  <a:lnTo>
                    <a:pt x="2630411" y="73964"/>
                  </a:lnTo>
                  <a:lnTo>
                    <a:pt x="2631287" y="73964"/>
                  </a:lnTo>
                  <a:lnTo>
                    <a:pt x="2632379" y="73964"/>
                  </a:lnTo>
                  <a:lnTo>
                    <a:pt x="2633459" y="73914"/>
                  </a:lnTo>
                  <a:lnTo>
                    <a:pt x="2634526" y="73825"/>
                  </a:lnTo>
                </a:path>
                <a:path w="2853690" h="2667635">
                  <a:moveTo>
                    <a:pt x="2634526" y="73825"/>
                  </a:moveTo>
                  <a:lnTo>
                    <a:pt x="2647778" y="70095"/>
                  </a:lnTo>
                  <a:lnTo>
                    <a:pt x="2658495" y="62037"/>
                  </a:lnTo>
                  <a:lnTo>
                    <a:pt x="2665667" y="50663"/>
                  </a:lnTo>
                  <a:lnTo>
                    <a:pt x="2668282" y="36982"/>
                  </a:lnTo>
                  <a:lnTo>
                    <a:pt x="2665375" y="22583"/>
                  </a:lnTo>
                  <a:lnTo>
                    <a:pt x="2657448" y="10828"/>
                  </a:lnTo>
                  <a:lnTo>
                    <a:pt x="2645688" y="2904"/>
                  </a:lnTo>
                  <a:lnTo>
                    <a:pt x="2631287" y="0"/>
                  </a:lnTo>
                  <a:lnTo>
                    <a:pt x="2616886" y="2904"/>
                  </a:lnTo>
                  <a:lnTo>
                    <a:pt x="2605127" y="10828"/>
                  </a:lnTo>
                  <a:lnTo>
                    <a:pt x="2597199" y="22583"/>
                  </a:lnTo>
                  <a:lnTo>
                    <a:pt x="2594292" y="36982"/>
                  </a:lnTo>
                  <a:lnTo>
                    <a:pt x="2596964" y="50812"/>
                  </a:lnTo>
                  <a:lnTo>
                    <a:pt x="2604284" y="62268"/>
                  </a:lnTo>
                  <a:lnTo>
                    <a:pt x="2615209" y="70304"/>
                  </a:lnTo>
                  <a:lnTo>
                    <a:pt x="2628696" y="73875"/>
                  </a:lnTo>
                </a:path>
                <a:path w="2853690" h="2667635">
                  <a:moveTo>
                    <a:pt x="2074075" y="691438"/>
                  </a:moveTo>
                  <a:lnTo>
                    <a:pt x="2074506" y="691451"/>
                  </a:lnTo>
                  <a:lnTo>
                    <a:pt x="2074926" y="691451"/>
                  </a:lnTo>
                  <a:lnTo>
                    <a:pt x="2075357" y="691451"/>
                  </a:lnTo>
                  <a:lnTo>
                    <a:pt x="2076018" y="691451"/>
                  </a:lnTo>
                  <a:lnTo>
                    <a:pt x="2076665" y="691438"/>
                  </a:lnTo>
                  <a:lnTo>
                    <a:pt x="2077313" y="691400"/>
                  </a:lnTo>
                </a:path>
                <a:path w="2853690" h="2667635">
                  <a:moveTo>
                    <a:pt x="2077313" y="691400"/>
                  </a:moveTo>
                  <a:lnTo>
                    <a:pt x="2091025" y="687987"/>
                  </a:lnTo>
                  <a:lnTo>
                    <a:pt x="2102159" y="679973"/>
                  </a:lnTo>
                  <a:lnTo>
                    <a:pt x="2109633" y="668440"/>
                  </a:lnTo>
                  <a:lnTo>
                    <a:pt x="2112365" y="654469"/>
                  </a:lnTo>
                  <a:lnTo>
                    <a:pt x="2109456" y="640075"/>
                  </a:lnTo>
                  <a:lnTo>
                    <a:pt x="2101524" y="628319"/>
                  </a:lnTo>
                  <a:lnTo>
                    <a:pt x="2089760" y="620393"/>
                  </a:lnTo>
                  <a:lnTo>
                    <a:pt x="2075357" y="617486"/>
                  </a:lnTo>
                  <a:lnTo>
                    <a:pt x="2060961" y="620393"/>
                  </a:lnTo>
                  <a:lnTo>
                    <a:pt x="2049202" y="628319"/>
                  </a:lnTo>
                  <a:lnTo>
                    <a:pt x="2041271" y="640075"/>
                  </a:lnTo>
                  <a:lnTo>
                    <a:pt x="2038362" y="654469"/>
                  </a:lnTo>
                  <a:lnTo>
                    <a:pt x="2041153" y="668582"/>
                  </a:lnTo>
                  <a:lnTo>
                    <a:pt x="2048779" y="680192"/>
                  </a:lnTo>
                  <a:lnTo>
                    <a:pt x="2060126" y="688184"/>
                  </a:lnTo>
                  <a:lnTo>
                    <a:pt x="2074075" y="691438"/>
                  </a:lnTo>
                </a:path>
                <a:path w="2853690" h="2667635">
                  <a:moveTo>
                    <a:pt x="1518793" y="1185443"/>
                  </a:moveTo>
                  <a:lnTo>
                    <a:pt x="1519008" y="1185443"/>
                  </a:lnTo>
                  <a:lnTo>
                    <a:pt x="1519224" y="1185443"/>
                  </a:lnTo>
                  <a:lnTo>
                    <a:pt x="1519440" y="1185443"/>
                  </a:lnTo>
                  <a:lnTo>
                    <a:pt x="1520101" y="1185443"/>
                  </a:lnTo>
                  <a:lnTo>
                    <a:pt x="1520748" y="1185430"/>
                  </a:lnTo>
                  <a:lnTo>
                    <a:pt x="1521383" y="1185392"/>
                  </a:lnTo>
                </a:path>
                <a:path w="2853690" h="2667635">
                  <a:moveTo>
                    <a:pt x="1521383" y="1185392"/>
                  </a:moveTo>
                  <a:lnTo>
                    <a:pt x="1535100" y="1181979"/>
                  </a:lnTo>
                  <a:lnTo>
                    <a:pt x="1546234" y="1173965"/>
                  </a:lnTo>
                  <a:lnTo>
                    <a:pt x="1553705" y="1162432"/>
                  </a:lnTo>
                  <a:lnTo>
                    <a:pt x="1556435" y="1148461"/>
                  </a:lnTo>
                  <a:lnTo>
                    <a:pt x="1553528" y="1134067"/>
                  </a:lnTo>
                  <a:lnTo>
                    <a:pt x="1545601" y="1122311"/>
                  </a:lnTo>
                  <a:lnTo>
                    <a:pt x="1533841" y="1114385"/>
                  </a:lnTo>
                  <a:lnTo>
                    <a:pt x="1519440" y="1111478"/>
                  </a:lnTo>
                  <a:lnTo>
                    <a:pt x="1505039" y="1114385"/>
                  </a:lnTo>
                  <a:lnTo>
                    <a:pt x="1493280" y="1122311"/>
                  </a:lnTo>
                  <a:lnTo>
                    <a:pt x="1485352" y="1134067"/>
                  </a:lnTo>
                  <a:lnTo>
                    <a:pt x="1482445" y="1148461"/>
                  </a:lnTo>
                  <a:lnTo>
                    <a:pt x="1485294" y="1162715"/>
                  </a:lnTo>
                  <a:lnTo>
                    <a:pt x="1493070" y="1174400"/>
                  </a:lnTo>
                  <a:lnTo>
                    <a:pt x="1504621" y="1182361"/>
                  </a:lnTo>
                  <a:lnTo>
                    <a:pt x="1518793" y="1185443"/>
                  </a:lnTo>
                </a:path>
                <a:path w="2853690" h="2667635">
                  <a:moveTo>
                    <a:pt x="2629992" y="814933"/>
                  </a:moveTo>
                  <a:lnTo>
                    <a:pt x="2630423" y="814946"/>
                  </a:lnTo>
                  <a:lnTo>
                    <a:pt x="2630855" y="814959"/>
                  </a:lnTo>
                  <a:lnTo>
                    <a:pt x="2631287" y="814959"/>
                  </a:lnTo>
                  <a:lnTo>
                    <a:pt x="2631935" y="814959"/>
                  </a:lnTo>
                  <a:lnTo>
                    <a:pt x="2632583" y="814933"/>
                  </a:lnTo>
                  <a:lnTo>
                    <a:pt x="2633230" y="814908"/>
                  </a:lnTo>
                </a:path>
                <a:path w="2853690" h="2667635">
                  <a:moveTo>
                    <a:pt x="2633230" y="814908"/>
                  </a:moveTo>
                  <a:lnTo>
                    <a:pt x="2646942" y="811487"/>
                  </a:lnTo>
                  <a:lnTo>
                    <a:pt x="2658076" y="803470"/>
                  </a:lnTo>
                  <a:lnTo>
                    <a:pt x="2665550" y="791935"/>
                  </a:lnTo>
                  <a:lnTo>
                    <a:pt x="2668282" y="777963"/>
                  </a:lnTo>
                  <a:lnTo>
                    <a:pt x="2665375" y="763570"/>
                  </a:lnTo>
                  <a:lnTo>
                    <a:pt x="2657448" y="751814"/>
                  </a:lnTo>
                  <a:lnTo>
                    <a:pt x="2645688" y="743888"/>
                  </a:lnTo>
                  <a:lnTo>
                    <a:pt x="2631287" y="740981"/>
                  </a:lnTo>
                  <a:lnTo>
                    <a:pt x="2616886" y="743888"/>
                  </a:lnTo>
                  <a:lnTo>
                    <a:pt x="2605127" y="751814"/>
                  </a:lnTo>
                  <a:lnTo>
                    <a:pt x="2597199" y="763570"/>
                  </a:lnTo>
                  <a:lnTo>
                    <a:pt x="2594292" y="777963"/>
                  </a:lnTo>
                  <a:lnTo>
                    <a:pt x="2597080" y="792082"/>
                  </a:lnTo>
                  <a:lnTo>
                    <a:pt x="2604703" y="803692"/>
                  </a:lnTo>
                  <a:lnTo>
                    <a:pt x="2616045" y="811680"/>
                  </a:lnTo>
                  <a:lnTo>
                    <a:pt x="2629992" y="814933"/>
                  </a:lnTo>
                </a:path>
                <a:path w="2853690" h="2667635">
                  <a:moveTo>
                    <a:pt x="1518158" y="814933"/>
                  </a:moveTo>
                  <a:lnTo>
                    <a:pt x="1518577" y="814946"/>
                  </a:lnTo>
                  <a:lnTo>
                    <a:pt x="1519008" y="814959"/>
                  </a:lnTo>
                  <a:lnTo>
                    <a:pt x="1519440" y="814959"/>
                  </a:lnTo>
                  <a:lnTo>
                    <a:pt x="1520101" y="814959"/>
                  </a:lnTo>
                  <a:lnTo>
                    <a:pt x="1520748" y="814933"/>
                  </a:lnTo>
                  <a:lnTo>
                    <a:pt x="1521383" y="814908"/>
                  </a:lnTo>
                </a:path>
                <a:path w="2853690" h="2667635">
                  <a:moveTo>
                    <a:pt x="1521383" y="814908"/>
                  </a:moveTo>
                  <a:lnTo>
                    <a:pt x="1535100" y="811487"/>
                  </a:lnTo>
                  <a:lnTo>
                    <a:pt x="1546234" y="803470"/>
                  </a:lnTo>
                  <a:lnTo>
                    <a:pt x="1553705" y="791935"/>
                  </a:lnTo>
                  <a:lnTo>
                    <a:pt x="1556435" y="777963"/>
                  </a:lnTo>
                  <a:lnTo>
                    <a:pt x="1553528" y="763570"/>
                  </a:lnTo>
                  <a:lnTo>
                    <a:pt x="1545601" y="751814"/>
                  </a:lnTo>
                  <a:lnTo>
                    <a:pt x="1533841" y="743888"/>
                  </a:lnTo>
                  <a:lnTo>
                    <a:pt x="1519440" y="740981"/>
                  </a:lnTo>
                  <a:lnTo>
                    <a:pt x="1505039" y="743888"/>
                  </a:lnTo>
                  <a:lnTo>
                    <a:pt x="1493280" y="751814"/>
                  </a:lnTo>
                  <a:lnTo>
                    <a:pt x="1485352" y="763570"/>
                  </a:lnTo>
                  <a:lnTo>
                    <a:pt x="1482445" y="777963"/>
                  </a:lnTo>
                  <a:lnTo>
                    <a:pt x="1485236" y="792082"/>
                  </a:lnTo>
                  <a:lnTo>
                    <a:pt x="1492862" y="803692"/>
                  </a:lnTo>
                  <a:lnTo>
                    <a:pt x="1504209" y="811680"/>
                  </a:lnTo>
                  <a:lnTo>
                    <a:pt x="1518158" y="814933"/>
                  </a:lnTo>
                </a:path>
                <a:path w="2853690" h="2667635">
                  <a:moveTo>
                    <a:pt x="2074722" y="1308938"/>
                  </a:moveTo>
                  <a:lnTo>
                    <a:pt x="2074938" y="1308938"/>
                  </a:lnTo>
                  <a:lnTo>
                    <a:pt x="2075141" y="1308950"/>
                  </a:lnTo>
                  <a:lnTo>
                    <a:pt x="2075357" y="1308950"/>
                  </a:lnTo>
                  <a:lnTo>
                    <a:pt x="2075802" y="1308950"/>
                  </a:lnTo>
                  <a:lnTo>
                    <a:pt x="2076234" y="1308938"/>
                  </a:lnTo>
                  <a:lnTo>
                    <a:pt x="2076665" y="1308925"/>
                  </a:lnTo>
                </a:path>
                <a:path w="2853690" h="2667635">
                  <a:moveTo>
                    <a:pt x="2076665" y="1308925"/>
                  </a:moveTo>
                  <a:lnTo>
                    <a:pt x="2090607" y="1305670"/>
                  </a:lnTo>
                  <a:lnTo>
                    <a:pt x="2101950" y="1297679"/>
                  </a:lnTo>
                  <a:lnTo>
                    <a:pt x="2109575" y="1286069"/>
                  </a:lnTo>
                  <a:lnTo>
                    <a:pt x="2112365" y="1271955"/>
                  </a:lnTo>
                  <a:lnTo>
                    <a:pt x="2109456" y="1257561"/>
                  </a:lnTo>
                  <a:lnTo>
                    <a:pt x="2101524" y="1245806"/>
                  </a:lnTo>
                  <a:lnTo>
                    <a:pt x="2089760" y="1237880"/>
                  </a:lnTo>
                  <a:lnTo>
                    <a:pt x="2075357" y="1234973"/>
                  </a:lnTo>
                  <a:lnTo>
                    <a:pt x="2060961" y="1237880"/>
                  </a:lnTo>
                  <a:lnTo>
                    <a:pt x="2049202" y="1245806"/>
                  </a:lnTo>
                  <a:lnTo>
                    <a:pt x="2041271" y="1257561"/>
                  </a:lnTo>
                  <a:lnTo>
                    <a:pt x="2038362" y="1271955"/>
                  </a:lnTo>
                  <a:lnTo>
                    <a:pt x="2041211" y="1286215"/>
                  </a:lnTo>
                  <a:lnTo>
                    <a:pt x="2048989" y="1297900"/>
                  </a:lnTo>
                  <a:lnTo>
                    <a:pt x="2060544" y="1305858"/>
                  </a:lnTo>
                  <a:lnTo>
                    <a:pt x="2074722" y="1308938"/>
                  </a:lnTo>
                </a:path>
                <a:path w="2853690" h="2667635">
                  <a:moveTo>
                    <a:pt x="1518158" y="938428"/>
                  </a:moveTo>
                  <a:lnTo>
                    <a:pt x="1518577" y="938441"/>
                  </a:lnTo>
                  <a:lnTo>
                    <a:pt x="1519008" y="938453"/>
                  </a:lnTo>
                  <a:lnTo>
                    <a:pt x="1519440" y="938453"/>
                  </a:lnTo>
                  <a:lnTo>
                    <a:pt x="1520101" y="938453"/>
                  </a:lnTo>
                  <a:lnTo>
                    <a:pt x="1520748" y="938428"/>
                  </a:lnTo>
                  <a:lnTo>
                    <a:pt x="1521383" y="938403"/>
                  </a:lnTo>
                </a:path>
                <a:path w="2853690" h="2667635">
                  <a:moveTo>
                    <a:pt x="1521383" y="938403"/>
                  </a:moveTo>
                  <a:lnTo>
                    <a:pt x="1535100" y="934984"/>
                  </a:lnTo>
                  <a:lnTo>
                    <a:pt x="1546234" y="926971"/>
                  </a:lnTo>
                  <a:lnTo>
                    <a:pt x="1553705" y="915441"/>
                  </a:lnTo>
                  <a:lnTo>
                    <a:pt x="1556435" y="901471"/>
                  </a:lnTo>
                  <a:lnTo>
                    <a:pt x="1553528" y="887070"/>
                  </a:lnTo>
                  <a:lnTo>
                    <a:pt x="1545601" y="875310"/>
                  </a:lnTo>
                  <a:lnTo>
                    <a:pt x="1533841" y="867383"/>
                  </a:lnTo>
                  <a:lnTo>
                    <a:pt x="1519440" y="864476"/>
                  </a:lnTo>
                  <a:lnTo>
                    <a:pt x="1505039" y="867383"/>
                  </a:lnTo>
                  <a:lnTo>
                    <a:pt x="1493280" y="875310"/>
                  </a:lnTo>
                  <a:lnTo>
                    <a:pt x="1485352" y="887070"/>
                  </a:lnTo>
                  <a:lnTo>
                    <a:pt x="1482445" y="901471"/>
                  </a:lnTo>
                  <a:lnTo>
                    <a:pt x="1485236" y="915582"/>
                  </a:lnTo>
                  <a:lnTo>
                    <a:pt x="1492862" y="927188"/>
                  </a:lnTo>
                  <a:lnTo>
                    <a:pt x="1504209" y="935175"/>
                  </a:lnTo>
                  <a:lnTo>
                    <a:pt x="1518158" y="938428"/>
                  </a:lnTo>
                </a:path>
                <a:path w="2853690" h="2667635">
                  <a:moveTo>
                    <a:pt x="591616" y="1061923"/>
                  </a:moveTo>
                  <a:lnTo>
                    <a:pt x="592048" y="1061935"/>
                  </a:lnTo>
                  <a:lnTo>
                    <a:pt x="592480" y="1061948"/>
                  </a:lnTo>
                  <a:lnTo>
                    <a:pt x="592912" y="1061948"/>
                  </a:lnTo>
                  <a:lnTo>
                    <a:pt x="593559" y="1061948"/>
                  </a:lnTo>
                  <a:lnTo>
                    <a:pt x="594207" y="1061935"/>
                  </a:lnTo>
                  <a:lnTo>
                    <a:pt x="594855" y="1061897"/>
                  </a:lnTo>
                </a:path>
                <a:path w="2853690" h="2667635">
                  <a:moveTo>
                    <a:pt x="594855" y="1061897"/>
                  </a:moveTo>
                  <a:lnTo>
                    <a:pt x="608572" y="1058479"/>
                  </a:lnTo>
                  <a:lnTo>
                    <a:pt x="619706" y="1050466"/>
                  </a:lnTo>
                  <a:lnTo>
                    <a:pt x="627177" y="1038936"/>
                  </a:lnTo>
                  <a:lnTo>
                    <a:pt x="629907" y="1024966"/>
                  </a:lnTo>
                  <a:lnTo>
                    <a:pt x="627000" y="1010566"/>
                  </a:lnTo>
                  <a:lnTo>
                    <a:pt x="619072" y="998812"/>
                  </a:lnTo>
                  <a:lnTo>
                    <a:pt x="607313" y="990888"/>
                  </a:lnTo>
                  <a:lnTo>
                    <a:pt x="592912" y="987983"/>
                  </a:lnTo>
                  <a:lnTo>
                    <a:pt x="578510" y="990888"/>
                  </a:lnTo>
                  <a:lnTo>
                    <a:pt x="566751" y="998812"/>
                  </a:lnTo>
                  <a:lnTo>
                    <a:pt x="558824" y="1010566"/>
                  </a:lnTo>
                  <a:lnTo>
                    <a:pt x="555917" y="1024966"/>
                  </a:lnTo>
                  <a:lnTo>
                    <a:pt x="558705" y="1039079"/>
                  </a:lnTo>
                  <a:lnTo>
                    <a:pt x="566327" y="1050688"/>
                  </a:lnTo>
                  <a:lnTo>
                    <a:pt x="577669" y="1058675"/>
                  </a:lnTo>
                  <a:lnTo>
                    <a:pt x="591616" y="1061923"/>
                  </a:lnTo>
                </a:path>
                <a:path w="2853690" h="2667635">
                  <a:moveTo>
                    <a:pt x="1518793" y="1432433"/>
                  </a:moveTo>
                  <a:lnTo>
                    <a:pt x="1519008" y="1432445"/>
                  </a:lnTo>
                  <a:lnTo>
                    <a:pt x="1519224" y="1432445"/>
                  </a:lnTo>
                  <a:lnTo>
                    <a:pt x="1519440" y="1432445"/>
                  </a:lnTo>
                  <a:lnTo>
                    <a:pt x="1519872" y="1432445"/>
                  </a:lnTo>
                  <a:lnTo>
                    <a:pt x="1520317" y="1432433"/>
                  </a:lnTo>
                  <a:lnTo>
                    <a:pt x="1520736" y="1432420"/>
                  </a:lnTo>
                </a:path>
                <a:path w="2853690" h="2667635">
                  <a:moveTo>
                    <a:pt x="1520736" y="1432420"/>
                  </a:moveTo>
                  <a:lnTo>
                    <a:pt x="1534683" y="1429167"/>
                  </a:lnTo>
                  <a:lnTo>
                    <a:pt x="1546024" y="1421180"/>
                  </a:lnTo>
                  <a:lnTo>
                    <a:pt x="1553647" y="1409574"/>
                  </a:lnTo>
                  <a:lnTo>
                    <a:pt x="1556435" y="1395463"/>
                  </a:lnTo>
                  <a:lnTo>
                    <a:pt x="1553528" y="1381062"/>
                  </a:lnTo>
                  <a:lnTo>
                    <a:pt x="1545601" y="1369302"/>
                  </a:lnTo>
                  <a:lnTo>
                    <a:pt x="1533841" y="1361375"/>
                  </a:lnTo>
                  <a:lnTo>
                    <a:pt x="1519440" y="1358468"/>
                  </a:lnTo>
                  <a:lnTo>
                    <a:pt x="1505039" y="1361375"/>
                  </a:lnTo>
                  <a:lnTo>
                    <a:pt x="1493280" y="1369302"/>
                  </a:lnTo>
                  <a:lnTo>
                    <a:pt x="1485352" y="1381062"/>
                  </a:lnTo>
                  <a:lnTo>
                    <a:pt x="1482445" y="1395463"/>
                  </a:lnTo>
                  <a:lnTo>
                    <a:pt x="1485294" y="1409715"/>
                  </a:lnTo>
                  <a:lnTo>
                    <a:pt x="1493070" y="1421396"/>
                  </a:lnTo>
                  <a:lnTo>
                    <a:pt x="1504621" y="1429353"/>
                  </a:lnTo>
                  <a:lnTo>
                    <a:pt x="1518793" y="1432433"/>
                  </a:lnTo>
                </a:path>
                <a:path w="2853690" h="2667635">
                  <a:moveTo>
                    <a:pt x="962875" y="1308938"/>
                  </a:moveTo>
                  <a:lnTo>
                    <a:pt x="963091" y="1308938"/>
                  </a:lnTo>
                  <a:lnTo>
                    <a:pt x="963307" y="1308950"/>
                  </a:lnTo>
                  <a:lnTo>
                    <a:pt x="963523" y="1308950"/>
                  </a:lnTo>
                  <a:lnTo>
                    <a:pt x="963955" y="1308950"/>
                  </a:lnTo>
                  <a:lnTo>
                    <a:pt x="964387" y="1308938"/>
                  </a:lnTo>
                  <a:lnTo>
                    <a:pt x="964819" y="1308925"/>
                  </a:lnTo>
                </a:path>
                <a:path w="2853690" h="2667635">
                  <a:moveTo>
                    <a:pt x="964819" y="1308925"/>
                  </a:moveTo>
                  <a:lnTo>
                    <a:pt x="978765" y="1305670"/>
                  </a:lnTo>
                  <a:lnTo>
                    <a:pt x="990107" y="1297679"/>
                  </a:lnTo>
                  <a:lnTo>
                    <a:pt x="997730" y="1286069"/>
                  </a:lnTo>
                  <a:lnTo>
                    <a:pt x="1000518" y="1271955"/>
                  </a:lnTo>
                  <a:lnTo>
                    <a:pt x="997611" y="1257561"/>
                  </a:lnTo>
                  <a:lnTo>
                    <a:pt x="989684" y="1245806"/>
                  </a:lnTo>
                  <a:lnTo>
                    <a:pt x="977924" y="1237880"/>
                  </a:lnTo>
                  <a:lnTo>
                    <a:pt x="963523" y="1234973"/>
                  </a:lnTo>
                  <a:lnTo>
                    <a:pt x="949122" y="1237880"/>
                  </a:lnTo>
                  <a:lnTo>
                    <a:pt x="937363" y="1245806"/>
                  </a:lnTo>
                  <a:lnTo>
                    <a:pt x="929435" y="1257561"/>
                  </a:lnTo>
                  <a:lnTo>
                    <a:pt x="926528" y="1271955"/>
                  </a:lnTo>
                  <a:lnTo>
                    <a:pt x="929377" y="1286215"/>
                  </a:lnTo>
                  <a:lnTo>
                    <a:pt x="937153" y="1297900"/>
                  </a:lnTo>
                  <a:lnTo>
                    <a:pt x="948704" y="1305858"/>
                  </a:lnTo>
                  <a:lnTo>
                    <a:pt x="962875" y="1308938"/>
                  </a:lnTo>
                </a:path>
                <a:path w="2853690" h="2667635">
                  <a:moveTo>
                    <a:pt x="1333487" y="1802930"/>
                  </a:moveTo>
                  <a:lnTo>
                    <a:pt x="1333703" y="1802930"/>
                  </a:lnTo>
                  <a:lnTo>
                    <a:pt x="1333919" y="1802942"/>
                  </a:lnTo>
                  <a:lnTo>
                    <a:pt x="1334134" y="1802942"/>
                  </a:lnTo>
                  <a:lnTo>
                    <a:pt x="1334566" y="1802942"/>
                  </a:lnTo>
                  <a:lnTo>
                    <a:pt x="1334998" y="1802930"/>
                  </a:lnTo>
                  <a:lnTo>
                    <a:pt x="1335430" y="1802917"/>
                  </a:lnTo>
                </a:path>
                <a:path w="2853690" h="2667635">
                  <a:moveTo>
                    <a:pt x="1335430" y="1802917"/>
                  </a:moveTo>
                  <a:lnTo>
                    <a:pt x="1349377" y="1799664"/>
                  </a:lnTo>
                  <a:lnTo>
                    <a:pt x="1360719" y="1791676"/>
                  </a:lnTo>
                  <a:lnTo>
                    <a:pt x="1368341" y="1780066"/>
                  </a:lnTo>
                  <a:lnTo>
                    <a:pt x="1371130" y="1765947"/>
                  </a:lnTo>
                  <a:lnTo>
                    <a:pt x="1368223" y="1751553"/>
                  </a:lnTo>
                  <a:lnTo>
                    <a:pt x="1360295" y="1739798"/>
                  </a:lnTo>
                  <a:lnTo>
                    <a:pt x="1348536" y="1731872"/>
                  </a:lnTo>
                  <a:lnTo>
                    <a:pt x="1334134" y="1728965"/>
                  </a:lnTo>
                  <a:lnTo>
                    <a:pt x="1319733" y="1731872"/>
                  </a:lnTo>
                  <a:lnTo>
                    <a:pt x="1307974" y="1739798"/>
                  </a:lnTo>
                  <a:lnTo>
                    <a:pt x="1300046" y="1751553"/>
                  </a:lnTo>
                  <a:lnTo>
                    <a:pt x="1297139" y="1765947"/>
                  </a:lnTo>
                  <a:lnTo>
                    <a:pt x="1299988" y="1780207"/>
                  </a:lnTo>
                  <a:lnTo>
                    <a:pt x="1307765" y="1791892"/>
                  </a:lnTo>
                  <a:lnTo>
                    <a:pt x="1319315" y="1799850"/>
                  </a:lnTo>
                  <a:lnTo>
                    <a:pt x="1333487" y="1802930"/>
                  </a:lnTo>
                </a:path>
                <a:path w="2853690" h="2667635">
                  <a:moveTo>
                    <a:pt x="1333487" y="1308938"/>
                  </a:moveTo>
                  <a:lnTo>
                    <a:pt x="1333703" y="1308938"/>
                  </a:lnTo>
                  <a:lnTo>
                    <a:pt x="1333919" y="1308950"/>
                  </a:lnTo>
                  <a:lnTo>
                    <a:pt x="1334134" y="1308950"/>
                  </a:lnTo>
                  <a:lnTo>
                    <a:pt x="1334566" y="1308950"/>
                  </a:lnTo>
                  <a:lnTo>
                    <a:pt x="1334998" y="1308938"/>
                  </a:lnTo>
                  <a:lnTo>
                    <a:pt x="1335430" y="1308925"/>
                  </a:lnTo>
                </a:path>
                <a:path w="2853690" h="2667635">
                  <a:moveTo>
                    <a:pt x="1335430" y="1308925"/>
                  </a:moveTo>
                  <a:lnTo>
                    <a:pt x="1349377" y="1305670"/>
                  </a:lnTo>
                  <a:lnTo>
                    <a:pt x="1360719" y="1297679"/>
                  </a:lnTo>
                  <a:lnTo>
                    <a:pt x="1368341" y="1286069"/>
                  </a:lnTo>
                  <a:lnTo>
                    <a:pt x="1371130" y="1271955"/>
                  </a:lnTo>
                  <a:lnTo>
                    <a:pt x="1368223" y="1257561"/>
                  </a:lnTo>
                  <a:lnTo>
                    <a:pt x="1360295" y="1245806"/>
                  </a:lnTo>
                  <a:lnTo>
                    <a:pt x="1348536" y="1237880"/>
                  </a:lnTo>
                  <a:lnTo>
                    <a:pt x="1334134" y="1234973"/>
                  </a:lnTo>
                  <a:lnTo>
                    <a:pt x="1319733" y="1237880"/>
                  </a:lnTo>
                  <a:lnTo>
                    <a:pt x="1307974" y="1245806"/>
                  </a:lnTo>
                  <a:lnTo>
                    <a:pt x="1300046" y="1257561"/>
                  </a:lnTo>
                  <a:lnTo>
                    <a:pt x="1297139" y="1271955"/>
                  </a:lnTo>
                  <a:lnTo>
                    <a:pt x="1299988" y="1286215"/>
                  </a:lnTo>
                  <a:lnTo>
                    <a:pt x="1307765" y="1297900"/>
                  </a:lnTo>
                  <a:lnTo>
                    <a:pt x="1319315" y="1305858"/>
                  </a:lnTo>
                  <a:lnTo>
                    <a:pt x="1333487" y="1308938"/>
                  </a:lnTo>
                </a:path>
                <a:path w="2853690" h="2667635">
                  <a:moveTo>
                    <a:pt x="1704111" y="1185443"/>
                  </a:moveTo>
                  <a:lnTo>
                    <a:pt x="1704314" y="1185443"/>
                  </a:lnTo>
                  <a:lnTo>
                    <a:pt x="1704530" y="1185443"/>
                  </a:lnTo>
                  <a:lnTo>
                    <a:pt x="1704746" y="1185443"/>
                  </a:lnTo>
                  <a:lnTo>
                    <a:pt x="1705406" y="1185443"/>
                  </a:lnTo>
                  <a:lnTo>
                    <a:pt x="1706054" y="1185430"/>
                  </a:lnTo>
                  <a:lnTo>
                    <a:pt x="1706702" y="1185392"/>
                  </a:lnTo>
                </a:path>
                <a:path w="2853690" h="2667635">
                  <a:moveTo>
                    <a:pt x="1706702" y="1185392"/>
                  </a:moveTo>
                  <a:lnTo>
                    <a:pt x="1720412" y="1181979"/>
                  </a:lnTo>
                  <a:lnTo>
                    <a:pt x="1731541" y="1173965"/>
                  </a:lnTo>
                  <a:lnTo>
                    <a:pt x="1739011" y="1162432"/>
                  </a:lnTo>
                  <a:lnTo>
                    <a:pt x="1741741" y="1148461"/>
                  </a:lnTo>
                  <a:lnTo>
                    <a:pt x="1738834" y="1134067"/>
                  </a:lnTo>
                  <a:lnTo>
                    <a:pt x="1730906" y="1122311"/>
                  </a:lnTo>
                  <a:lnTo>
                    <a:pt x="1719147" y="1114385"/>
                  </a:lnTo>
                  <a:lnTo>
                    <a:pt x="1704746" y="1111478"/>
                  </a:lnTo>
                  <a:lnTo>
                    <a:pt x="1690345" y="1114385"/>
                  </a:lnTo>
                  <a:lnTo>
                    <a:pt x="1678585" y="1122311"/>
                  </a:lnTo>
                  <a:lnTo>
                    <a:pt x="1670658" y="1134067"/>
                  </a:lnTo>
                  <a:lnTo>
                    <a:pt x="1667751" y="1148461"/>
                  </a:lnTo>
                  <a:lnTo>
                    <a:pt x="1670600" y="1162715"/>
                  </a:lnTo>
                  <a:lnTo>
                    <a:pt x="1678378" y="1174400"/>
                  </a:lnTo>
                  <a:lnTo>
                    <a:pt x="1689932" y="1182361"/>
                  </a:lnTo>
                  <a:lnTo>
                    <a:pt x="1704111" y="1185443"/>
                  </a:lnTo>
                </a:path>
                <a:path w="2853690" h="2667635">
                  <a:moveTo>
                    <a:pt x="1704111" y="1308938"/>
                  </a:moveTo>
                  <a:lnTo>
                    <a:pt x="1704314" y="1308938"/>
                  </a:lnTo>
                  <a:lnTo>
                    <a:pt x="1704530" y="1308950"/>
                  </a:lnTo>
                  <a:lnTo>
                    <a:pt x="1704746" y="1308950"/>
                  </a:lnTo>
                  <a:lnTo>
                    <a:pt x="1705190" y="1308950"/>
                  </a:lnTo>
                  <a:lnTo>
                    <a:pt x="1705622" y="1308938"/>
                  </a:lnTo>
                  <a:lnTo>
                    <a:pt x="1706054" y="1308925"/>
                  </a:lnTo>
                </a:path>
                <a:path w="2853690" h="2667635">
                  <a:moveTo>
                    <a:pt x="1706054" y="1308925"/>
                  </a:moveTo>
                  <a:lnTo>
                    <a:pt x="1719994" y="1305670"/>
                  </a:lnTo>
                  <a:lnTo>
                    <a:pt x="1731332" y="1297679"/>
                  </a:lnTo>
                  <a:lnTo>
                    <a:pt x="1738953" y="1286069"/>
                  </a:lnTo>
                  <a:lnTo>
                    <a:pt x="1741741" y="1271955"/>
                  </a:lnTo>
                  <a:lnTo>
                    <a:pt x="1738834" y="1257561"/>
                  </a:lnTo>
                  <a:lnTo>
                    <a:pt x="1730906" y="1245806"/>
                  </a:lnTo>
                  <a:lnTo>
                    <a:pt x="1719147" y="1237880"/>
                  </a:lnTo>
                  <a:lnTo>
                    <a:pt x="1704746" y="1234973"/>
                  </a:lnTo>
                  <a:lnTo>
                    <a:pt x="1690345" y="1237880"/>
                  </a:lnTo>
                  <a:lnTo>
                    <a:pt x="1678585" y="1245806"/>
                  </a:lnTo>
                  <a:lnTo>
                    <a:pt x="1670658" y="1257561"/>
                  </a:lnTo>
                  <a:lnTo>
                    <a:pt x="1667751" y="1271955"/>
                  </a:lnTo>
                  <a:lnTo>
                    <a:pt x="1670600" y="1286215"/>
                  </a:lnTo>
                  <a:lnTo>
                    <a:pt x="1678378" y="1297900"/>
                  </a:lnTo>
                  <a:lnTo>
                    <a:pt x="1689932" y="1305858"/>
                  </a:lnTo>
                  <a:lnTo>
                    <a:pt x="1704111" y="1308938"/>
                  </a:lnTo>
                </a:path>
                <a:path w="2853690" h="2667635">
                  <a:moveTo>
                    <a:pt x="777570" y="1555940"/>
                  </a:moveTo>
                  <a:lnTo>
                    <a:pt x="777786" y="1555940"/>
                  </a:lnTo>
                  <a:lnTo>
                    <a:pt x="778002" y="1555940"/>
                  </a:lnTo>
                  <a:lnTo>
                    <a:pt x="778217" y="1555940"/>
                  </a:lnTo>
                  <a:lnTo>
                    <a:pt x="778649" y="1555940"/>
                  </a:lnTo>
                  <a:lnTo>
                    <a:pt x="779081" y="1555927"/>
                  </a:lnTo>
                  <a:lnTo>
                    <a:pt x="779513" y="1555915"/>
                  </a:lnTo>
                </a:path>
                <a:path w="2853690" h="2667635">
                  <a:moveTo>
                    <a:pt x="779513" y="1555915"/>
                  </a:moveTo>
                  <a:lnTo>
                    <a:pt x="793460" y="1552662"/>
                  </a:lnTo>
                  <a:lnTo>
                    <a:pt x="804802" y="1544675"/>
                  </a:lnTo>
                  <a:lnTo>
                    <a:pt x="812424" y="1533069"/>
                  </a:lnTo>
                  <a:lnTo>
                    <a:pt x="815213" y="1518958"/>
                  </a:lnTo>
                  <a:lnTo>
                    <a:pt x="812306" y="1504558"/>
                  </a:lnTo>
                  <a:lnTo>
                    <a:pt x="804378" y="1492804"/>
                  </a:lnTo>
                  <a:lnTo>
                    <a:pt x="792619" y="1484880"/>
                  </a:lnTo>
                  <a:lnTo>
                    <a:pt x="778217" y="1481975"/>
                  </a:lnTo>
                  <a:lnTo>
                    <a:pt x="763816" y="1484880"/>
                  </a:lnTo>
                  <a:lnTo>
                    <a:pt x="752057" y="1492804"/>
                  </a:lnTo>
                  <a:lnTo>
                    <a:pt x="744129" y="1504558"/>
                  </a:lnTo>
                  <a:lnTo>
                    <a:pt x="741222" y="1518958"/>
                  </a:lnTo>
                  <a:lnTo>
                    <a:pt x="744071" y="1533210"/>
                  </a:lnTo>
                  <a:lnTo>
                    <a:pt x="751847" y="1544893"/>
                  </a:lnTo>
                  <a:lnTo>
                    <a:pt x="763398" y="1552853"/>
                  </a:lnTo>
                  <a:lnTo>
                    <a:pt x="777570" y="1555940"/>
                  </a:lnTo>
                </a:path>
                <a:path w="2853690" h="2667635">
                  <a:moveTo>
                    <a:pt x="962875" y="1679435"/>
                  </a:moveTo>
                  <a:lnTo>
                    <a:pt x="962875" y="1679435"/>
                  </a:lnTo>
                  <a:lnTo>
                    <a:pt x="964387" y="1679435"/>
                  </a:lnTo>
                  <a:lnTo>
                    <a:pt x="964819" y="1679422"/>
                  </a:lnTo>
                </a:path>
                <a:path w="2853690" h="2667635">
                  <a:moveTo>
                    <a:pt x="964819" y="1679422"/>
                  </a:moveTo>
                  <a:lnTo>
                    <a:pt x="978765" y="1676167"/>
                  </a:lnTo>
                  <a:lnTo>
                    <a:pt x="990107" y="1668176"/>
                  </a:lnTo>
                  <a:lnTo>
                    <a:pt x="997730" y="1656566"/>
                  </a:lnTo>
                  <a:lnTo>
                    <a:pt x="1000518" y="1642452"/>
                  </a:lnTo>
                  <a:lnTo>
                    <a:pt x="997611" y="1628059"/>
                  </a:lnTo>
                  <a:lnTo>
                    <a:pt x="989684" y="1616303"/>
                  </a:lnTo>
                  <a:lnTo>
                    <a:pt x="977924" y="1608377"/>
                  </a:lnTo>
                  <a:lnTo>
                    <a:pt x="963523" y="1605470"/>
                  </a:lnTo>
                  <a:lnTo>
                    <a:pt x="949122" y="1608377"/>
                  </a:lnTo>
                  <a:lnTo>
                    <a:pt x="937363" y="1616303"/>
                  </a:lnTo>
                  <a:lnTo>
                    <a:pt x="929435" y="1628059"/>
                  </a:lnTo>
                  <a:lnTo>
                    <a:pt x="926528" y="1642452"/>
                  </a:lnTo>
                  <a:lnTo>
                    <a:pt x="929377" y="1656707"/>
                  </a:lnTo>
                  <a:lnTo>
                    <a:pt x="937153" y="1668392"/>
                  </a:lnTo>
                  <a:lnTo>
                    <a:pt x="948704" y="1676353"/>
                  </a:lnTo>
                  <a:lnTo>
                    <a:pt x="962875" y="1679435"/>
                  </a:lnTo>
                </a:path>
                <a:path w="2853690" h="2667635">
                  <a:moveTo>
                    <a:pt x="2074722" y="1308938"/>
                  </a:moveTo>
                  <a:lnTo>
                    <a:pt x="2074938" y="1308938"/>
                  </a:lnTo>
                  <a:lnTo>
                    <a:pt x="2075141" y="1308950"/>
                  </a:lnTo>
                  <a:lnTo>
                    <a:pt x="2075357" y="1308950"/>
                  </a:lnTo>
                  <a:lnTo>
                    <a:pt x="2075802" y="1308950"/>
                  </a:lnTo>
                  <a:lnTo>
                    <a:pt x="2076234" y="1308938"/>
                  </a:lnTo>
                  <a:lnTo>
                    <a:pt x="2076665" y="1308925"/>
                  </a:lnTo>
                </a:path>
                <a:path w="2853690" h="2667635">
                  <a:moveTo>
                    <a:pt x="2076665" y="1308925"/>
                  </a:moveTo>
                  <a:lnTo>
                    <a:pt x="2090607" y="1305670"/>
                  </a:lnTo>
                  <a:lnTo>
                    <a:pt x="2101950" y="1297679"/>
                  </a:lnTo>
                  <a:lnTo>
                    <a:pt x="2109575" y="1286069"/>
                  </a:lnTo>
                  <a:lnTo>
                    <a:pt x="2112365" y="1271955"/>
                  </a:lnTo>
                  <a:lnTo>
                    <a:pt x="2109456" y="1257561"/>
                  </a:lnTo>
                  <a:lnTo>
                    <a:pt x="2101524" y="1245806"/>
                  </a:lnTo>
                  <a:lnTo>
                    <a:pt x="2089760" y="1237880"/>
                  </a:lnTo>
                  <a:lnTo>
                    <a:pt x="2075357" y="1234973"/>
                  </a:lnTo>
                  <a:lnTo>
                    <a:pt x="2060961" y="1237880"/>
                  </a:lnTo>
                  <a:lnTo>
                    <a:pt x="2049202" y="1245806"/>
                  </a:lnTo>
                  <a:lnTo>
                    <a:pt x="2041271" y="1257561"/>
                  </a:lnTo>
                  <a:lnTo>
                    <a:pt x="2038362" y="1271955"/>
                  </a:lnTo>
                  <a:lnTo>
                    <a:pt x="2041211" y="1286215"/>
                  </a:lnTo>
                  <a:lnTo>
                    <a:pt x="2048989" y="1297900"/>
                  </a:lnTo>
                  <a:lnTo>
                    <a:pt x="2060544" y="1305858"/>
                  </a:lnTo>
                  <a:lnTo>
                    <a:pt x="2074722" y="1308938"/>
                  </a:lnTo>
                </a:path>
                <a:path w="2853690" h="2667635">
                  <a:moveTo>
                    <a:pt x="1702816" y="444411"/>
                  </a:moveTo>
                  <a:lnTo>
                    <a:pt x="1703451" y="444436"/>
                  </a:lnTo>
                  <a:lnTo>
                    <a:pt x="1704098" y="444461"/>
                  </a:lnTo>
                  <a:lnTo>
                    <a:pt x="1704746" y="444461"/>
                  </a:lnTo>
                  <a:lnTo>
                    <a:pt x="1705622" y="444461"/>
                  </a:lnTo>
                  <a:lnTo>
                    <a:pt x="1706486" y="444423"/>
                  </a:lnTo>
                  <a:lnTo>
                    <a:pt x="1707337" y="444373"/>
                  </a:lnTo>
                </a:path>
                <a:path w="2853690" h="2667635">
                  <a:moveTo>
                    <a:pt x="1707337" y="444373"/>
                  </a:moveTo>
                  <a:lnTo>
                    <a:pt x="1720824" y="440794"/>
                  </a:lnTo>
                  <a:lnTo>
                    <a:pt x="1731749" y="432755"/>
                  </a:lnTo>
                  <a:lnTo>
                    <a:pt x="1739069" y="421302"/>
                  </a:lnTo>
                  <a:lnTo>
                    <a:pt x="1741741" y="407479"/>
                  </a:lnTo>
                  <a:lnTo>
                    <a:pt x="1738834" y="393078"/>
                  </a:lnTo>
                  <a:lnTo>
                    <a:pt x="1730906" y="381319"/>
                  </a:lnTo>
                  <a:lnTo>
                    <a:pt x="1719147" y="373391"/>
                  </a:lnTo>
                  <a:lnTo>
                    <a:pt x="1704746" y="370484"/>
                  </a:lnTo>
                  <a:lnTo>
                    <a:pt x="1690345" y="373391"/>
                  </a:lnTo>
                  <a:lnTo>
                    <a:pt x="1678585" y="381319"/>
                  </a:lnTo>
                  <a:lnTo>
                    <a:pt x="1670658" y="393078"/>
                  </a:lnTo>
                  <a:lnTo>
                    <a:pt x="1667751" y="407479"/>
                  </a:lnTo>
                  <a:lnTo>
                    <a:pt x="1670483" y="421449"/>
                  </a:lnTo>
                  <a:lnTo>
                    <a:pt x="1677958" y="432979"/>
                  </a:lnTo>
                  <a:lnTo>
                    <a:pt x="1689096" y="440992"/>
                  </a:lnTo>
                  <a:lnTo>
                    <a:pt x="1702816" y="444411"/>
                  </a:lnTo>
                </a:path>
                <a:path w="2853690" h="2667635">
                  <a:moveTo>
                    <a:pt x="2258733" y="320916"/>
                  </a:moveTo>
                  <a:lnTo>
                    <a:pt x="2259380" y="320941"/>
                  </a:lnTo>
                  <a:lnTo>
                    <a:pt x="2260015" y="320967"/>
                  </a:lnTo>
                  <a:lnTo>
                    <a:pt x="2260676" y="320967"/>
                  </a:lnTo>
                  <a:lnTo>
                    <a:pt x="2261539" y="320967"/>
                  </a:lnTo>
                  <a:lnTo>
                    <a:pt x="2262403" y="320929"/>
                  </a:lnTo>
                  <a:lnTo>
                    <a:pt x="2263267" y="320865"/>
                  </a:lnTo>
                </a:path>
                <a:path w="2853690" h="2667635">
                  <a:moveTo>
                    <a:pt x="2263267" y="320865"/>
                  </a:moveTo>
                  <a:lnTo>
                    <a:pt x="2276749" y="317294"/>
                  </a:lnTo>
                  <a:lnTo>
                    <a:pt x="2287674" y="309257"/>
                  </a:lnTo>
                  <a:lnTo>
                    <a:pt x="2294997" y="297801"/>
                  </a:lnTo>
                  <a:lnTo>
                    <a:pt x="2297671" y="283972"/>
                  </a:lnTo>
                  <a:lnTo>
                    <a:pt x="2294762" y="269578"/>
                  </a:lnTo>
                  <a:lnTo>
                    <a:pt x="2286831" y="257822"/>
                  </a:lnTo>
                  <a:lnTo>
                    <a:pt x="2275072" y="249896"/>
                  </a:lnTo>
                  <a:lnTo>
                    <a:pt x="2260676" y="246989"/>
                  </a:lnTo>
                  <a:lnTo>
                    <a:pt x="2246273" y="249896"/>
                  </a:lnTo>
                  <a:lnTo>
                    <a:pt x="2234509" y="257822"/>
                  </a:lnTo>
                  <a:lnTo>
                    <a:pt x="2226577" y="269578"/>
                  </a:lnTo>
                  <a:lnTo>
                    <a:pt x="2223668" y="283972"/>
                  </a:lnTo>
                  <a:lnTo>
                    <a:pt x="2226400" y="297943"/>
                  </a:lnTo>
                  <a:lnTo>
                    <a:pt x="2233876" y="309478"/>
                  </a:lnTo>
                  <a:lnTo>
                    <a:pt x="2245013" y="317495"/>
                  </a:lnTo>
                  <a:lnTo>
                    <a:pt x="2258733" y="320916"/>
                  </a:lnTo>
                </a:path>
                <a:path w="2853690" h="2667635">
                  <a:moveTo>
                    <a:pt x="1148181" y="1679435"/>
                  </a:moveTo>
                  <a:lnTo>
                    <a:pt x="1148181" y="1679435"/>
                  </a:lnTo>
                  <a:lnTo>
                    <a:pt x="1149692" y="1679435"/>
                  </a:lnTo>
                  <a:lnTo>
                    <a:pt x="1150124" y="1679422"/>
                  </a:lnTo>
                </a:path>
                <a:path w="2853690" h="2667635">
                  <a:moveTo>
                    <a:pt x="1150124" y="1679422"/>
                  </a:moveTo>
                  <a:lnTo>
                    <a:pt x="1164071" y="1676167"/>
                  </a:lnTo>
                  <a:lnTo>
                    <a:pt x="1175413" y="1668176"/>
                  </a:lnTo>
                  <a:lnTo>
                    <a:pt x="1183035" y="1656566"/>
                  </a:lnTo>
                  <a:lnTo>
                    <a:pt x="1185824" y="1642452"/>
                  </a:lnTo>
                  <a:lnTo>
                    <a:pt x="1182917" y="1628059"/>
                  </a:lnTo>
                  <a:lnTo>
                    <a:pt x="1174989" y="1616303"/>
                  </a:lnTo>
                  <a:lnTo>
                    <a:pt x="1163230" y="1608377"/>
                  </a:lnTo>
                  <a:lnTo>
                    <a:pt x="1148829" y="1605470"/>
                  </a:lnTo>
                  <a:lnTo>
                    <a:pt x="1134428" y="1608377"/>
                  </a:lnTo>
                  <a:lnTo>
                    <a:pt x="1122668" y="1616303"/>
                  </a:lnTo>
                  <a:lnTo>
                    <a:pt x="1114741" y="1628059"/>
                  </a:lnTo>
                  <a:lnTo>
                    <a:pt x="1111834" y="1642452"/>
                  </a:lnTo>
                  <a:lnTo>
                    <a:pt x="1114682" y="1656707"/>
                  </a:lnTo>
                  <a:lnTo>
                    <a:pt x="1122459" y="1668392"/>
                  </a:lnTo>
                  <a:lnTo>
                    <a:pt x="1134010" y="1676353"/>
                  </a:lnTo>
                  <a:lnTo>
                    <a:pt x="1148181" y="1679435"/>
                  </a:lnTo>
                </a:path>
                <a:path w="2853690" h="2667635">
                  <a:moveTo>
                    <a:pt x="1333487" y="1555940"/>
                  </a:moveTo>
                  <a:lnTo>
                    <a:pt x="1333703" y="1555940"/>
                  </a:lnTo>
                  <a:lnTo>
                    <a:pt x="1333919" y="1555940"/>
                  </a:lnTo>
                  <a:lnTo>
                    <a:pt x="1334134" y="1555940"/>
                  </a:lnTo>
                  <a:lnTo>
                    <a:pt x="1334566" y="1555940"/>
                  </a:lnTo>
                  <a:lnTo>
                    <a:pt x="1334998" y="1555927"/>
                  </a:lnTo>
                  <a:lnTo>
                    <a:pt x="1335430" y="1555915"/>
                  </a:lnTo>
                </a:path>
                <a:path w="2853690" h="2667635">
                  <a:moveTo>
                    <a:pt x="1335430" y="1555915"/>
                  </a:moveTo>
                  <a:lnTo>
                    <a:pt x="1349377" y="1552662"/>
                  </a:lnTo>
                  <a:lnTo>
                    <a:pt x="1360719" y="1544675"/>
                  </a:lnTo>
                  <a:lnTo>
                    <a:pt x="1368341" y="1533069"/>
                  </a:lnTo>
                  <a:lnTo>
                    <a:pt x="1371130" y="1518958"/>
                  </a:lnTo>
                  <a:lnTo>
                    <a:pt x="1368223" y="1504558"/>
                  </a:lnTo>
                  <a:lnTo>
                    <a:pt x="1360295" y="1492804"/>
                  </a:lnTo>
                  <a:lnTo>
                    <a:pt x="1348536" y="1484880"/>
                  </a:lnTo>
                  <a:lnTo>
                    <a:pt x="1334134" y="1481975"/>
                  </a:lnTo>
                  <a:lnTo>
                    <a:pt x="1319733" y="1484880"/>
                  </a:lnTo>
                  <a:lnTo>
                    <a:pt x="1307974" y="1492804"/>
                  </a:lnTo>
                  <a:lnTo>
                    <a:pt x="1300046" y="1504558"/>
                  </a:lnTo>
                  <a:lnTo>
                    <a:pt x="1297139" y="1518958"/>
                  </a:lnTo>
                  <a:lnTo>
                    <a:pt x="1299988" y="1533210"/>
                  </a:lnTo>
                  <a:lnTo>
                    <a:pt x="1307765" y="1544893"/>
                  </a:lnTo>
                  <a:lnTo>
                    <a:pt x="1319315" y="1552853"/>
                  </a:lnTo>
                  <a:lnTo>
                    <a:pt x="1333487" y="1555940"/>
                  </a:lnTo>
                </a:path>
                <a:path w="2853690" h="2667635">
                  <a:moveTo>
                    <a:pt x="2260028" y="1185443"/>
                  </a:moveTo>
                  <a:lnTo>
                    <a:pt x="2260244" y="1185443"/>
                  </a:lnTo>
                  <a:lnTo>
                    <a:pt x="2260460" y="1185443"/>
                  </a:lnTo>
                  <a:lnTo>
                    <a:pt x="2260676" y="1185443"/>
                  </a:lnTo>
                  <a:lnTo>
                    <a:pt x="2261323" y="1185443"/>
                  </a:lnTo>
                  <a:lnTo>
                    <a:pt x="2261971" y="1185430"/>
                  </a:lnTo>
                  <a:lnTo>
                    <a:pt x="2262619" y="1185392"/>
                  </a:lnTo>
                </a:path>
                <a:path w="2853690" h="2667635">
                  <a:moveTo>
                    <a:pt x="2262619" y="1185392"/>
                  </a:moveTo>
                  <a:lnTo>
                    <a:pt x="2276331" y="1181979"/>
                  </a:lnTo>
                  <a:lnTo>
                    <a:pt x="2287465" y="1173965"/>
                  </a:lnTo>
                  <a:lnTo>
                    <a:pt x="2294939" y="1162432"/>
                  </a:lnTo>
                  <a:lnTo>
                    <a:pt x="2297671" y="1148461"/>
                  </a:lnTo>
                  <a:lnTo>
                    <a:pt x="2294762" y="1134067"/>
                  </a:lnTo>
                  <a:lnTo>
                    <a:pt x="2286831" y="1122311"/>
                  </a:lnTo>
                  <a:lnTo>
                    <a:pt x="2275072" y="1114385"/>
                  </a:lnTo>
                  <a:lnTo>
                    <a:pt x="2260676" y="1111478"/>
                  </a:lnTo>
                  <a:lnTo>
                    <a:pt x="2246273" y="1114385"/>
                  </a:lnTo>
                  <a:lnTo>
                    <a:pt x="2234509" y="1122311"/>
                  </a:lnTo>
                  <a:lnTo>
                    <a:pt x="2226577" y="1134067"/>
                  </a:lnTo>
                  <a:lnTo>
                    <a:pt x="2223668" y="1148461"/>
                  </a:lnTo>
                  <a:lnTo>
                    <a:pt x="2226517" y="1162715"/>
                  </a:lnTo>
                  <a:lnTo>
                    <a:pt x="2234295" y="1174400"/>
                  </a:lnTo>
                  <a:lnTo>
                    <a:pt x="2245849" y="1182361"/>
                  </a:lnTo>
                  <a:lnTo>
                    <a:pt x="2260028" y="1185443"/>
                  </a:lnTo>
                </a:path>
                <a:path w="2853690" h="2667635">
                  <a:moveTo>
                    <a:pt x="1147533" y="1061923"/>
                  </a:moveTo>
                  <a:lnTo>
                    <a:pt x="1147965" y="1061935"/>
                  </a:lnTo>
                  <a:lnTo>
                    <a:pt x="1148397" y="1061948"/>
                  </a:lnTo>
                  <a:lnTo>
                    <a:pt x="1148829" y="1061948"/>
                  </a:lnTo>
                  <a:lnTo>
                    <a:pt x="1149489" y="1061948"/>
                  </a:lnTo>
                  <a:lnTo>
                    <a:pt x="1150137" y="1061935"/>
                  </a:lnTo>
                  <a:lnTo>
                    <a:pt x="1150772" y="1061897"/>
                  </a:lnTo>
                </a:path>
                <a:path w="2853690" h="2667635">
                  <a:moveTo>
                    <a:pt x="1150772" y="1061897"/>
                  </a:moveTo>
                  <a:lnTo>
                    <a:pt x="1164489" y="1058479"/>
                  </a:lnTo>
                  <a:lnTo>
                    <a:pt x="1175623" y="1050466"/>
                  </a:lnTo>
                  <a:lnTo>
                    <a:pt x="1183094" y="1038936"/>
                  </a:lnTo>
                  <a:lnTo>
                    <a:pt x="1185824" y="1024966"/>
                  </a:lnTo>
                  <a:lnTo>
                    <a:pt x="1182917" y="1010566"/>
                  </a:lnTo>
                  <a:lnTo>
                    <a:pt x="1174989" y="998812"/>
                  </a:lnTo>
                  <a:lnTo>
                    <a:pt x="1163230" y="990888"/>
                  </a:lnTo>
                  <a:lnTo>
                    <a:pt x="1148829" y="987983"/>
                  </a:lnTo>
                  <a:lnTo>
                    <a:pt x="1134428" y="990888"/>
                  </a:lnTo>
                  <a:lnTo>
                    <a:pt x="1122668" y="998812"/>
                  </a:lnTo>
                  <a:lnTo>
                    <a:pt x="1114741" y="1010566"/>
                  </a:lnTo>
                  <a:lnTo>
                    <a:pt x="1111834" y="1024966"/>
                  </a:lnTo>
                  <a:lnTo>
                    <a:pt x="1114624" y="1039079"/>
                  </a:lnTo>
                  <a:lnTo>
                    <a:pt x="1122249" y="1050688"/>
                  </a:lnTo>
                  <a:lnTo>
                    <a:pt x="1133592" y="1058675"/>
                  </a:lnTo>
                  <a:lnTo>
                    <a:pt x="1147533" y="1061923"/>
                  </a:lnTo>
                </a:path>
                <a:path w="2853690" h="2667635">
                  <a:moveTo>
                    <a:pt x="221653" y="1802930"/>
                  </a:moveTo>
                  <a:lnTo>
                    <a:pt x="221869" y="1802930"/>
                  </a:lnTo>
                  <a:lnTo>
                    <a:pt x="222084" y="1802942"/>
                  </a:lnTo>
                  <a:lnTo>
                    <a:pt x="222300" y="1802942"/>
                  </a:lnTo>
                  <a:lnTo>
                    <a:pt x="222732" y="1802942"/>
                  </a:lnTo>
                  <a:lnTo>
                    <a:pt x="223164" y="1802930"/>
                  </a:lnTo>
                  <a:lnTo>
                    <a:pt x="223596" y="1802917"/>
                  </a:lnTo>
                </a:path>
                <a:path w="2853690" h="2667635">
                  <a:moveTo>
                    <a:pt x="223596" y="1802917"/>
                  </a:moveTo>
                  <a:lnTo>
                    <a:pt x="237543" y="1799664"/>
                  </a:lnTo>
                  <a:lnTo>
                    <a:pt x="248885" y="1791676"/>
                  </a:lnTo>
                  <a:lnTo>
                    <a:pt x="256507" y="1780066"/>
                  </a:lnTo>
                  <a:lnTo>
                    <a:pt x="259295" y="1765947"/>
                  </a:lnTo>
                  <a:lnTo>
                    <a:pt x="256388" y="1751553"/>
                  </a:lnTo>
                  <a:lnTo>
                    <a:pt x="248461" y="1739798"/>
                  </a:lnTo>
                  <a:lnTo>
                    <a:pt x="236702" y="1731872"/>
                  </a:lnTo>
                  <a:lnTo>
                    <a:pt x="222300" y="1728965"/>
                  </a:lnTo>
                  <a:lnTo>
                    <a:pt x="207899" y="1731872"/>
                  </a:lnTo>
                  <a:lnTo>
                    <a:pt x="196140" y="1739798"/>
                  </a:lnTo>
                  <a:lnTo>
                    <a:pt x="188212" y="1751553"/>
                  </a:lnTo>
                  <a:lnTo>
                    <a:pt x="185305" y="1765947"/>
                  </a:lnTo>
                  <a:lnTo>
                    <a:pt x="188154" y="1780207"/>
                  </a:lnTo>
                  <a:lnTo>
                    <a:pt x="195930" y="1791892"/>
                  </a:lnTo>
                  <a:lnTo>
                    <a:pt x="207481" y="1799850"/>
                  </a:lnTo>
                  <a:lnTo>
                    <a:pt x="221653" y="1802930"/>
                  </a:lnTo>
                </a:path>
                <a:path w="2853690" h="2667635">
                  <a:moveTo>
                    <a:pt x="1518793" y="1308938"/>
                  </a:moveTo>
                  <a:lnTo>
                    <a:pt x="1519008" y="1308938"/>
                  </a:lnTo>
                  <a:lnTo>
                    <a:pt x="1519224" y="1308950"/>
                  </a:lnTo>
                  <a:lnTo>
                    <a:pt x="1519440" y="1308950"/>
                  </a:lnTo>
                  <a:lnTo>
                    <a:pt x="1519872" y="1308950"/>
                  </a:lnTo>
                  <a:lnTo>
                    <a:pt x="1520317" y="1308938"/>
                  </a:lnTo>
                  <a:lnTo>
                    <a:pt x="1520736" y="1308925"/>
                  </a:lnTo>
                </a:path>
                <a:path w="2853690" h="2667635">
                  <a:moveTo>
                    <a:pt x="1520736" y="1308925"/>
                  </a:moveTo>
                  <a:lnTo>
                    <a:pt x="1534683" y="1305670"/>
                  </a:lnTo>
                  <a:lnTo>
                    <a:pt x="1546024" y="1297679"/>
                  </a:lnTo>
                  <a:lnTo>
                    <a:pt x="1553647" y="1286069"/>
                  </a:lnTo>
                  <a:lnTo>
                    <a:pt x="1556435" y="1271955"/>
                  </a:lnTo>
                  <a:lnTo>
                    <a:pt x="1553528" y="1257561"/>
                  </a:lnTo>
                  <a:lnTo>
                    <a:pt x="1545601" y="1245806"/>
                  </a:lnTo>
                  <a:lnTo>
                    <a:pt x="1533841" y="1237880"/>
                  </a:lnTo>
                  <a:lnTo>
                    <a:pt x="1519440" y="1234973"/>
                  </a:lnTo>
                  <a:lnTo>
                    <a:pt x="1505039" y="1237880"/>
                  </a:lnTo>
                  <a:lnTo>
                    <a:pt x="1493280" y="1245806"/>
                  </a:lnTo>
                  <a:lnTo>
                    <a:pt x="1485352" y="1257561"/>
                  </a:lnTo>
                  <a:lnTo>
                    <a:pt x="1482445" y="1271955"/>
                  </a:lnTo>
                  <a:lnTo>
                    <a:pt x="1485294" y="1286215"/>
                  </a:lnTo>
                  <a:lnTo>
                    <a:pt x="1493070" y="1297900"/>
                  </a:lnTo>
                  <a:lnTo>
                    <a:pt x="1504621" y="1305858"/>
                  </a:lnTo>
                  <a:lnTo>
                    <a:pt x="1518793" y="1308938"/>
                  </a:lnTo>
                </a:path>
                <a:path w="2853690" h="2667635">
                  <a:moveTo>
                    <a:pt x="1333487" y="1185443"/>
                  </a:moveTo>
                  <a:lnTo>
                    <a:pt x="1333703" y="1185443"/>
                  </a:lnTo>
                  <a:lnTo>
                    <a:pt x="1333919" y="1185443"/>
                  </a:lnTo>
                  <a:lnTo>
                    <a:pt x="1334134" y="1185443"/>
                  </a:lnTo>
                  <a:lnTo>
                    <a:pt x="1334795" y="1185443"/>
                  </a:lnTo>
                  <a:lnTo>
                    <a:pt x="1335443" y="1185430"/>
                  </a:lnTo>
                  <a:lnTo>
                    <a:pt x="1336078" y="1185392"/>
                  </a:lnTo>
                </a:path>
                <a:path w="2853690" h="2667635">
                  <a:moveTo>
                    <a:pt x="1336078" y="1185392"/>
                  </a:moveTo>
                  <a:lnTo>
                    <a:pt x="1349795" y="1181979"/>
                  </a:lnTo>
                  <a:lnTo>
                    <a:pt x="1360928" y="1173965"/>
                  </a:lnTo>
                  <a:lnTo>
                    <a:pt x="1368399" y="1162432"/>
                  </a:lnTo>
                  <a:lnTo>
                    <a:pt x="1371130" y="1148461"/>
                  </a:lnTo>
                  <a:lnTo>
                    <a:pt x="1368223" y="1134067"/>
                  </a:lnTo>
                  <a:lnTo>
                    <a:pt x="1360295" y="1122311"/>
                  </a:lnTo>
                  <a:lnTo>
                    <a:pt x="1348536" y="1114385"/>
                  </a:lnTo>
                  <a:lnTo>
                    <a:pt x="1334134" y="1111478"/>
                  </a:lnTo>
                  <a:lnTo>
                    <a:pt x="1319733" y="1114385"/>
                  </a:lnTo>
                  <a:lnTo>
                    <a:pt x="1307974" y="1122311"/>
                  </a:lnTo>
                  <a:lnTo>
                    <a:pt x="1300046" y="1134067"/>
                  </a:lnTo>
                  <a:lnTo>
                    <a:pt x="1297139" y="1148461"/>
                  </a:lnTo>
                  <a:lnTo>
                    <a:pt x="1299988" y="1162715"/>
                  </a:lnTo>
                  <a:lnTo>
                    <a:pt x="1307765" y="1174400"/>
                  </a:lnTo>
                  <a:lnTo>
                    <a:pt x="1319315" y="1182361"/>
                  </a:lnTo>
                  <a:lnTo>
                    <a:pt x="1333487" y="1185443"/>
                  </a:lnTo>
                </a:path>
                <a:path w="2853690" h="2667635">
                  <a:moveTo>
                    <a:pt x="406958" y="2667419"/>
                  </a:moveTo>
                  <a:lnTo>
                    <a:pt x="406958" y="2667419"/>
                  </a:lnTo>
                  <a:lnTo>
                    <a:pt x="408470" y="2667419"/>
                  </a:lnTo>
                  <a:lnTo>
                    <a:pt x="408901" y="2667406"/>
                  </a:lnTo>
                </a:path>
                <a:path w="2853690" h="2667635">
                  <a:moveTo>
                    <a:pt x="408901" y="2667406"/>
                  </a:moveTo>
                  <a:lnTo>
                    <a:pt x="422848" y="2664121"/>
                  </a:lnTo>
                  <a:lnTo>
                    <a:pt x="434190" y="2656063"/>
                  </a:lnTo>
                  <a:lnTo>
                    <a:pt x="441813" y="2644355"/>
                  </a:lnTo>
                  <a:lnTo>
                    <a:pt x="444601" y="2630119"/>
                  </a:lnTo>
                  <a:lnTo>
                    <a:pt x="441694" y="2615593"/>
                  </a:lnTo>
                  <a:lnTo>
                    <a:pt x="433766" y="2603733"/>
                  </a:lnTo>
                  <a:lnTo>
                    <a:pt x="422007" y="2595738"/>
                  </a:lnTo>
                  <a:lnTo>
                    <a:pt x="407606" y="2592806"/>
                  </a:lnTo>
                  <a:lnTo>
                    <a:pt x="393205" y="2595738"/>
                  </a:lnTo>
                  <a:lnTo>
                    <a:pt x="381446" y="2603733"/>
                  </a:lnTo>
                  <a:lnTo>
                    <a:pt x="373518" y="2615593"/>
                  </a:lnTo>
                  <a:lnTo>
                    <a:pt x="370611" y="2630119"/>
                  </a:lnTo>
                  <a:lnTo>
                    <a:pt x="373459" y="2644498"/>
                  </a:lnTo>
                  <a:lnTo>
                    <a:pt x="381236" y="2656284"/>
                  </a:lnTo>
                  <a:lnTo>
                    <a:pt x="392787" y="2664312"/>
                  </a:lnTo>
                  <a:lnTo>
                    <a:pt x="406958" y="2667419"/>
                  </a:lnTo>
                </a:path>
                <a:path w="2853690" h="2667635">
                  <a:moveTo>
                    <a:pt x="221653" y="1555940"/>
                  </a:moveTo>
                  <a:lnTo>
                    <a:pt x="221869" y="1555940"/>
                  </a:lnTo>
                  <a:lnTo>
                    <a:pt x="222084" y="1555940"/>
                  </a:lnTo>
                  <a:lnTo>
                    <a:pt x="222300" y="1555940"/>
                  </a:lnTo>
                  <a:lnTo>
                    <a:pt x="222732" y="1555940"/>
                  </a:lnTo>
                  <a:lnTo>
                    <a:pt x="223164" y="1555927"/>
                  </a:lnTo>
                  <a:lnTo>
                    <a:pt x="223596" y="1555915"/>
                  </a:lnTo>
                </a:path>
                <a:path w="2853690" h="2667635">
                  <a:moveTo>
                    <a:pt x="223596" y="1555915"/>
                  </a:moveTo>
                  <a:lnTo>
                    <a:pt x="237543" y="1552662"/>
                  </a:lnTo>
                  <a:lnTo>
                    <a:pt x="248885" y="1544675"/>
                  </a:lnTo>
                  <a:lnTo>
                    <a:pt x="256507" y="1533069"/>
                  </a:lnTo>
                  <a:lnTo>
                    <a:pt x="259295" y="1518958"/>
                  </a:lnTo>
                  <a:lnTo>
                    <a:pt x="256388" y="1504558"/>
                  </a:lnTo>
                  <a:lnTo>
                    <a:pt x="248461" y="1492804"/>
                  </a:lnTo>
                  <a:lnTo>
                    <a:pt x="236702" y="1484880"/>
                  </a:lnTo>
                  <a:lnTo>
                    <a:pt x="222300" y="1481975"/>
                  </a:lnTo>
                  <a:lnTo>
                    <a:pt x="207899" y="1484880"/>
                  </a:lnTo>
                  <a:lnTo>
                    <a:pt x="196140" y="1492804"/>
                  </a:lnTo>
                  <a:lnTo>
                    <a:pt x="188212" y="1504558"/>
                  </a:lnTo>
                  <a:lnTo>
                    <a:pt x="185305" y="1518958"/>
                  </a:lnTo>
                  <a:lnTo>
                    <a:pt x="188154" y="1533210"/>
                  </a:lnTo>
                  <a:lnTo>
                    <a:pt x="195930" y="1544893"/>
                  </a:lnTo>
                  <a:lnTo>
                    <a:pt x="207481" y="1552853"/>
                  </a:lnTo>
                  <a:lnTo>
                    <a:pt x="221653" y="1555940"/>
                  </a:lnTo>
                </a:path>
                <a:path w="2853690" h="2667635">
                  <a:moveTo>
                    <a:pt x="1333487" y="1185443"/>
                  </a:moveTo>
                  <a:lnTo>
                    <a:pt x="1333703" y="1185443"/>
                  </a:lnTo>
                  <a:lnTo>
                    <a:pt x="1333919" y="1185443"/>
                  </a:lnTo>
                  <a:lnTo>
                    <a:pt x="1334134" y="1185443"/>
                  </a:lnTo>
                  <a:lnTo>
                    <a:pt x="1334795" y="1185443"/>
                  </a:lnTo>
                  <a:lnTo>
                    <a:pt x="1335443" y="1185430"/>
                  </a:lnTo>
                  <a:lnTo>
                    <a:pt x="1336078" y="1185392"/>
                  </a:lnTo>
                </a:path>
                <a:path w="2853690" h="2667635">
                  <a:moveTo>
                    <a:pt x="1336078" y="1185392"/>
                  </a:moveTo>
                  <a:lnTo>
                    <a:pt x="1349795" y="1181979"/>
                  </a:lnTo>
                  <a:lnTo>
                    <a:pt x="1360928" y="1173965"/>
                  </a:lnTo>
                  <a:lnTo>
                    <a:pt x="1368399" y="1162432"/>
                  </a:lnTo>
                  <a:lnTo>
                    <a:pt x="1371130" y="1148461"/>
                  </a:lnTo>
                  <a:lnTo>
                    <a:pt x="1368223" y="1134067"/>
                  </a:lnTo>
                  <a:lnTo>
                    <a:pt x="1360295" y="1122311"/>
                  </a:lnTo>
                  <a:lnTo>
                    <a:pt x="1348536" y="1114385"/>
                  </a:lnTo>
                  <a:lnTo>
                    <a:pt x="1334134" y="1111478"/>
                  </a:lnTo>
                  <a:lnTo>
                    <a:pt x="1319733" y="1114385"/>
                  </a:lnTo>
                  <a:lnTo>
                    <a:pt x="1307974" y="1122311"/>
                  </a:lnTo>
                  <a:lnTo>
                    <a:pt x="1300046" y="1134067"/>
                  </a:lnTo>
                  <a:lnTo>
                    <a:pt x="1297139" y="1148461"/>
                  </a:lnTo>
                  <a:lnTo>
                    <a:pt x="1299988" y="1162715"/>
                  </a:lnTo>
                  <a:lnTo>
                    <a:pt x="1307765" y="1174400"/>
                  </a:lnTo>
                  <a:lnTo>
                    <a:pt x="1319315" y="1182361"/>
                  </a:lnTo>
                  <a:lnTo>
                    <a:pt x="1333487" y="1185443"/>
                  </a:lnTo>
                </a:path>
                <a:path w="2853690" h="2667635">
                  <a:moveTo>
                    <a:pt x="1518158" y="814933"/>
                  </a:moveTo>
                  <a:lnTo>
                    <a:pt x="1518577" y="814946"/>
                  </a:lnTo>
                  <a:lnTo>
                    <a:pt x="1519008" y="814959"/>
                  </a:lnTo>
                  <a:lnTo>
                    <a:pt x="1519440" y="814959"/>
                  </a:lnTo>
                  <a:lnTo>
                    <a:pt x="1520101" y="814959"/>
                  </a:lnTo>
                  <a:lnTo>
                    <a:pt x="1520748" y="814933"/>
                  </a:lnTo>
                  <a:lnTo>
                    <a:pt x="1521383" y="814908"/>
                  </a:lnTo>
                </a:path>
                <a:path w="2853690" h="2667635">
                  <a:moveTo>
                    <a:pt x="1521383" y="814908"/>
                  </a:moveTo>
                  <a:lnTo>
                    <a:pt x="1535100" y="811487"/>
                  </a:lnTo>
                  <a:lnTo>
                    <a:pt x="1546234" y="803470"/>
                  </a:lnTo>
                  <a:lnTo>
                    <a:pt x="1553705" y="791935"/>
                  </a:lnTo>
                  <a:lnTo>
                    <a:pt x="1556435" y="777963"/>
                  </a:lnTo>
                  <a:lnTo>
                    <a:pt x="1553528" y="763570"/>
                  </a:lnTo>
                  <a:lnTo>
                    <a:pt x="1545601" y="751814"/>
                  </a:lnTo>
                  <a:lnTo>
                    <a:pt x="1533841" y="743888"/>
                  </a:lnTo>
                  <a:lnTo>
                    <a:pt x="1519440" y="740981"/>
                  </a:lnTo>
                  <a:lnTo>
                    <a:pt x="1505039" y="743888"/>
                  </a:lnTo>
                  <a:lnTo>
                    <a:pt x="1493280" y="751814"/>
                  </a:lnTo>
                  <a:lnTo>
                    <a:pt x="1485352" y="763570"/>
                  </a:lnTo>
                  <a:lnTo>
                    <a:pt x="1482445" y="777963"/>
                  </a:lnTo>
                  <a:lnTo>
                    <a:pt x="1485236" y="792082"/>
                  </a:lnTo>
                  <a:lnTo>
                    <a:pt x="1492862" y="803692"/>
                  </a:lnTo>
                  <a:lnTo>
                    <a:pt x="1504209" y="811680"/>
                  </a:lnTo>
                  <a:lnTo>
                    <a:pt x="1518158" y="814933"/>
                  </a:lnTo>
                </a:path>
                <a:path w="2853690" h="2667635">
                  <a:moveTo>
                    <a:pt x="962875" y="1802930"/>
                  </a:moveTo>
                  <a:lnTo>
                    <a:pt x="963091" y="1802930"/>
                  </a:lnTo>
                  <a:lnTo>
                    <a:pt x="963307" y="1802942"/>
                  </a:lnTo>
                  <a:lnTo>
                    <a:pt x="963523" y="1802942"/>
                  </a:lnTo>
                  <a:lnTo>
                    <a:pt x="963955" y="1802942"/>
                  </a:lnTo>
                  <a:lnTo>
                    <a:pt x="964387" y="1802930"/>
                  </a:lnTo>
                  <a:lnTo>
                    <a:pt x="964819" y="1802917"/>
                  </a:lnTo>
                </a:path>
                <a:path w="2853690" h="2667635">
                  <a:moveTo>
                    <a:pt x="964819" y="1802917"/>
                  </a:moveTo>
                  <a:lnTo>
                    <a:pt x="978765" y="1799664"/>
                  </a:lnTo>
                  <a:lnTo>
                    <a:pt x="990107" y="1791676"/>
                  </a:lnTo>
                  <a:lnTo>
                    <a:pt x="997730" y="1780066"/>
                  </a:lnTo>
                  <a:lnTo>
                    <a:pt x="1000518" y="1765947"/>
                  </a:lnTo>
                  <a:lnTo>
                    <a:pt x="997611" y="1751553"/>
                  </a:lnTo>
                  <a:lnTo>
                    <a:pt x="989684" y="1739798"/>
                  </a:lnTo>
                  <a:lnTo>
                    <a:pt x="977924" y="1731872"/>
                  </a:lnTo>
                  <a:lnTo>
                    <a:pt x="963523" y="1728965"/>
                  </a:lnTo>
                  <a:lnTo>
                    <a:pt x="949122" y="1731872"/>
                  </a:lnTo>
                  <a:lnTo>
                    <a:pt x="937363" y="1739798"/>
                  </a:lnTo>
                  <a:lnTo>
                    <a:pt x="929435" y="1751553"/>
                  </a:lnTo>
                  <a:lnTo>
                    <a:pt x="926528" y="1765947"/>
                  </a:lnTo>
                  <a:lnTo>
                    <a:pt x="929377" y="1780207"/>
                  </a:lnTo>
                  <a:lnTo>
                    <a:pt x="937153" y="1791892"/>
                  </a:lnTo>
                  <a:lnTo>
                    <a:pt x="948704" y="1799850"/>
                  </a:lnTo>
                  <a:lnTo>
                    <a:pt x="962875" y="1802930"/>
                  </a:lnTo>
                </a:path>
                <a:path w="2853690" h="2667635">
                  <a:moveTo>
                    <a:pt x="1518158" y="814933"/>
                  </a:moveTo>
                  <a:lnTo>
                    <a:pt x="1518577" y="814946"/>
                  </a:lnTo>
                  <a:lnTo>
                    <a:pt x="1519008" y="814959"/>
                  </a:lnTo>
                  <a:lnTo>
                    <a:pt x="1519440" y="814959"/>
                  </a:lnTo>
                  <a:lnTo>
                    <a:pt x="1520101" y="814959"/>
                  </a:lnTo>
                  <a:lnTo>
                    <a:pt x="1520748" y="814933"/>
                  </a:lnTo>
                  <a:lnTo>
                    <a:pt x="1521383" y="814908"/>
                  </a:lnTo>
                </a:path>
                <a:path w="2853690" h="2667635">
                  <a:moveTo>
                    <a:pt x="1521383" y="814908"/>
                  </a:moveTo>
                  <a:lnTo>
                    <a:pt x="1535100" y="811487"/>
                  </a:lnTo>
                  <a:lnTo>
                    <a:pt x="1546234" y="803470"/>
                  </a:lnTo>
                  <a:lnTo>
                    <a:pt x="1553705" y="791935"/>
                  </a:lnTo>
                  <a:lnTo>
                    <a:pt x="1556435" y="777963"/>
                  </a:lnTo>
                  <a:lnTo>
                    <a:pt x="1553528" y="763570"/>
                  </a:lnTo>
                  <a:lnTo>
                    <a:pt x="1545601" y="751814"/>
                  </a:lnTo>
                  <a:lnTo>
                    <a:pt x="1533841" y="743888"/>
                  </a:lnTo>
                  <a:lnTo>
                    <a:pt x="1519440" y="740981"/>
                  </a:lnTo>
                  <a:lnTo>
                    <a:pt x="1505039" y="743888"/>
                  </a:lnTo>
                  <a:lnTo>
                    <a:pt x="1493280" y="751814"/>
                  </a:lnTo>
                  <a:lnTo>
                    <a:pt x="1485352" y="763570"/>
                  </a:lnTo>
                  <a:lnTo>
                    <a:pt x="1482445" y="777963"/>
                  </a:lnTo>
                  <a:lnTo>
                    <a:pt x="1485236" y="792082"/>
                  </a:lnTo>
                  <a:lnTo>
                    <a:pt x="1492862" y="803692"/>
                  </a:lnTo>
                  <a:lnTo>
                    <a:pt x="1504209" y="811680"/>
                  </a:lnTo>
                  <a:lnTo>
                    <a:pt x="1518158" y="814933"/>
                  </a:lnTo>
                </a:path>
                <a:path w="2853690" h="2667635">
                  <a:moveTo>
                    <a:pt x="592264" y="1555940"/>
                  </a:moveTo>
                  <a:lnTo>
                    <a:pt x="592480" y="1555940"/>
                  </a:lnTo>
                  <a:lnTo>
                    <a:pt x="592696" y="1555940"/>
                  </a:lnTo>
                  <a:lnTo>
                    <a:pt x="592912" y="1555940"/>
                  </a:lnTo>
                  <a:lnTo>
                    <a:pt x="593344" y="1555940"/>
                  </a:lnTo>
                  <a:lnTo>
                    <a:pt x="593775" y="1555927"/>
                  </a:lnTo>
                  <a:lnTo>
                    <a:pt x="594207" y="1555915"/>
                  </a:lnTo>
                </a:path>
                <a:path w="2853690" h="2667635">
                  <a:moveTo>
                    <a:pt x="594207" y="1555915"/>
                  </a:moveTo>
                  <a:lnTo>
                    <a:pt x="608154" y="1552662"/>
                  </a:lnTo>
                  <a:lnTo>
                    <a:pt x="619496" y="1544675"/>
                  </a:lnTo>
                  <a:lnTo>
                    <a:pt x="627118" y="1533069"/>
                  </a:lnTo>
                  <a:lnTo>
                    <a:pt x="629907" y="1518958"/>
                  </a:lnTo>
                  <a:lnTo>
                    <a:pt x="627000" y="1504558"/>
                  </a:lnTo>
                  <a:lnTo>
                    <a:pt x="619072" y="1492804"/>
                  </a:lnTo>
                  <a:lnTo>
                    <a:pt x="607313" y="1484880"/>
                  </a:lnTo>
                  <a:lnTo>
                    <a:pt x="592912" y="1481975"/>
                  </a:lnTo>
                  <a:lnTo>
                    <a:pt x="578510" y="1484880"/>
                  </a:lnTo>
                  <a:lnTo>
                    <a:pt x="566751" y="1492804"/>
                  </a:lnTo>
                  <a:lnTo>
                    <a:pt x="558824" y="1504558"/>
                  </a:lnTo>
                  <a:lnTo>
                    <a:pt x="555917" y="1518958"/>
                  </a:lnTo>
                  <a:lnTo>
                    <a:pt x="558765" y="1533210"/>
                  </a:lnTo>
                  <a:lnTo>
                    <a:pt x="566542" y="1544893"/>
                  </a:lnTo>
                  <a:lnTo>
                    <a:pt x="578093" y="1552853"/>
                  </a:lnTo>
                  <a:lnTo>
                    <a:pt x="592264" y="1555940"/>
                  </a:lnTo>
                </a:path>
                <a:path w="2853690" h="2667635">
                  <a:moveTo>
                    <a:pt x="1888769" y="938428"/>
                  </a:moveTo>
                  <a:lnTo>
                    <a:pt x="1889188" y="938441"/>
                  </a:lnTo>
                  <a:lnTo>
                    <a:pt x="1889620" y="938453"/>
                  </a:lnTo>
                  <a:lnTo>
                    <a:pt x="1890052" y="938453"/>
                  </a:lnTo>
                  <a:lnTo>
                    <a:pt x="1890712" y="938453"/>
                  </a:lnTo>
                  <a:lnTo>
                    <a:pt x="1891360" y="938428"/>
                  </a:lnTo>
                  <a:lnTo>
                    <a:pt x="1892007" y="938403"/>
                  </a:lnTo>
                </a:path>
                <a:path w="2853690" h="2667635">
                  <a:moveTo>
                    <a:pt x="1892007" y="938403"/>
                  </a:moveTo>
                  <a:lnTo>
                    <a:pt x="1905719" y="934984"/>
                  </a:lnTo>
                  <a:lnTo>
                    <a:pt x="1916853" y="926971"/>
                  </a:lnTo>
                  <a:lnTo>
                    <a:pt x="1924328" y="915441"/>
                  </a:lnTo>
                  <a:lnTo>
                    <a:pt x="1927059" y="901471"/>
                  </a:lnTo>
                  <a:lnTo>
                    <a:pt x="1924151" y="887070"/>
                  </a:lnTo>
                  <a:lnTo>
                    <a:pt x="1916218" y="875310"/>
                  </a:lnTo>
                  <a:lnTo>
                    <a:pt x="1904455" y="867383"/>
                  </a:lnTo>
                  <a:lnTo>
                    <a:pt x="1890052" y="864476"/>
                  </a:lnTo>
                  <a:lnTo>
                    <a:pt x="1875656" y="867383"/>
                  </a:lnTo>
                  <a:lnTo>
                    <a:pt x="1863896" y="875310"/>
                  </a:lnTo>
                  <a:lnTo>
                    <a:pt x="1855965" y="887070"/>
                  </a:lnTo>
                  <a:lnTo>
                    <a:pt x="1853057" y="901471"/>
                  </a:lnTo>
                  <a:lnTo>
                    <a:pt x="1855847" y="915582"/>
                  </a:lnTo>
                  <a:lnTo>
                    <a:pt x="1863474" y="927188"/>
                  </a:lnTo>
                  <a:lnTo>
                    <a:pt x="1874820" y="935175"/>
                  </a:lnTo>
                  <a:lnTo>
                    <a:pt x="1888769" y="938428"/>
                  </a:lnTo>
                </a:path>
                <a:path w="2853690" h="2667635">
                  <a:moveTo>
                    <a:pt x="1333487" y="1432433"/>
                  </a:moveTo>
                  <a:lnTo>
                    <a:pt x="1333703" y="1432445"/>
                  </a:lnTo>
                  <a:lnTo>
                    <a:pt x="1333919" y="1432445"/>
                  </a:lnTo>
                  <a:lnTo>
                    <a:pt x="1334134" y="1432445"/>
                  </a:lnTo>
                  <a:lnTo>
                    <a:pt x="1334566" y="1432445"/>
                  </a:lnTo>
                  <a:lnTo>
                    <a:pt x="1334998" y="1432433"/>
                  </a:lnTo>
                  <a:lnTo>
                    <a:pt x="1335430" y="1432420"/>
                  </a:lnTo>
                </a:path>
                <a:path w="2853690" h="2667635">
                  <a:moveTo>
                    <a:pt x="1335430" y="1432420"/>
                  </a:moveTo>
                  <a:lnTo>
                    <a:pt x="1349377" y="1429167"/>
                  </a:lnTo>
                  <a:lnTo>
                    <a:pt x="1360719" y="1421180"/>
                  </a:lnTo>
                  <a:lnTo>
                    <a:pt x="1368341" y="1409574"/>
                  </a:lnTo>
                  <a:lnTo>
                    <a:pt x="1371130" y="1395463"/>
                  </a:lnTo>
                  <a:lnTo>
                    <a:pt x="1368223" y="1381062"/>
                  </a:lnTo>
                  <a:lnTo>
                    <a:pt x="1360295" y="1369302"/>
                  </a:lnTo>
                  <a:lnTo>
                    <a:pt x="1348536" y="1361375"/>
                  </a:lnTo>
                  <a:lnTo>
                    <a:pt x="1334134" y="1358468"/>
                  </a:lnTo>
                  <a:lnTo>
                    <a:pt x="1319733" y="1361375"/>
                  </a:lnTo>
                  <a:lnTo>
                    <a:pt x="1307974" y="1369302"/>
                  </a:lnTo>
                  <a:lnTo>
                    <a:pt x="1300046" y="1381062"/>
                  </a:lnTo>
                  <a:lnTo>
                    <a:pt x="1297139" y="1395463"/>
                  </a:lnTo>
                  <a:lnTo>
                    <a:pt x="1299988" y="1409715"/>
                  </a:lnTo>
                  <a:lnTo>
                    <a:pt x="1307765" y="1421396"/>
                  </a:lnTo>
                  <a:lnTo>
                    <a:pt x="1319315" y="1429353"/>
                  </a:lnTo>
                  <a:lnTo>
                    <a:pt x="1333487" y="1432433"/>
                  </a:lnTo>
                </a:path>
              </a:pathLst>
            </a:custGeom>
            <a:ln w="3213">
              <a:solidFill>
                <a:srgbClr val="0000F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309622" y="6041669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4.0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36163" y="6041669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4.5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62044" y="6041669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5.0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88585" y="6041669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5.5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15113" y="6041669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6.0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89035" y="5853849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2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89035" y="4618875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3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289035" y="3383889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4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289035" y="2149550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91732" y="2765450"/>
            <a:ext cx="18681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1st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Times New Roman"/>
                <a:cs typeface="Times New Roman"/>
              </a:rPr>
              <a:t>Principal </a:t>
            </a:r>
            <a:r>
              <a:rPr dirty="0" sz="2400" i="1">
                <a:latin typeface="Times New Roman"/>
                <a:cs typeface="Times New Roman"/>
              </a:rPr>
              <a:t>Component,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 spc="-75" i="1">
                <a:latin typeface="Times New Roman"/>
                <a:cs typeface="Times New Roman"/>
              </a:rPr>
              <a:t>y</a:t>
            </a:r>
            <a:r>
              <a:rPr dirty="0" baseline="-17921" sz="2325" spc="-112">
                <a:latin typeface="Microsoft YaHei UI"/>
                <a:cs typeface="Microsoft YaHei UI"/>
              </a:rPr>
              <a:t>1</a:t>
            </a:r>
            <a:endParaRPr baseline="-17921" sz="2325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1732" y="2308250"/>
            <a:ext cx="18681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2nd </a:t>
            </a:r>
            <a:r>
              <a:rPr dirty="0" sz="2400" spc="-10" i="1">
                <a:latin typeface="Times New Roman"/>
                <a:cs typeface="Times New Roman"/>
              </a:rPr>
              <a:t>Principal </a:t>
            </a:r>
            <a:r>
              <a:rPr dirty="0" sz="2400" i="1">
                <a:latin typeface="Times New Roman"/>
                <a:cs typeface="Times New Roman"/>
              </a:rPr>
              <a:t>Component,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y</a:t>
            </a:r>
            <a:r>
              <a:rPr dirty="0" baseline="-17921" sz="2325" spc="-37" i="1"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934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2979204" y="3124200"/>
            <a:ext cx="2903855" cy="2296160"/>
            <a:chOff x="2979204" y="3124200"/>
            <a:chExt cx="2903855" cy="2296160"/>
          </a:xfrm>
        </p:grpSpPr>
        <p:sp>
          <p:nvSpPr>
            <p:cNvPr id="18" name="object 18" descr=""/>
            <p:cNvSpPr/>
            <p:nvPr/>
          </p:nvSpPr>
          <p:spPr>
            <a:xfrm>
              <a:off x="2979204" y="3124200"/>
              <a:ext cx="2903855" cy="2296160"/>
            </a:xfrm>
            <a:custGeom>
              <a:avLst/>
              <a:gdLst/>
              <a:ahLst/>
              <a:cxnLst/>
              <a:rect l="l" t="t" r="r" b="b"/>
              <a:pathLst>
                <a:path w="2903854" h="2296160">
                  <a:moveTo>
                    <a:pt x="2835804" y="37254"/>
                  </a:moveTo>
                  <a:lnTo>
                    <a:pt x="0" y="2276030"/>
                  </a:lnTo>
                  <a:lnTo>
                    <a:pt x="15748" y="2295969"/>
                  </a:lnTo>
                  <a:lnTo>
                    <a:pt x="2851536" y="57183"/>
                  </a:lnTo>
                  <a:lnTo>
                    <a:pt x="2835804" y="37254"/>
                  </a:lnTo>
                  <a:close/>
                </a:path>
                <a:path w="2903854" h="2296160">
                  <a:moveTo>
                    <a:pt x="2891530" y="25450"/>
                  </a:moveTo>
                  <a:lnTo>
                    <a:pt x="2850756" y="25450"/>
                  </a:lnTo>
                  <a:lnTo>
                    <a:pt x="2866491" y="45377"/>
                  </a:lnTo>
                  <a:lnTo>
                    <a:pt x="2851536" y="57183"/>
                  </a:lnTo>
                  <a:lnTo>
                    <a:pt x="2867279" y="77127"/>
                  </a:lnTo>
                  <a:lnTo>
                    <a:pt x="2891530" y="25450"/>
                  </a:lnTo>
                  <a:close/>
                </a:path>
                <a:path w="2903854" h="2296160">
                  <a:moveTo>
                    <a:pt x="2850756" y="25450"/>
                  </a:moveTo>
                  <a:lnTo>
                    <a:pt x="2835804" y="37254"/>
                  </a:lnTo>
                  <a:lnTo>
                    <a:pt x="2851536" y="57183"/>
                  </a:lnTo>
                  <a:lnTo>
                    <a:pt x="2866491" y="45377"/>
                  </a:lnTo>
                  <a:lnTo>
                    <a:pt x="2850756" y="25450"/>
                  </a:lnTo>
                  <a:close/>
                </a:path>
                <a:path w="2903854" h="2296160">
                  <a:moveTo>
                    <a:pt x="2903473" y="0"/>
                  </a:moveTo>
                  <a:lnTo>
                    <a:pt x="2820060" y="17310"/>
                  </a:lnTo>
                  <a:lnTo>
                    <a:pt x="2835804" y="37254"/>
                  </a:lnTo>
                  <a:lnTo>
                    <a:pt x="2850756" y="25450"/>
                  </a:lnTo>
                  <a:lnTo>
                    <a:pt x="2891530" y="25450"/>
                  </a:lnTo>
                  <a:lnTo>
                    <a:pt x="2903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25278" y="3505200"/>
              <a:ext cx="1685925" cy="1837689"/>
            </a:xfrm>
            <a:custGeom>
              <a:avLst/>
              <a:gdLst/>
              <a:ahLst/>
              <a:cxnLst/>
              <a:rect l="l" t="t" r="r" b="b"/>
              <a:pathLst>
                <a:path w="1685925" h="1837689">
                  <a:moveTo>
                    <a:pt x="60857" y="47588"/>
                  </a:moveTo>
                  <a:lnTo>
                    <a:pt x="42131" y="64751"/>
                  </a:lnTo>
                  <a:lnTo>
                    <a:pt x="1667040" y="1837385"/>
                  </a:lnTo>
                  <a:lnTo>
                    <a:pt x="1685759" y="1820214"/>
                  </a:lnTo>
                  <a:lnTo>
                    <a:pt x="60857" y="47588"/>
                  </a:lnTo>
                  <a:close/>
                </a:path>
                <a:path w="1685925" h="1837689">
                  <a:moveTo>
                    <a:pt x="0" y="0"/>
                  </a:moveTo>
                  <a:lnTo>
                    <a:pt x="23406" y="81914"/>
                  </a:lnTo>
                  <a:lnTo>
                    <a:pt x="42131" y="64751"/>
                  </a:lnTo>
                  <a:lnTo>
                    <a:pt x="29260" y="50711"/>
                  </a:lnTo>
                  <a:lnTo>
                    <a:pt x="47980" y="33540"/>
                  </a:lnTo>
                  <a:lnTo>
                    <a:pt x="76183" y="33540"/>
                  </a:lnTo>
                  <a:lnTo>
                    <a:pt x="79578" y="30429"/>
                  </a:lnTo>
                  <a:lnTo>
                    <a:pt x="0" y="0"/>
                  </a:lnTo>
                  <a:close/>
                </a:path>
                <a:path w="1685925" h="1837689">
                  <a:moveTo>
                    <a:pt x="47980" y="33540"/>
                  </a:moveTo>
                  <a:lnTo>
                    <a:pt x="29260" y="50711"/>
                  </a:lnTo>
                  <a:lnTo>
                    <a:pt x="42131" y="64751"/>
                  </a:lnTo>
                  <a:lnTo>
                    <a:pt x="60857" y="47588"/>
                  </a:lnTo>
                  <a:lnTo>
                    <a:pt x="47980" y="33540"/>
                  </a:lnTo>
                  <a:close/>
                </a:path>
                <a:path w="1685925" h="1837689">
                  <a:moveTo>
                    <a:pt x="76183" y="33540"/>
                  </a:moveTo>
                  <a:lnTo>
                    <a:pt x="47980" y="33540"/>
                  </a:lnTo>
                  <a:lnTo>
                    <a:pt x="60857" y="47588"/>
                  </a:lnTo>
                  <a:lnTo>
                    <a:pt x="76183" y="3354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71826" y="5893257"/>
            <a:ext cx="3705225" cy="111760"/>
          </a:xfrm>
          <a:custGeom>
            <a:avLst/>
            <a:gdLst/>
            <a:ahLst/>
            <a:cxnLst/>
            <a:rect l="l" t="t" r="r" b="b"/>
            <a:pathLst>
              <a:path w="3705225" h="111760">
                <a:moveTo>
                  <a:pt x="0" y="111277"/>
                </a:moveTo>
                <a:lnTo>
                  <a:pt x="3704932" y="111277"/>
                </a:lnTo>
              </a:path>
              <a:path w="3705225" h="111760">
                <a:moveTo>
                  <a:pt x="0" y="0"/>
                </a:moveTo>
                <a:lnTo>
                  <a:pt x="0" y="111277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305380" y="6034036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4.0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398227" y="5893257"/>
            <a:ext cx="0" cy="111760"/>
          </a:xfrm>
          <a:custGeom>
            <a:avLst/>
            <a:gdLst/>
            <a:ahLst/>
            <a:cxnLst/>
            <a:rect l="l" t="t" r="r" b="b"/>
            <a:pathLst>
              <a:path w="0" h="111760">
                <a:moveTo>
                  <a:pt x="0" y="0"/>
                </a:moveTo>
                <a:lnTo>
                  <a:pt x="0" y="111277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231769" y="6034036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4.5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324616" y="5893257"/>
            <a:ext cx="1852295" cy="111760"/>
          </a:xfrm>
          <a:custGeom>
            <a:avLst/>
            <a:gdLst/>
            <a:ahLst/>
            <a:cxnLst/>
            <a:rect l="l" t="t" r="r" b="b"/>
            <a:pathLst>
              <a:path w="1852295" h="111760">
                <a:moveTo>
                  <a:pt x="0" y="0"/>
                </a:moveTo>
                <a:lnTo>
                  <a:pt x="0" y="111277"/>
                </a:lnTo>
              </a:path>
              <a:path w="1852295" h="111760">
                <a:moveTo>
                  <a:pt x="925753" y="0"/>
                </a:moveTo>
                <a:lnTo>
                  <a:pt x="925753" y="111277"/>
                </a:lnTo>
              </a:path>
              <a:path w="1852295" h="111760">
                <a:moveTo>
                  <a:pt x="1852142" y="0"/>
                </a:moveTo>
                <a:lnTo>
                  <a:pt x="1852142" y="111277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010300" y="6034036"/>
            <a:ext cx="33528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25">
                <a:latin typeface="Microsoft Sans Serif"/>
                <a:cs typeface="Microsoft Sans Serif"/>
              </a:rPr>
              <a:t>6.0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471826" y="2300236"/>
            <a:ext cx="111760" cy="3704590"/>
          </a:xfrm>
          <a:custGeom>
            <a:avLst/>
            <a:gdLst/>
            <a:ahLst/>
            <a:cxnLst/>
            <a:rect l="l" t="t" r="r" b="b"/>
            <a:pathLst>
              <a:path w="111760" h="3704590">
                <a:moveTo>
                  <a:pt x="0" y="3704297"/>
                </a:moveTo>
                <a:lnTo>
                  <a:pt x="0" y="0"/>
                </a:lnTo>
              </a:path>
              <a:path w="111760" h="3704590">
                <a:moveTo>
                  <a:pt x="111302" y="3704297"/>
                </a:moveTo>
                <a:lnTo>
                  <a:pt x="0" y="3704297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284793" y="5846216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2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471826" y="4769548"/>
            <a:ext cx="111760" cy="0"/>
          </a:xfrm>
          <a:custGeom>
            <a:avLst/>
            <a:gdLst/>
            <a:ahLst/>
            <a:cxnLst/>
            <a:rect l="l" t="t" r="r" b="b"/>
            <a:pathLst>
              <a:path w="111760" h="0">
                <a:moveTo>
                  <a:pt x="111302" y="0"/>
                </a:moveTo>
                <a:lnTo>
                  <a:pt x="0" y="0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284793" y="4611230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3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471826" y="3534574"/>
            <a:ext cx="111760" cy="0"/>
          </a:xfrm>
          <a:custGeom>
            <a:avLst/>
            <a:gdLst/>
            <a:ahLst/>
            <a:cxnLst/>
            <a:rect l="l" t="t" r="r" b="b"/>
            <a:pathLst>
              <a:path w="111760" h="0">
                <a:moveTo>
                  <a:pt x="111302" y="0"/>
                </a:moveTo>
                <a:lnTo>
                  <a:pt x="0" y="0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284793" y="3376257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4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471826" y="2300236"/>
            <a:ext cx="111760" cy="0"/>
          </a:xfrm>
          <a:custGeom>
            <a:avLst/>
            <a:gdLst/>
            <a:ahLst/>
            <a:cxnLst/>
            <a:rect l="l" t="t" r="r" b="b"/>
            <a:pathLst>
              <a:path w="111760" h="0">
                <a:moveTo>
                  <a:pt x="111302" y="0"/>
                </a:moveTo>
                <a:lnTo>
                  <a:pt x="0" y="0"/>
                </a:lnTo>
              </a:path>
            </a:pathLst>
          </a:custGeom>
          <a:ln w="10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284793" y="2141918"/>
            <a:ext cx="14986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50">
                <a:latin typeface="Microsoft Sans Serif"/>
                <a:cs typeface="Microsoft Sans Serif"/>
              </a:rPr>
              <a:t>5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839315" y="2294839"/>
            <a:ext cx="4343400" cy="3715385"/>
            <a:chOff x="1839315" y="2294839"/>
            <a:chExt cx="4343400" cy="3715385"/>
          </a:xfrm>
        </p:grpSpPr>
        <p:sp>
          <p:nvSpPr>
            <p:cNvPr id="17" name="object 17" descr=""/>
            <p:cNvSpPr/>
            <p:nvPr/>
          </p:nvSpPr>
          <p:spPr>
            <a:xfrm>
              <a:off x="2471826" y="2300236"/>
              <a:ext cx="3705225" cy="3704590"/>
            </a:xfrm>
            <a:custGeom>
              <a:avLst/>
              <a:gdLst/>
              <a:ahLst/>
              <a:cxnLst/>
              <a:rect l="l" t="t" r="r" b="b"/>
              <a:pathLst>
                <a:path w="3705225" h="3704590">
                  <a:moveTo>
                    <a:pt x="3704932" y="3704297"/>
                  </a:moveTo>
                  <a:lnTo>
                    <a:pt x="3704932" y="0"/>
                  </a:lnTo>
                </a:path>
                <a:path w="3705225" h="3704590">
                  <a:moveTo>
                    <a:pt x="3593642" y="3704297"/>
                  </a:moveTo>
                  <a:lnTo>
                    <a:pt x="3704932" y="3704297"/>
                  </a:lnTo>
                </a:path>
                <a:path w="3705225" h="3704590">
                  <a:moveTo>
                    <a:pt x="3593642" y="2469311"/>
                  </a:moveTo>
                  <a:lnTo>
                    <a:pt x="3704932" y="2469311"/>
                  </a:lnTo>
                </a:path>
                <a:path w="3705225" h="3704590">
                  <a:moveTo>
                    <a:pt x="3593642" y="1234338"/>
                  </a:moveTo>
                  <a:lnTo>
                    <a:pt x="3704932" y="1234338"/>
                  </a:lnTo>
                </a:path>
                <a:path w="3705225" h="3704590">
                  <a:moveTo>
                    <a:pt x="3593642" y="0"/>
                  </a:moveTo>
                  <a:lnTo>
                    <a:pt x="3704932" y="0"/>
                  </a:lnTo>
                </a:path>
                <a:path w="3705225" h="3704590">
                  <a:moveTo>
                    <a:pt x="0" y="0"/>
                  </a:moveTo>
                  <a:lnTo>
                    <a:pt x="3704932" y="0"/>
                  </a:lnTo>
                </a:path>
                <a:path w="3705225" h="3704590">
                  <a:moveTo>
                    <a:pt x="0" y="110629"/>
                  </a:moveTo>
                  <a:lnTo>
                    <a:pt x="0" y="0"/>
                  </a:lnTo>
                </a:path>
                <a:path w="3705225" h="3704590">
                  <a:moveTo>
                    <a:pt x="926401" y="110629"/>
                  </a:moveTo>
                  <a:lnTo>
                    <a:pt x="926401" y="0"/>
                  </a:lnTo>
                </a:path>
                <a:path w="3705225" h="3704590">
                  <a:moveTo>
                    <a:pt x="1852790" y="110629"/>
                  </a:moveTo>
                  <a:lnTo>
                    <a:pt x="1852790" y="0"/>
                  </a:lnTo>
                </a:path>
                <a:path w="3705225" h="3704590">
                  <a:moveTo>
                    <a:pt x="2778544" y="110629"/>
                  </a:moveTo>
                  <a:lnTo>
                    <a:pt x="2778544" y="0"/>
                  </a:lnTo>
                </a:path>
                <a:path w="3705225" h="3704590">
                  <a:moveTo>
                    <a:pt x="3704932" y="110629"/>
                  </a:moveTo>
                  <a:lnTo>
                    <a:pt x="3704932" y="0"/>
                  </a:lnTo>
                </a:path>
              </a:pathLst>
            </a:custGeom>
            <a:ln w="10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90354" y="3003918"/>
              <a:ext cx="2853690" cy="2667635"/>
            </a:xfrm>
            <a:custGeom>
              <a:avLst/>
              <a:gdLst/>
              <a:ahLst/>
              <a:cxnLst/>
              <a:rect l="l" t="t" r="r" b="b"/>
              <a:pathLst>
                <a:path w="2853690" h="2667635">
                  <a:moveTo>
                    <a:pt x="1518577" y="1185443"/>
                  </a:moveTo>
                  <a:lnTo>
                    <a:pt x="1518792" y="1185456"/>
                  </a:lnTo>
                  <a:lnTo>
                    <a:pt x="1519008" y="1185456"/>
                  </a:lnTo>
                  <a:lnTo>
                    <a:pt x="1519224" y="1185456"/>
                  </a:lnTo>
                  <a:lnTo>
                    <a:pt x="1519872" y="1185456"/>
                  </a:lnTo>
                  <a:lnTo>
                    <a:pt x="1520520" y="1185430"/>
                  </a:lnTo>
                  <a:lnTo>
                    <a:pt x="1521167" y="1185405"/>
                  </a:lnTo>
                </a:path>
                <a:path w="2853690" h="2667635">
                  <a:moveTo>
                    <a:pt x="1521167" y="1185405"/>
                  </a:moveTo>
                  <a:lnTo>
                    <a:pt x="1534877" y="1181986"/>
                  </a:lnTo>
                  <a:lnTo>
                    <a:pt x="1546007" y="1173972"/>
                  </a:lnTo>
                  <a:lnTo>
                    <a:pt x="1553477" y="1162438"/>
                  </a:lnTo>
                  <a:lnTo>
                    <a:pt x="1556207" y="1148461"/>
                  </a:lnTo>
                  <a:lnTo>
                    <a:pt x="1553300" y="1134067"/>
                  </a:lnTo>
                  <a:lnTo>
                    <a:pt x="1545374" y="1122311"/>
                  </a:lnTo>
                  <a:lnTo>
                    <a:pt x="1533618" y="1114385"/>
                  </a:lnTo>
                  <a:lnTo>
                    <a:pt x="1519224" y="1111478"/>
                  </a:lnTo>
                  <a:lnTo>
                    <a:pt x="1504823" y="1114385"/>
                  </a:lnTo>
                  <a:lnTo>
                    <a:pt x="1493064" y="1122311"/>
                  </a:lnTo>
                  <a:lnTo>
                    <a:pt x="1485136" y="1134067"/>
                  </a:lnTo>
                  <a:lnTo>
                    <a:pt x="1482229" y="1148461"/>
                  </a:lnTo>
                  <a:lnTo>
                    <a:pt x="1485078" y="1162720"/>
                  </a:lnTo>
                  <a:lnTo>
                    <a:pt x="1492854" y="1174405"/>
                  </a:lnTo>
                  <a:lnTo>
                    <a:pt x="1504405" y="1182363"/>
                  </a:lnTo>
                  <a:lnTo>
                    <a:pt x="1518577" y="1185443"/>
                  </a:lnTo>
                </a:path>
                <a:path w="2853690" h="2667635">
                  <a:moveTo>
                    <a:pt x="1148016" y="1802942"/>
                  </a:moveTo>
                  <a:lnTo>
                    <a:pt x="1148232" y="1802942"/>
                  </a:lnTo>
                  <a:lnTo>
                    <a:pt x="1148448" y="1802942"/>
                  </a:lnTo>
                  <a:lnTo>
                    <a:pt x="1148664" y="1802942"/>
                  </a:lnTo>
                  <a:lnTo>
                    <a:pt x="1149095" y="1802942"/>
                  </a:lnTo>
                  <a:lnTo>
                    <a:pt x="1149527" y="1802930"/>
                  </a:lnTo>
                  <a:lnTo>
                    <a:pt x="1149959" y="1802917"/>
                  </a:lnTo>
                </a:path>
                <a:path w="2853690" h="2667635">
                  <a:moveTo>
                    <a:pt x="1149959" y="1802917"/>
                  </a:moveTo>
                  <a:lnTo>
                    <a:pt x="1163901" y="1799664"/>
                  </a:lnTo>
                  <a:lnTo>
                    <a:pt x="1175243" y="1791677"/>
                  </a:lnTo>
                  <a:lnTo>
                    <a:pt x="1182869" y="1780071"/>
                  </a:lnTo>
                  <a:lnTo>
                    <a:pt x="1185659" y="1765960"/>
                  </a:lnTo>
                  <a:lnTo>
                    <a:pt x="1182750" y="1751561"/>
                  </a:lnTo>
                  <a:lnTo>
                    <a:pt x="1174819" y="1739806"/>
                  </a:lnTo>
                  <a:lnTo>
                    <a:pt x="1163060" y="1731882"/>
                  </a:lnTo>
                  <a:lnTo>
                    <a:pt x="1148664" y="1728977"/>
                  </a:lnTo>
                  <a:lnTo>
                    <a:pt x="1134262" y="1731882"/>
                  </a:lnTo>
                  <a:lnTo>
                    <a:pt x="1122503" y="1739806"/>
                  </a:lnTo>
                  <a:lnTo>
                    <a:pt x="1114576" y="1751561"/>
                  </a:lnTo>
                  <a:lnTo>
                    <a:pt x="1111669" y="1765960"/>
                  </a:lnTo>
                  <a:lnTo>
                    <a:pt x="1114517" y="1780213"/>
                  </a:lnTo>
                  <a:lnTo>
                    <a:pt x="1122294" y="1791895"/>
                  </a:lnTo>
                  <a:lnTo>
                    <a:pt x="1133845" y="1799855"/>
                  </a:lnTo>
                  <a:lnTo>
                    <a:pt x="1148016" y="1802942"/>
                  </a:lnTo>
                </a:path>
                <a:path w="2853690" h="2667635">
                  <a:moveTo>
                    <a:pt x="777455" y="1555940"/>
                  </a:moveTo>
                  <a:lnTo>
                    <a:pt x="777455" y="1555940"/>
                  </a:lnTo>
                  <a:lnTo>
                    <a:pt x="778967" y="1555940"/>
                  </a:lnTo>
                  <a:lnTo>
                    <a:pt x="779399" y="1555927"/>
                  </a:lnTo>
                </a:path>
                <a:path w="2853690" h="2667635">
                  <a:moveTo>
                    <a:pt x="779399" y="1555927"/>
                  </a:moveTo>
                  <a:lnTo>
                    <a:pt x="793345" y="1552673"/>
                  </a:lnTo>
                  <a:lnTo>
                    <a:pt x="804687" y="1544681"/>
                  </a:lnTo>
                  <a:lnTo>
                    <a:pt x="812310" y="1533071"/>
                  </a:lnTo>
                  <a:lnTo>
                    <a:pt x="815098" y="1518958"/>
                  </a:lnTo>
                  <a:lnTo>
                    <a:pt x="812191" y="1504564"/>
                  </a:lnTo>
                  <a:lnTo>
                    <a:pt x="804264" y="1492808"/>
                  </a:lnTo>
                  <a:lnTo>
                    <a:pt x="792504" y="1484882"/>
                  </a:lnTo>
                  <a:lnTo>
                    <a:pt x="778103" y="1481975"/>
                  </a:lnTo>
                  <a:lnTo>
                    <a:pt x="763702" y="1484882"/>
                  </a:lnTo>
                  <a:lnTo>
                    <a:pt x="751943" y="1492808"/>
                  </a:lnTo>
                  <a:lnTo>
                    <a:pt x="744015" y="1504564"/>
                  </a:lnTo>
                  <a:lnTo>
                    <a:pt x="741108" y="1518958"/>
                  </a:lnTo>
                  <a:lnTo>
                    <a:pt x="743957" y="1533218"/>
                  </a:lnTo>
                  <a:lnTo>
                    <a:pt x="751733" y="1544902"/>
                  </a:lnTo>
                  <a:lnTo>
                    <a:pt x="763284" y="1552860"/>
                  </a:lnTo>
                  <a:lnTo>
                    <a:pt x="777455" y="1555940"/>
                  </a:lnTo>
                </a:path>
                <a:path w="2853690" h="2667635">
                  <a:moveTo>
                    <a:pt x="592175" y="1679435"/>
                  </a:moveTo>
                  <a:lnTo>
                    <a:pt x="592391" y="1679448"/>
                  </a:lnTo>
                  <a:lnTo>
                    <a:pt x="592607" y="1679448"/>
                  </a:lnTo>
                  <a:lnTo>
                    <a:pt x="592823" y="1679448"/>
                  </a:lnTo>
                  <a:lnTo>
                    <a:pt x="593255" y="1679448"/>
                  </a:lnTo>
                  <a:lnTo>
                    <a:pt x="593686" y="1679435"/>
                  </a:lnTo>
                  <a:lnTo>
                    <a:pt x="594118" y="1679422"/>
                  </a:lnTo>
                </a:path>
                <a:path w="2853690" h="2667635">
                  <a:moveTo>
                    <a:pt x="594118" y="1679422"/>
                  </a:moveTo>
                  <a:lnTo>
                    <a:pt x="608065" y="1676169"/>
                  </a:lnTo>
                  <a:lnTo>
                    <a:pt x="619407" y="1668183"/>
                  </a:lnTo>
                  <a:lnTo>
                    <a:pt x="627029" y="1656576"/>
                  </a:lnTo>
                  <a:lnTo>
                    <a:pt x="629818" y="1642465"/>
                  </a:lnTo>
                  <a:lnTo>
                    <a:pt x="626911" y="1628064"/>
                  </a:lnTo>
                  <a:lnTo>
                    <a:pt x="618983" y="1616305"/>
                  </a:lnTo>
                  <a:lnTo>
                    <a:pt x="607224" y="1608377"/>
                  </a:lnTo>
                  <a:lnTo>
                    <a:pt x="592823" y="1605470"/>
                  </a:lnTo>
                  <a:lnTo>
                    <a:pt x="578429" y="1608377"/>
                  </a:lnTo>
                  <a:lnTo>
                    <a:pt x="566674" y="1616305"/>
                  </a:lnTo>
                  <a:lnTo>
                    <a:pt x="558747" y="1628064"/>
                  </a:lnTo>
                  <a:lnTo>
                    <a:pt x="555840" y="1642465"/>
                  </a:lnTo>
                  <a:lnTo>
                    <a:pt x="558687" y="1656718"/>
                  </a:lnTo>
                  <a:lnTo>
                    <a:pt x="566459" y="1668398"/>
                  </a:lnTo>
                  <a:lnTo>
                    <a:pt x="578006" y="1676355"/>
                  </a:lnTo>
                  <a:lnTo>
                    <a:pt x="592175" y="1679435"/>
                  </a:lnTo>
                </a:path>
                <a:path w="2853690" h="2667635">
                  <a:moveTo>
                    <a:pt x="1332649" y="1061935"/>
                  </a:moveTo>
                  <a:lnTo>
                    <a:pt x="1333080" y="1061948"/>
                  </a:lnTo>
                  <a:lnTo>
                    <a:pt x="1333512" y="1061948"/>
                  </a:lnTo>
                  <a:lnTo>
                    <a:pt x="1333944" y="1061948"/>
                  </a:lnTo>
                  <a:lnTo>
                    <a:pt x="1334592" y="1061948"/>
                  </a:lnTo>
                  <a:lnTo>
                    <a:pt x="1335239" y="1061935"/>
                  </a:lnTo>
                  <a:lnTo>
                    <a:pt x="1335887" y="1061897"/>
                  </a:lnTo>
                </a:path>
                <a:path w="2853690" h="2667635">
                  <a:moveTo>
                    <a:pt x="1335887" y="1061897"/>
                  </a:moveTo>
                  <a:lnTo>
                    <a:pt x="1349597" y="1058484"/>
                  </a:lnTo>
                  <a:lnTo>
                    <a:pt x="1360727" y="1050470"/>
                  </a:lnTo>
                  <a:lnTo>
                    <a:pt x="1368196" y="1038937"/>
                  </a:lnTo>
                  <a:lnTo>
                    <a:pt x="1370926" y="1024966"/>
                  </a:lnTo>
                  <a:lnTo>
                    <a:pt x="1368020" y="1010572"/>
                  </a:lnTo>
                  <a:lnTo>
                    <a:pt x="1360093" y="998816"/>
                  </a:lnTo>
                  <a:lnTo>
                    <a:pt x="1348338" y="990890"/>
                  </a:lnTo>
                  <a:lnTo>
                    <a:pt x="1333944" y="987983"/>
                  </a:lnTo>
                  <a:lnTo>
                    <a:pt x="1319543" y="990890"/>
                  </a:lnTo>
                  <a:lnTo>
                    <a:pt x="1307784" y="998816"/>
                  </a:lnTo>
                  <a:lnTo>
                    <a:pt x="1299856" y="1010572"/>
                  </a:lnTo>
                  <a:lnTo>
                    <a:pt x="1296949" y="1024966"/>
                  </a:lnTo>
                  <a:lnTo>
                    <a:pt x="1299737" y="1039084"/>
                  </a:lnTo>
                  <a:lnTo>
                    <a:pt x="1307360" y="1050694"/>
                  </a:lnTo>
                  <a:lnTo>
                    <a:pt x="1318702" y="1058682"/>
                  </a:lnTo>
                  <a:lnTo>
                    <a:pt x="1332649" y="1061935"/>
                  </a:lnTo>
                </a:path>
                <a:path w="2853690" h="2667635">
                  <a:moveTo>
                    <a:pt x="2073757" y="691438"/>
                  </a:moveTo>
                  <a:lnTo>
                    <a:pt x="2074189" y="691451"/>
                  </a:lnTo>
                  <a:lnTo>
                    <a:pt x="2074621" y="691464"/>
                  </a:lnTo>
                  <a:lnTo>
                    <a:pt x="2075052" y="691464"/>
                  </a:lnTo>
                  <a:lnTo>
                    <a:pt x="2075713" y="691464"/>
                  </a:lnTo>
                  <a:lnTo>
                    <a:pt x="2076361" y="691438"/>
                  </a:lnTo>
                  <a:lnTo>
                    <a:pt x="2076996" y="691413"/>
                  </a:lnTo>
                </a:path>
                <a:path w="2853690" h="2667635">
                  <a:moveTo>
                    <a:pt x="2076996" y="691413"/>
                  </a:moveTo>
                  <a:lnTo>
                    <a:pt x="2090713" y="687992"/>
                  </a:lnTo>
                  <a:lnTo>
                    <a:pt x="2101846" y="679975"/>
                  </a:lnTo>
                  <a:lnTo>
                    <a:pt x="2109317" y="668440"/>
                  </a:lnTo>
                  <a:lnTo>
                    <a:pt x="2112048" y="654469"/>
                  </a:lnTo>
                  <a:lnTo>
                    <a:pt x="2109141" y="640075"/>
                  </a:lnTo>
                  <a:lnTo>
                    <a:pt x="2101213" y="628319"/>
                  </a:lnTo>
                  <a:lnTo>
                    <a:pt x="2089454" y="620393"/>
                  </a:lnTo>
                  <a:lnTo>
                    <a:pt x="2075052" y="617486"/>
                  </a:lnTo>
                  <a:lnTo>
                    <a:pt x="2060651" y="620393"/>
                  </a:lnTo>
                  <a:lnTo>
                    <a:pt x="2048892" y="628319"/>
                  </a:lnTo>
                  <a:lnTo>
                    <a:pt x="2040964" y="640075"/>
                  </a:lnTo>
                  <a:lnTo>
                    <a:pt x="2038057" y="654469"/>
                  </a:lnTo>
                  <a:lnTo>
                    <a:pt x="2040848" y="668587"/>
                  </a:lnTo>
                  <a:lnTo>
                    <a:pt x="2048473" y="680197"/>
                  </a:lnTo>
                  <a:lnTo>
                    <a:pt x="2059815" y="688185"/>
                  </a:lnTo>
                  <a:lnTo>
                    <a:pt x="2073757" y="691438"/>
                  </a:lnTo>
                </a:path>
                <a:path w="2853690" h="2667635">
                  <a:moveTo>
                    <a:pt x="592175" y="1308950"/>
                  </a:moveTo>
                  <a:lnTo>
                    <a:pt x="592391" y="1308950"/>
                  </a:lnTo>
                  <a:lnTo>
                    <a:pt x="592607" y="1308950"/>
                  </a:lnTo>
                  <a:lnTo>
                    <a:pt x="592823" y="1308950"/>
                  </a:lnTo>
                  <a:lnTo>
                    <a:pt x="593255" y="1308950"/>
                  </a:lnTo>
                  <a:lnTo>
                    <a:pt x="593686" y="1308938"/>
                  </a:lnTo>
                  <a:lnTo>
                    <a:pt x="594118" y="1308925"/>
                  </a:lnTo>
                </a:path>
                <a:path w="2853690" h="2667635">
                  <a:moveTo>
                    <a:pt x="594118" y="1308925"/>
                  </a:moveTo>
                  <a:lnTo>
                    <a:pt x="608065" y="1305672"/>
                  </a:lnTo>
                  <a:lnTo>
                    <a:pt x="619407" y="1297686"/>
                  </a:lnTo>
                  <a:lnTo>
                    <a:pt x="627029" y="1286079"/>
                  </a:lnTo>
                  <a:lnTo>
                    <a:pt x="629818" y="1271968"/>
                  </a:lnTo>
                  <a:lnTo>
                    <a:pt x="626911" y="1257569"/>
                  </a:lnTo>
                  <a:lnTo>
                    <a:pt x="618983" y="1245814"/>
                  </a:lnTo>
                  <a:lnTo>
                    <a:pt x="607224" y="1237891"/>
                  </a:lnTo>
                  <a:lnTo>
                    <a:pt x="592823" y="1234986"/>
                  </a:lnTo>
                  <a:lnTo>
                    <a:pt x="578429" y="1237891"/>
                  </a:lnTo>
                  <a:lnTo>
                    <a:pt x="566674" y="1245814"/>
                  </a:lnTo>
                  <a:lnTo>
                    <a:pt x="558747" y="1257569"/>
                  </a:lnTo>
                  <a:lnTo>
                    <a:pt x="555840" y="1271968"/>
                  </a:lnTo>
                  <a:lnTo>
                    <a:pt x="558687" y="1286221"/>
                  </a:lnTo>
                  <a:lnTo>
                    <a:pt x="566459" y="1297903"/>
                  </a:lnTo>
                  <a:lnTo>
                    <a:pt x="578006" y="1305863"/>
                  </a:lnTo>
                  <a:lnTo>
                    <a:pt x="592175" y="1308950"/>
                  </a:lnTo>
                </a:path>
                <a:path w="2853690" h="2667635">
                  <a:moveTo>
                    <a:pt x="1333296" y="1308950"/>
                  </a:moveTo>
                  <a:lnTo>
                    <a:pt x="1333512" y="1308950"/>
                  </a:lnTo>
                  <a:lnTo>
                    <a:pt x="1333728" y="1308950"/>
                  </a:lnTo>
                  <a:lnTo>
                    <a:pt x="1333944" y="1308950"/>
                  </a:lnTo>
                  <a:lnTo>
                    <a:pt x="1334376" y="1308950"/>
                  </a:lnTo>
                  <a:lnTo>
                    <a:pt x="1334808" y="1308938"/>
                  </a:lnTo>
                  <a:lnTo>
                    <a:pt x="1335239" y="1308925"/>
                  </a:lnTo>
                </a:path>
                <a:path w="2853690" h="2667635">
                  <a:moveTo>
                    <a:pt x="1335239" y="1308925"/>
                  </a:moveTo>
                  <a:lnTo>
                    <a:pt x="1349179" y="1305672"/>
                  </a:lnTo>
                  <a:lnTo>
                    <a:pt x="1360517" y="1297686"/>
                  </a:lnTo>
                  <a:lnTo>
                    <a:pt x="1368138" y="1286079"/>
                  </a:lnTo>
                  <a:lnTo>
                    <a:pt x="1370926" y="1271968"/>
                  </a:lnTo>
                  <a:lnTo>
                    <a:pt x="1368020" y="1257569"/>
                  </a:lnTo>
                  <a:lnTo>
                    <a:pt x="1360093" y="1245814"/>
                  </a:lnTo>
                  <a:lnTo>
                    <a:pt x="1348338" y="1237891"/>
                  </a:lnTo>
                  <a:lnTo>
                    <a:pt x="1333944" y="1234986"/>
                  </a:lnTo>
                  <a:lnTo>
                    <a:pt x="1319543" y="1237891"/>
                  </a:lnTo>
                  <a:lnTo>
                    <a:pt x="1307784" y="1245814"/>
                  </a:lnTo>
                  <a:lnTo>
                    <a:pt x="1299856" y="1257569"/>
                  </a:lnTo>
                  <a:lnTo>
                    <a:pt x="1296949" y="1271968"/>
                  </a:lnTo>
                  <a:lnTo>
                    <a:pt x="1299797" y="1286221"/>
                  </a:lnTo>
                  <a:lnTo>
                    <a:pt x="1307574" y="1297903"/>
                  </a:lnTo>
                  <a:lnTo>
                    <a:pt x="1319125" y="1305863"/>
                  </a:lnTo>
                  <a:lnTo>
                    <a:pt x="1333296" y="1308950"/>
                  </a:lnTo>
                </a:path>
                <a:path w="2853690" h="2667635">
                  <a:moveTo>
                    <a:pt x="221627" y="1926437"/>
                  </a:moveTo>
                  <a:lnTo>
                    <a:pt x="221627" y="1926437"/>
                  </a:lnTo>
                  <a:lnTo>
                    <a:pt x="223138" y="1926437"/>
                  </a:lnTo>
                  <a:lnTo>
                    <a:pt x="223570" y="1926412"/>
                  </a:lnTo>
                </a:path>
                <a:path w="2853690" h="2667635">
                  <a:moveTo>
                    <a:pt x="223570" y="1926412"/>
                  </a:moveTo>
                  <a:lnTo>
                    <a:pt x="237510" y="1923164"/>
                  </a:lnTo>
                  <a:lnTo>
                    <a:pt x="248848" y="1915177"/>
                  </a:lnTo>
                  <a:lnTo>
                    <a:pt x="256469" y="1903568"/>
                  </a:lnTo>
                  <a:lnTo>
                    <a:pt x="259257" y="1889455"/>
                  </a:lnTo>
                  <a:lnTo>
                    <a:pt x="256350" y="1875061"/>
                  </a:lnTo>
                  <a:lnTo>
                    <a:pt x="248423" y="1863305"/>
                  </a:lnTo>
                  <a:lnTo>
                    <a:pt x="236663" y="1855379"/>
                  </a:lnTo>
                  <a:lnTo>
                    <a:pt x="222262" y="1852472"/>
                  </a:lnTo>
                  <a:lnTo>
                    <a:pt x="207868" y="1855379"/>
                  </a:lnTo>
                  <a:lnTo>
                    <a:pt x="196113" y="1863305"/>
                  </a:lnTo>
                  <a:lnTo>
                    <a:pt x="188187" y="1875061"/>
                  </a:lnTo>
                  <a:lnTo>
                    <a:pt x="185280" y="1889455"/>
                  </a:lnTo>
                  <a:lnTo>
                    <a:pt x="188127" y="1903709"/>
                  </a:lnTo>
                  <a:lnTo>
                    <a:pt x="195900" y="1915394"/>
                  </a:lnTo>
                  <a:lnTo>
                    <a:pt x="207450" y="1923355"/>
                  </a:lnTo>
                  <a:lnTo>
                    <a:pt x="221627" y="1926437"/>
                  </a:lnTo>
                </a:path>
                <a:path w="2853690" h="2667635">
                  <a:moveTo>
                    <a:pt x="1148016" y="1679435"/>
                  </a:moveTo>
                  <a:lnTo>
                    <a:pt x="1148232" y="1679448"/>
                  </a:lnTo>
                  <a:lnTo>
                    <a:pt x="1148448" y="1679448"/>
                  </a:lnTo>
                  <a:lnTo>
                    <a:pt x="1148664" y="1679448"/>
                  </a:lnTo>
                  <a:lnTo>
                    <a:pt x="1149095" y="1679448"/>
                  </a:lnTo>
                  <a:lnTo>
                    <a:pt x="1149527" y="1679435"/>
                  </a:lnTo>
                  <a:lnTo>
                    <a:pt x="1149959" y="1679422"/>
                  </a:lnTo>
                </a:path>
                <a:path w="2853690" h="2667635">
                  <a:moveTo>
                    <a:pt x="1149959" y="1679422"/>
                  </a:moveTo>
                  <a:lnTo>
                    <a:pt x="1163901" y="1676169"/>
                  </a:lnTo>
                  <a:lnTo>
                    <a:pt x="1175243" y="1668183"/>
                  </a:lnTo>
                  <a:lnTo>
                    <a:pt x="1182869" y="1656576"/>
                  </a:lnTo>
                  <a:lnTo>
                    <a:pt x="1185659" y="1642465"/>
                  </a:lnTo>
                  <a:lnTo>
                    <a:pt x="1182750" y="1628064"/>
                  </a:lnTo>
                  <a:lnTo>
                    <a:pt x="1174819" y="1616305"/>
                  </a:lnTo>
                  <a:lnTo>
                    <a:pt x="1163060" y="1608377"/>
                  </a:lnTo>
                  <a:lnTo>
                    <a:pt x="1148664" y="1605470"/>
                  </a:lnTo>
                  <a:lnTo>
                    <a:pt x="1134262" y="1608377"/>
                  </a:lnTo>
                  <a:lnTo>
                    <a:pt x="1122503" y="1616305"/>
                  </a:lnTo>
                  <a:lnTo>
                    <a:pt x="1114576" y="1628064"/>
                  </a:lnTo>
                  <a:lnTo>
                    <a:pt x="1111669" y="1642465"/>
                  </a:lnTo>
                  <a:lnTo>
                    <a:pt x="1114517" y="1656718"/>
                  </a:lnTo>
                  <a:lnTo>
                    <a:pt x="1122294" y="1668398"/>
                  </a:lnTo>
                  <a:lnTo>
                    <a:pt x="1133845" y="1676355"/>
                  </a:lnTo>
                  <a:lnTo>
                    <a:pt x="1148016" y="1679435"/>
                  </a:lnTo>
                </a:path>
                <a:path w="2853690" h="2667635">
                  <a:moveTo>
                    <a:pt x="2073757" y="938428"/>
                  </a:moveTo>
                  <a:lnTo>
                    <a:pt x="2074189" y="938453"/>
                  </a:lnTo>
                  <a:lnTo>
                    <a:pt x="2074621" y="938453"/>
                  </a:lnTo>
                  <a:lnTo>
                    <a:pt x="2075052" y="938453"/>
                  </a:lnTo>
                  <a:lnTo>
                    <a:pt x="2075713" y="938453"/>
                  </a:lnTo>
                  <a:lnTo>
                    <a:pt x="2076361" y="938441"/>
                  </a:lnTo>
                  <a:lnTo>
                    <a:pt x="2076996" y="938402"/>
                  </a:lnTo>
                </a:path>
                <a:path w="2853690" h="2667635">
                  <a:moveTo>
                    <a:pt x="2076996" y="938402"/>
                  </a:moveTo>
                  <a:lnTo>
                    <a:pt x="2090713" y="934989"/>
                  </a:lnTo>
                  <a:lnTo>
                    <a:pt x="2101846" y="926976"/>
                  </a:lnTo>
                  <a:lnTo>
                    <a:pt x="2109317" y="915442"/>
                  </a:lnTo>
                  <a:lnTo>
                    <a:pt x="2112048" y="901471"/>
                  </a:lnTo>
                  <a:lnTo>
                    <a:pt x="2109141" y="887077"/>
                  </a:lnTo>
                  <a:lnTo>
                    <a:pt x="2101213" y="875322"/>
                  </a:lnTo>
                  <a:lnTo>
                    <a:pt x="2089454" y="867395"/>
                  </a:lnTo>
                  <a:lnTo>
                    <a:pt x="2075052" y="864488"/>
                  </a:lnTo>
                  <a:lnTo>
                    <a:pt x="2060651" y="867395"/>
                  </a:lnTo>
                  <a:lnTo>
                    <a:pt x="2048892" y="875322"/>
                  </a:lnTo>
                  <a:lnTo>
                    <a:pt x="2040964" y="887077"/>
                  </a:lnTo>
                  <a:lnTo>
                    <a:pt x="2038057" y="901471"/>
                  </a:lnTo>
                  <a:lnTo>
                    <a:pt x="2040848" y="915584"/>
                  </a:lnTo>
                  <a:lnTo>
                    <a:pt x="2048473" y="927193"/>
                  </a:lnTo>
                  <a:lnTo>
                    <a:pt x="2059815" y="935180"/>
                  </a:lnTo>
                  <a:lnTo>
                    <a:pt x="2073757" y="938428"/>
                  </a:lnTo>
                </a:path>
                <a:path w="2853690" h="2667635">
                  <a:moveTo>
                    <a:pt x="962736" y="1308950"/>
                  </a:moveTo>
                  <a:lnTo>
                    <a:pt x="962952" y="1308950"/>
                  </a:lnTo>
                  <a:lnTo>
                    <a:pt x="963167" y="1308950"/>
                  </a:lnTo>
                  <a:lnTo>
                    <a:pt x="963383" y="1308950"/>
                  </a:lnTo>
                  <a:lnTo>
                    <a:pt x="963815" y="1308950"/>
                  </a:lnTo>
                  <a:lnTo>
                    <a:pt x="964247" y="1308938"/>
                  </a:lnTo>
                  <a:lnTo>
                    <a:pt x="964679" y="1308925"/>
                  </a:lnTo>
                </a:path>
                <a:path w="2853690" h="2667635">
                  <a:moveTo>
                    <a:pt x="964679" y="1308925"/>
                  </a:moveTo>
                  <a:lnTo>
                    <a:pt x="978620" y="1305672"/>
                  </a:lnTo>
                  <a:lnTo>
                    <a:pt x="989963" y="1297686"/>
                  </a:lnTo>
                  <a:lnTo>
                    <a:pt x="997588" y="1286079"/>
                  </a:lnTo>
                  <a:lnTo>
                    <a:pt x="1000378" y="1271968"/>
                  </a:lnTo>
                  <a:lnTo>
                    <a:pt x="997472" y="1257569"/>
                  </a:lnTo>
                  <a:lnTo>
                    <a:pt x="989544" y="1245814"/>
                  </a:lnTo>
                  <a:lnTo>
                    <a:pt x="977785" y="1237891"/>
                  </a:lnTo>
                  <a:lnTo>
                    <a:pt x="963383" y="1234986"/>
                  </a:lnTo>
                  <a:lnTo>
                    <a:pt x="948982" y="1237891"/>
                  </a:lnTo>
                  <a:lnTo>
                    <a:pt x="937223" y="1245814"/>
                  </a:lnTo>
                  <a:lnTo>
                    <a:pt x="929295" y="1257569"/>
                  </a:lnTo>
                  <a:lnTo>
                    <a:pt x="926388" y="1271968"/>
                  </a:lnTo>
                  <a:lnTo>
                    <a:pt x="929237" y="1286221"/>
                  </a:lnTo>
                  <a:lnTo>
                    <a:pt x="937013" y="1297903"/>
                  </a:lnTo>
                  <a:lnTo>
                    <a:pt x="948564" y="1305863"/>
                  </a:lnTo>
                  <a:lnTo>
                    <a:pt x="962736" y="1308950"/>
                  </a:lnTo>
                </a:path>
                <a:path w="2853690" h="2667635">
                  <a:moveTo>
                    <a:pt x="962736" y="1802942"/>
                  </a:moveTo>
                  <a:lnTo>
                    <a:pt x="962952" y="1802942"/>
                  </a:lnTo>
                  <a:lnTo>
                    <a:pt x="963167" y="1802942"/>
                  </a:lnTo>
                  <a:lnTo>
                    <a:pt x="963383" y="1802942"/>
                  </a:lnTo>
                  <a:lnTo>
                    <a:pt x="963815" y="1802942"/>
                  </a:lnTo>
                  <a:lnTo>
                    <a:pt x="964247" y="1802930"/>
                  </a:lnTo>
                  <a:lnTo>
                    <a:pt x="964679" y="1802917"/>
                  </a:lnTo>
                </a:path>
                <a:path w="2853690" h="2667635">
                  <a:moveTo>
                    <a:pt x="964679" y="1802917"/>
                  </a:moveTo>
                  <a:lnTo>
                    <a:pt x="978620" y="1799664"/>
                  </a:lnTo>
                  <a:lnTo>
                    <a:pt x="989963" y="1791677"/>
                  </a:lnTo>
                  <a:lnTo>
                    <a:pt x="997588" y="1780071"/>
                  </a:lnTo>
                  <a:lnTo>
                    <a:pt x="1000378" y="1765960"/>
                  </a:lnTo>
                  <a:lnTo>
                    <a:pt x="997472" y="1751561"/>
                  </a:lnTo>
                  <a:lnTo>
                    <a:pt x="989544" y="1739806"/>
                  </a:lnTo>
                  <a:lnTo>
                    <a:pt x="977785" y="1731882"/>
                  </a:lnTo>
                  <a:lnTo>
                    <a:pt x="963383" y="1728977"/>
                  </a:lnTo>
                  <a:lnTo>
                    <a:pt x="948982" y="1731882"/>
                  </a:lnTo>
                  <a:lnTo>
                    <a:pt x="937223" y="1739806"/>
                  </a:lnTo>
                  <a:lnTo>
                    <a:pt x="929295" y="1751561"/>
                  </a:lnTo>
                  <a:lnTo>
                    <a:pt x="926388" y="1765960"/>
                  </a:lnTo>
                  <a:lnTo>
                    <a:pt x="929237" y="1780213"/>
                  </a:lnTo>
                  <a:lnTo>
                    <a:pt x="937013" y="1791895"/>
                  </a:lnTo>
                  <a:lnTo>
                    <a:pt x="948564" y="1799855"/>
                  </a:lnTo>
                  <a:lnTo>
                    <a:pt x="962736" y="1802942"/>
                  </a:lnTo>
                </a:path>
                <a:path w="2853690" h="2667635">
                  <a:moveTo>
                    <a:pt x="36347" y="1802942"/>
                  </a:moveTo>
                  <a:lnTo>
                    <a:pt x="36563" y="1802942"/>
                  </a:lnTo>
                  <a:lnTo>
                    <a:pt x="36779" y="1802942"/>
                  </a:lnTo>
                  <a:lnTo>
                    <a:pt x="36995" y="1802942"/>
                  </a:lnTo>
                  <a:lnTo>
                    <a:pt x="37426" y="1802942"/>
                  </a:lnTo>
                  <a:lnTo>
                    <a:pt x="37858" y="1802930"/>
                  </a:lnTo>
                  <a:lnTo>
                    <a:pt x="38290" y="1802917"/>
                  </a:lnTo>
                </a:path>
                <a:path w="2853690" h="2667635">
                  <a:moveTo>
                    <a:pt x="38290" y="1802917"/>
                  </a:moveTo>
                  <a:lnTo>
                    <a:pt x="52230" y="1799664"/>
                  </a:lnTo>
                  <a:lnTo>
                    <a:pt x="63568" y="1791677"/>
                  </a:lnTo>
                  <a:lnTo>
                    <a:pt x="71189" y="1780071"/>
                  </a:lnTo>
                  <a:lnTo>
                    <a:pt x="73977" y="1765960"/>
                  </a:lnTo>
                  <a:lnTo>
                    <a:pt x="71070" y="1751561"/>
                  </a:lnTo>
                  <a:lnTo>
                    <a:pt x="63144" y="1739806"/>
                  </a:lnTo>
                  <a:lnTo>
                    <a:pt x="51388" y="1731882"/>
                  </a:lnTo>
                  <a:lnTo>
                    <a:pt x="36995" y="1728977"/>
                  </a:lnTo>
                  <a:lnTo>
                    <a:pt x="22593" y="1731882"/>
                  </a:lnTo>
                  <a:lnTo>
                    <a:pt x="10834" y="1739806"/>
                  </a:lnTo>
                  <a:lnTo>
                    <a:pt x="2906" y="1751561"/>
                  </a:lnTo>
                  <a:lnTo>
                    <a:pt x="0" y="1765960"/>
                  </a:lnTo>
                  <a:lnTo>
                    <a:pt x="2848" y="1780213"/>
                  </a:lnTo>
                  <a:lnTo>
                    <a:pt x="10625" y="1791895"/>
                  </a:lnTo>
                  <a:lnTo>
                    <a:pt x="22175" y="1799855"/>
                  </a:lnTo>
                  <a:lnTo>
                    <a:pt x="36347" y="1802942"/>
                  </a:lnTo>
                </a:path>
                <a:path w="2853690" h="2667635">
                  <a:moveTo>
                    <a:pt x="2814878" y="567944"/>
                  </a:moveTo>
                  <a:lnTo>
                    <a:pt x="2815310" y="567956"/>
                  </a:lnTo>
                  <a:lnTo>
                    <a:pt x="2815742" y="567956"/>
                  </a:lnTo>
                  <a:lnTo>
                    <a:pt x="2816174" y="567956"/>
                  </a:lnTo>
                  <a:lnTo>
                    <a:pt x="2816821" y="567956"/>
                  </a:lnTo>
                  <a:lnTo>
                    <a:pt x="2817469" y="567944"/>
                  </a:lnTo>
                  <a:lnTo>
                    <a:pt x="2818117" y="567905"/>
                  </a:lnTo>
                </a:path>
                <a:path w="2853690" h="2667635">
                  <a:moveTo>
                    <a:pt x="2818117" y="567905"/>
                  </a:moveTo>
                  <a:lnTo>
                    <a:pt x="2831827" y="564492"/>
                  </a:lnTo>
                  <a:lnTo>
                    <a:pt x="2842956" y="556479"/>
                  </a:lnTo>
                  <a:lnTo>
                    <a:pt x="2850426" y="544945"/>
                  </a:lnTo>
                  <a:lnTo>
                    <a:pt x="2853156" y="530974"/>
                  </a:lnTo>
                  <a:lnTo>
                    <a:pt x="2850249" y="516580"/>
                  </a:lnTo>
                  <a:lnTo>
                    <a:pt x="2842323" y="504825"/>
                  </a:lnTo>
                  <a:lnTo>
                    <a:pt x="2830568" y="496898"/>
                  </a:lnTo>
                  <a:lnTo>
                    <a:pt x="2816174" y="493991"/>
                  </a:lnTo>
                  <a:lnTo>
                    <a:pt x="2801772" y="496898"/>
                  </a:lnTo>
                  <a:lnTo>
                    <a:pt x="2790013" y="504825"/>
                  </a:lnTo>
                  <a:lnTo>
                    <a:pt x="2782086" y="516580"/>
                  </a:lnTo>
                  <a:lnTo>
                    <a:pt x="2779179" y="530974"/>
                  </a:lnTo>
                  <a:lnTo>
                    <a:pt x="2781967" y="545092"/>
                  </a:lnTo>
                  <a:lnTo>
                    <a:pt x="2789589" y="556702"/>
                  </a:lnTo>
                  <a:lnTo>
                    <a:pt x="2800931" y="564691"/>
                  </a:lnTo>
                  <a:lnTo>
                    <a:pt x="2814878" y="567944"/>
                  </a:lnTo>
                </a:path>
                <a:path w="2853690" h="2667635">
                  <a:moveTo>
                    <a:pt x="2628303" y="73875"/>
                  </a:moveTo>
                  <a:lnTo>
                    <a:pt x="2629166" y="73939"/>
                  </a:lnTo>
                  <a:lnTo>
                    <a:pt x="2630017" y="73964"/>
                  </a:lnTo>
                  <a:lnTo>
                    <a:pt x="2630893" y="73964"/>
                  </a:lnTo>
                  <a:lnTo>
                    <a:pt x="2631986" y="73964"/>
                  </a:lnTo>
                  <a:lnTo>
                    <a:pt x="2633065" y="73926"/>
                  </a:lnTo>
                  <a:lnTo>
                    <a:pt x="2634132" y="73825"/>
                  </a:lnTo>
                </a:path>
                <a:path w="2853690" h="2667635">
                  <a:moveTo>
                    <a:pt x="2634132" y="73825"/>
                  </a:moveTo>
                  <a:lnTo>
                    <a:pt x="2647382" y="70097"/>
                  </a:lnTo>
                  <a:lnTo>
                    <a:pt x="2658095" y="62042"/>
                  </a:lnTo>
                  <a:lnTo>
                    <a:pt x="2665263" y="50668"/>
                  </a:lnTo>
                  <a:lnTo>
                    <a:pt x="2667876" y="36982"/>
                  </a:lnTo>
                  <a:lnTo>
                    <a:pt x="2664969" y="22588"/>
                  </a:lnTo>
                  <a:lnTo>
                    <a:pt x="2657043" y="10833"/>
                  </a:lnTo>
                  <a:lnTo>
                    <a:pt x="2645287" y="2906"/>
                  </a:lnTo>
                  <a:lnTo>
                    <a:pt x="2630893" y="0"/>
                  </a:lnTo>
                  <a:lnTo>
                    <a:pt x="2616492" y="2906"/>
                  </a:lnTo>
                  <a:lnTo>
                    <a:pt x="2604733" y="10833"/>
                  </a:lnTo>
                  <a:lnTo>
                    <a:pt x="2596805" y="22588"/>
                  </a:lnTo>
                  <a:lnTo>
                    <a:pt x="2593898" y="36982"/>
                  </a:lnTo>
                  <a:lnTo>
                    <a:pt x="2596572" y="50812"/>
                  </a:lnTo>
                  <a:lnTo>
                    <a:pt x="2603895" y="62268"/>
                  </a:lnTo>
                  <a:lnTo>
                    <a:pt x="2614821" y="70304"/>
                  </a:lnTo>
                  <a:lnTo>
                    <a:pt x="2628303" y="73875"/>
                  </a:lnTo>
                </a:path>
                <a:path w="2853690" h="2667635">
                  <a:moveTo>
                    <a:pt x="2073757" y="691438"/>
                  </a:moveTo>
                  <a:lnTo>
                    <a:pt x="2074189" y="691451"/>
                  </a:lnTo>
                  <a:lnTo>
                    <a:pt x="2074621" y="691464"/>
                  </a:lnTo>
                  <a:lnTo>
                    <a:pt x="2075052" y="691464"/>
                  </a:lnTo>
                  <a:lnTo>
                    <a:pt x="2075713" y="691464"/>
                  </a:lnTo>
                  <a:lnTo>
                    <a:pt x="2076361" y="691438"/>
                  </a:lnTo>
                  <a:lnTo>
                    <a:pt x="2076996" y="691413"/>
                  </a:lnTo>
                </a:path>
                <a:path w="2853690" h="2667635">
                  <a:moveTo>
                    <a:pt x="2076996" y="691413"/>
                  </a:moveTo>
                  <a:lnTo>
                    <a:pt x="2090713" y="687992"/>
                  </a:lnTo>
                  <a:lnTo>
                    <a:pt x="2101846" y="679975"/>
                  </a:lnTo>
                  <a:lnTo>
                    <a:pt x="2109317" y="668440"/>
                  </a:lnTo>
                  <a:lnTo>
                    <a:pt x="2112048" y="654469"/>
                  </a:lnTo>
                  <a:lnTo>
                    <a:pt x="2109141" y="640075"/>
                  </a:lnTo>
                  <a:lnTo>
                    <a:pt x="2101213" y="628319"/>
                  </a:lnTo>
                  <a:lnTo>
                    <a:pt x="2089454" y="620393"/>
                  </a:lnTo>
                  <a:lnTo>
                    <a:pt x="2075052" y="617486"/>
                  </a:lnTo>
                  <a:lnTo>
                    <a:pt x="2060651" y="620393"/>
                  </a:lnTo>
                  <a:lnTo>
                    <a:pt x="2048892" y="628319"/>
                  </a:lnTo>
                  <a:lnTo>
                    <a:pt x="2040964" y="640075"/>
                  </a:lnTo>
                  <a:lnTo>
                    <a:pt x="2038057" y="654469"/>
                  </a:lnTo>
                  <a:lnTo>
                    <a:pt x="2040848" y="668587"/>
                  </a:lnTo>
                  <a:lnTo>
                    <a:pt x="2048473" y="680197"/>
                  </a:lnTo>
                  <a:lnTo>
                    <a:pt x="2059815" y="688185"/>
                  </a:lnTo>
                  <a:lnTo>
                    <a:pt x="2073757" y="691438"/>
                  </a:lnTo>
                </a:path>
                <a:path w="2853690" h="2667635">
                  <a:moveTo>
                    <a:pt x="1518577" y="1185443"/>
                  </a:moveTo>
                  <a:lnTo>
                    <a:pt x="1518792" y="1185456"/>
                  </a:lnTo>
                  <a:lnTo>
                    <a:pt x="1519008" y="1185456"/>
                  </a:lnTo>
                  <a:lnTo>
                    <a:pt x="1519224" y="1185456"/>
                  </a:lnTo>
                  <a:lnTo>
                    <a:pt x="1519872" y="1185456"/>
                  </a:lnTo>
                  <a:lnTo>
                    <a:pt x="1520520" y="1185430"/>
                  </a:lnTo>
                  <a:lnTo>
                    <a:pt x="1521167" y="1185405"/>
                  </a:lnTo>
                </a:path>
                <a:path w="2853690" h="2667635">
                  <a:moveTo>
                    <a:pt x="1521167" y="1185405"/>
                  </a:moveTo>
                  <a:lnTo>
                    <a:pt x="1534877" y="1181986"/>
                  </a:lnTo>
                  <a:lnTo>
                    <a:pt x="1546007" y="1173972"/>
                  </a:lnTo>
                  <a:lnTo>
                    <a:pt x="1553477" y="1162438"/>
                  </a:lnTo>
                  <a:lnTo>
                    <a:pt x="1556207" y="1148461"/>
                  </a:lnTo>
                  <a:lnTo>
                    <a:pt x="1553300" y="1134067"/>
                  </a:lnTo>
                  <a:lnTo>
                    <a:pt x="1545374" y="1122311"/>
                  </a:lnTo>
                  <a:lnTo>
                    <a:pt x="1533618" y="1114385"/>
                  </a:lnTo>
                  <a:lnTo>
                    <a:pt x="1519224" y="1111478"/>
                  </a:lnTo>
                  <a:lnTo>
                    <a:pt x="1504823" y="1114385"/>
                  </a:lnTo>
                  <a:lnTo>
                    <a:pt x="1493064" y="1122311"/>
                  </a:lnTo>
                  <a:lnTo>
                    <a:pt x="1485136" y="1134067"/>
                  </a:lnTo>
                  <a:lnTo>
                    <a:pt x="1482229" y="1148461"/>
                  </a:lnTo>
                  <a:lnTo>
                    <a:pt x="1485078" y="1162720"/>
                  </a:lnTo>
                  <a:lnTo>
                    <a:pt x="1492854" y="1174405"/>
                  </a:lnTo>
                  <a:lnTo>
                    <a:pt x="1504405" y="1182363"/>
                  </a:lnTo>
                  <a:lnTo>
                    <a:pt x="1518577" y="1185443"/>
                  </a:lnTo>
                </a:path>
                <a:path w="2853690" h="2667635">
                  <a:moveTo>
                    <a:pt x="2629598" y="814933"/>
                  </a:moveTo>
                  <a:lnTo>
                    <a:pt x="2630030" y="814946"/>
                  </a:lnTo>
                  <a:lnTo>
                    <a:pt x="2630462" y="814959"/>
                  </a:lnTo>
                  <a:lnTo>
                    <a:pt x="2630893" y="814959"/>
                  </a:lnTo>
                  <a:lnTo>
                    <a:pt x="2631541" y="814959"/>
                  </a:lnTo>
                  <a:lnTo>
                    <a:pt x="2632189" y="814946"/>
                  </a:lnTo>
                  <a:lnTo>
                    <a:pt x="2632837" y="814908"/>
                  </a:lnTo>
                </a:path>
                <a:path w="2853690" h="2667635">
                  <a:moveTo>
                    <a:pt x="2632837" y="814908"/>
                  </a:moveTo>
                  <a:lnTo>
                    <a:pt x="2646546" y="811489"/>
                  </a:lnTo>
                  <a:lnTo>
                    <a:pt x="2657676" y="803476"/>
                  </a:lnTo>
                  <a:lnTo>
                    <a:pt x="2665146" y="791946"/>
                  </a:lnTo>
                  <a:lnTo>
                    <a:pt x="2667876" y="777976"/>
                  </a:lnTo>
                  <a:lnTo>
                    <a:pt x="2664969" y="763577"/>
                  </a:lnTo>
                  <a:lnTo>
                    <a:pt x="2657043" y="751822"/>
                  </a:lnTo>
                  <a:lnTo>
                    <a:pt x="2645287" y="743899"/>
                  </a:lnTo>
                  <a:lnTo>
                    <a:pt x="2630893" y="740994"/>
                  </a:lnTo>
                  <a:lnTo>
                    <a:pt x="2616492" y="743899"/>
                  </a:lnTo>
                  <a:lnTo>
                    <a:pt x="2604733" y="751822"/>
                  </a:lnTo>
                  <a:lnTo>
                    <a:pt x="2596805" y="763577"/>
                  </a:lnTo>
                  <a:lnTo>
                    <a:pt x="2593898" y="777976"/>
                  </a:lnTo>
                  <a:lnTo>
                    <a:pt x="2596687" y="792089"/>
                  </a:lnTo>
                  <a:lnTo>
                    <a:pt x="2604309" y="803698"/>
                  </a:lnTo>
                  <a:lnTo>
                    <a:pt x="2615651" y="811686"/>
                  </a:lnTo>
                  <a:lnTo>
                    <a:pt x="2629598" y="814933"/>
                  </a:lnTo>
                </a:path>
                <a:path w="2853690" h="2667635">
                  <a:moveTo>
                    <a:pt x="1517929" y="814933"/>
                  </a:moveTo>
                  <a:lnTo>
                    <a:pt x="1518361" y="814946"/>
                  </a:lnTo>
                  <a:lnTo>
                    <a:pt x="1518792" y="814959"/>
                  </a:lnTo>
                  <a:lnTo>
                    <a:pt x="1519224" y="814959"/>
                  </a:lnTo>
                  <a:lnTo>
                    <a:pt x="1519872" y="814959"/>
                  </a:lnTo>
                  <a:lnTo>
                    <a:pt x="1520520" y="814946"/>
                  </a:lnTo>
                  <a:lnTo>
                    <a:pt x="1521167" y="814908"/>
                  </a:lnTo>
                </a:path>
                <a:path w="2853690" h="2667635">
                  <a:moveTo>
                    <a:pt x="1521167" y="814908"/>
                  </a:moveTo>
                  <a:lnTo>
                    <a:pt x="1534877" y="811489"/>
                  </a:lnTo>
                  <a:lnTo>
                    <a:pt x="1546007" y="803476"/>
                  </a:lnTo>
                  <a:lnTo>
                    <a:pt x="1553477" y="791946"/>
                  </a:lnTo>
                  <a:lnTo>
                    <a:pt x="1556207" y="777976"/>
                  </a:lnTo>
                  <a:lnTo>
                    <a:pt x="1553300" y="763577"/>
                  </a:lnTo>
                  <a:lnTo>
                    <a:pt x="1545374" y="751822"/>
                  </a:lnTo>
                  <a:lnTo>
                    <a:pt x="1533618" y="743899"/>
                  </a:lnTo>
                  <a:lnTo>
                    <a:pt x="1519224" y="740994"/>
                  </a:lnTo>
                  <a:lnTo>
                    <a:pt x="1504823" y="743899"/>
                  </a:lnTo>
                  <a:lnTo>
                    <a:pt x="1493064" y="751822"/>
                  </a:lnTo>
                  <a:lnTo>
                    <a:pt x="1485136" y="763577"/>
                  </a:lnTo>
                  <a:lnTo>
                    <a:pt x="1482229" y="777976"/>
                  </a:lnTo>
                  <a:lnTo>
                    <a:pt x="1485018" y="792089"/>
                  </a:lnTo>
                  <a:lnTo>
                    <a:pt x="1492640" y="803698"/>
                  </a:lnTo>
                  <a:lnTo>
                    <a:pt x="1503982" y="811686"/>
                  </a:lnTo>
                  <a:lnTo>
                    <a:pt x="1517929" y="814933"/>
                  </a:lnTo>
                </a:path>
                <a:path w="2853690" h="2667635">
                  <a:moveTo>
                    <a:pt x="2074405" y="1308950"/>
                  </a:moveTo>
                  <a:lnTo>
                    <a:pt x="2074621" y="1308950"/>
                  </a:lnTo>
                  <a:lnTo>
                    <a:pt x="2074837" y="1308950"/>
                  </a:lnTo>
                  <a:lnTo>
                    <a:pt x="2075052" y="1308950"/>
                  </a:lnTo>
                  <a:lnTo>
                    <a:pt x="2075484" y="1308950"/>
                  </a:lnTo>
                  <a:lnTo>
                    <a:pt x="2075916" y="1308938"/>
                  </a:lnTo>
                  <a:lnTo>
                    <a:pt x="2076348" y="1308925"/>
                  </a:lnTo>
                </a:path>
                <a:path w="2853690" h="2667635">
                  <a:moveTo>
                    <a:pt x="2076348" y="1308925"/>
                  </a:moveTo>
                  <a:lnTo>
                    <a:pt x="2090295" y="1305672"/>
                  </a:lnTo>
                  <a:lnTo>
                    <a:pt x="2101637" y="1297686"/>
                  </a:lnTo>
                  <a:lnTo>
                    <a:pt x="2109259" y="1286079"/>
                  </a:lnTo>
                  <a:lnTo>
                    <a:pt x="2112048" y="1271968"/>
                  </a:lnTo>
                  <a:lnTo>
                    <a:pt x="2109141" y="1257569"/>
                  </a:lnTo>
                  <a:lnTo>
                    <a:pt x="2101213" y="1245814"/>
                  </a:lnTo>
                  <a:lnTo>
                    <a:pt x="2089454" y="1237891"/>
                  </a:lnTo>
                  <a:lnTo>
                    <a:pt x="2075052" y="1234986"/>
                  </a:lnTo>
                  <a:lnTo>
                    <a:pt x="2060651" y="1237891"/>
                  </a:lnTo>
                  <a:lnTo>
                    <a:pt x="2048892" y="1245814"/>
                  </a:lnTo>
                  <a:lnTo>
                    <a:pt x="2040964" y="1257569"/>
                  </a:lnTo>
                  <a:lnTo>
                    <a:pt x="2038057" y="1271968"/>
                  </a:lnTo>
                  <a:lnTo>
                    <a:pt x="2040906" y="1286221"/>
                  </a:lnTo>
                  <a:lnTo>
                    <a:pt x="2048683" y="1297903"/>
                  </a:lnTo>
                  <a:lnTo>
                    <a:pt x="2060233" y="1305863"/>
                  </a:lnTo>
                  <a:lnTo>
                    <a:pt x="2074405" y="1308950"/>
                  </a:lnTo>
                </a:path>
                <a:path w="2853690" h="2667635">
                  <a:moveTo>
                    <a:pt x="1517929" y="938428"/>
                  </a:moveTo>
                  <a:lnTo>
                    <a:pt x="1518361" y="938453"/>
                  </a:lnTo>
                  <a:lnTo>
                    <a:pt x="1518792" y="938453"/>
                  </a:lnTo>
                  <a:lnTo>
                    <a:pt x="1519224" y="938453"/>
                  </a:lnTo>
                  <a:lnTo>
                    <a:pt x="1519872" y="938453"/>
                  </a:lnTo>
                  <a:lnTo>
                    <a:pt x="1520520" y="938441"/>
                  </a:lnTo>
                  <a:lnTo>
                    <a:pt x="1521167" y="938402"/>
                  </a:lnTo>
                </a:path>
                <a:path w="2853690" h="2667635">
                  <a:moveTo>
                    <a:pt x="1521167" y="938402"/>
                  </a:moveTo>
                  <a:lnTo>
                    <a:pt x="1534877" y="934989"/>
                  </a:lnTo>
                  <a:lnTo>
                    <a:pt x="1546007" y="926976"/>
                  </a:lnTo>
                  <a:lnTo>
                    <a:pt x="1553477" y="915442"/>
                  </a:lnTo>
                  <a:lnTo>
                    <a:pt x="1556207" y="901471"/>
                  </a:lnTo>
                  <a:lnTo>
                    <a:pt x="1553300" y="887077"/>
                  </a:lnTo>
                  <a:lnTo>
                    <a:pt x="1545374" y="875322"/>
                  </a:lnTo>
                  <a:lnTo>
                    <a:pt x="1533618" y="867395"/>
                  </a:lnTo>
                  <a:lnTo>
                    <a:pt x="1519224" y="864488"/>
                  </a:lnTo>
                  <a:lnTo>
                    <a:pt x="1504823" y="867395"/>
                  </a:lnTo>
                  <a:lnTo>
                    <a:pt x="1493064" y="875322"/>
                  </a:lnTo>
                  <a:lnTo>
                    <a:pt x="1485136" y="887077"/>
                  </a:lnTo>
                  <a:lnTo>
                    <a:pt x="1482229" y="901471"/>
                  </a:lnTo>
                  <a:lnTo>
                    <a:pt x="1485018" y="915584"/>
                  </a:lnTo>
                  <a:lnTo>
                    <a:pt x="1492640" y="927193"/>
                  </a:lnTo>
                  <a:lnTo>
                    <a:pt x="1503982" y="935180"/>
                  </a:lnTo>
                  <a:lnTo>
                    <a:pt x="1517929" y="938428"/>
                  </a:lnTo>
                </a:path>
                <a:path w="2853690" h="2667635">
                  <a:moveTo>
                    <a:pt x="591540" y="1061935"/>
                  </a:moveTo>
                  <a:lnTo>
                    <a:pt x="591959" y="1061948"/>
                  </a:lnTo>
                  <a:lnTo>
                    <a:pt x="592391" y="1061948"/>
                  </a:lnTo>
                  <a:lnTo>
                    <a:pt x="592823" y="1061948"/>
                  </a:lnTo>
                  <a:lnTo>
                    <a:pt x="593483" y="1061948"/>
                  </a:lnTo>
                  <a:lnTo>
                    <a:pt x="594131" y="1061935"/>
                  </a:lnTo>
                  <a:lnTo>
                    <a:pt x="594766" y="1061897"/>
                  </a:lnTo>
                </a:path>
                <a:path w="2853690" h="2667635">
                  <a:moveTo>
                    <a:pt x="594766" y="1061897"/>
                  </a:moveTo>
                  <a:lnTo>
                    <a:pt x="608483" y="1058484"/>
                  </a:lnTo>
                  <a:lnTo>
                    <a:pt x="619617" y="1050470"/>
                  </a:lnTo>
                  <a:lnTo>
                    <a:pt x="627088" y="1038937"/>
                  </a:lnTo>
                  <a:lnTo>
                    <a:pt x="629818" y="1024966"/>
                  </a:lnTo>
                  <a:lnTo>
                    <a:pt x="626911" y="1010572"/>
                  </a:lnTo>
                  <a:lnTo>
                    <a:pt x="618983" y="998816"/>
                  </a:lnTo>
                  <a:lnTo>
                    <a:pt x="607224" y="990890"/>
                  </a:lnTo>
                  <a:lnTo>
                    <a:pt x="592823" y="987983"/>
                  </a:lnTo>
                  <a:lnTo>
                    <a:pt x="578429" y="990890"/>
                  </a:lnTo>
                  <a:lnTo>
                    <a:pt x="566674" y="998816"/>
                  </a:lnTo>
                  <a:lnTo>
                    <a:pt x="558747" y="1010572"/>
                  </a:lnTo>
                  <a:lnTo>
                    <a:pt x="555840" y="1024966"/>
                  </a:lnTo>
                  <a:lnTo>
                    <a:pt x="558629" y="1039084"/>
                  </a:lnTo>
                  <a:lnTo>
                    <a:pt x="566251" y="1050694"/>
                  </a:lnTo>
                  <a:lnTo>
                    <a:pt x="577593" y="1058682"/>
                  </a:lnTo>
                  <a:lnTo>
                    <a:pt x="591540" y="1061935"/>
                  </a:lnTo>
                </a:path>
                <a:path w="2853690" h="2667635">
                  <a:moveTo>
                    <a:pt x="1518577" y="1432445"/>
                  </a:moveTo>
                  <a:lnTo>
                    <a:pt x="1518577" y="1432445"/>
                  </a:lnTo>
                  <a:lnTo>
                    <a:pt x="1520088" y="1432445"/>
                  </a:lnTo>
                  <a:lnTo>
                    <a:pt x="1520520" y="1432420"/>
                  </a:lnTo>
                </a:path>
                <a:path w="2853690" h="2667635">
                  <a:moveTo>
                    <a:pt x="1520520" y="1432420"/>
                  </a:moveTo>
                  <a:lnTo>
                    <a:pt x="1534459" y="1429172"/>
                  </a:lnTo>
                  <a:lnTo>
                    <a:pt x="1545797" y="1421185"/>
                  </a:lnTo>
                  <a:lnTo>
                    <a:pt x="1553418" y="1409576"/>
                  </a:lnTo>
                  <a:lnTo>
                    <a:pt x="1556207" y="1395463"/>
                  </a:lnTo>
                  <a:lnTo>
                    <a:pt x="1553300" y="1381069"/>
                  </a:lnTo>
                  <a:lnTo>
                    <a:pt x="1545374" y="1369314"/>
                  </a:lnTo>
                  <a:lnTo>
                    <a:pt x="1533618" y="1361387"/>
                  </a:lnTo>
                  <a:lnTo>
                    <a:pt x="1519224" y="1358480"/>
                  </a:lnTo>
                  <a:lnTo>
                    <a:pt x="1504823" y="1361387"/>
                  </a:lnTo>
                  <a:lnTo>
                    <a:pt x="1493064" y="1369314"/>
                  </a:lnTo>
                  <a:lnTo>
                    <a:pt x="1485136" y="1381069"/>
                  </a:lnTo>
                  <a:lnTo>
                    <a:pt x="1482229" y="1395463"/>
                  </a:lnTo>
                  <a:lnTo>
                    <a:pt x="1485078" y="1409717"/>
                  </a:lnTo>
                  <a:lnTo>
                    <a:pt x="1492854" y="1421403"/>
                  </a:lnTo>
                  <a:lnTo>
                    <a:pt x="1504405" y="1429363"/>
                  </a:lnTo>
                  <a:lnTo>
                    <a:pt x="1518577" y="1432445"/>
                  </a:lnTo>
                </a:path>
                <a:path w="2853690" h="2667635">
                  <a:moveTo>
                    <a:pt x="962736" y="1308950"/>
                  </a:moveTo>
                  <a:lnTo>
                    <a:pt x="962952" y="1308950"/>
                  </a:lnTo>
                  <a:lnTo>
                    <a:pt x="963167" y="1308950"/>
                  </a:lnTo>
                  <a:lnTo>
                    <a:pt x="963383" y="1308950"/>
                  </a:lnTo>
                  <a:lnTo>
                    <a:pt x="963815" y="1308950"/>
                  </a:lnTo>
                  <a:lnTo>
                    <a:pt x="964247" y="1308938"/>
                  </a:lnTo>
                  <a:lnTo>
                    <a:pt x="964679" y="1308925"/>
                  </a:lnTo>
                </a:path>
                <a:path w="2853690" h="2667635">
                  <a:moveTo>
                    <a:pt x="964679" y="1308925"/>
                  </a:moveTo>
                  <a:lnTo>
                    <a:pt x="978620" y="1305672"/>
                  </a:lnTo>
                  <a:lnTo>
                    <a:pt x="989963" y="1297686"/>
                  </a:lnTo>
                  <a:lnTo>
                    <a:pt x="997588" y="1286079"/>
                  </a:lnTo>
                  <a:lnTo>
                    <a:pt x="1000378" y="1271968"/>
                  </a:lnTo>
                  <a:lnTo>
                    <a:pt x="997472" y="1257569"/>
                  </a:lnTo>
                  <a:lnTo>
                    <a:pt x="989544" y="1245814"/>
                  </a:lnTo>
                  <a:lnTo>
                    <a:pt x="977785" y="1237891"/>
                  </a:lnTo>
                  <a:lnTo>
                    <a:pt x="963383" y="1234986"/>
                  </a:lnTo>
                  <a:lnTo>
                    <a:pt x="948982" y="1237891"/>
                  </a:lnTo>
                  <a:lnTo>
                    <a:pt x="937223" y="1245814"/>
                  </a:lnTo>
                  <a:lnTo>
                    <a:pt x="929295" y="1257569"/>
                  </a:lnTo>
                  <a:lnTo>
                    <a:pt x="926388" y="1271968"/>
                  </a:lnTo>
                  <a:lnTo>
                    <a:pt x="929237" y="1286221"/>
                  </a:lnTo>
                  <a:lnTo>
                    <a:pt x="937013" y="1297903"/>
                  </a:lnTo>
                  <a:lnTo>
                    <a:pt x="948564" y="1305863"/>
                  </a:lnTo>
                  <a:lnTo>
                    <a:pt x="962736" y="1308950"/>
                  </a:lnTo>
                </a:path>
                <a:path w="2853690" h="2667635">
                  <a:moveTo>
                    <a:pt x="1333296" y="1802942"/>
                  </a:moveTo>
                  <a:lnTo>
                    <a:pt x="1333512" y="1802942"/>
                  </a:lnTo>
                  <a:lnTo>
                    <a:pt x="1333728" y="1802942"/>
                  </a:lnTo>
                  <a:lnTo>
                    <a:pt x="1333944" y="1802942"/>
                  </a:lnTo>
                  <a:lnTo>
                    <a:pt x="1334376" y="1802942"/>
                  </a:lnTo>
                  <a:lnTo>
                    <a:pt x="1334808" y="1802930"/>
                  </a:lnTo>
                  <a:lnTo>
                    <a:pt x="1335239" y="1802917"/>
                  </a:lnTo>
                </a:path>
                <a:path w="2853690" h="2667635">
                  <a:moveTo>
                    <a:pt x="1335239" y="1802917"/>
                  </a:moveTo>
                  <a:lnTo>
                    <a:pt x="1349179" y="1799664"/>
                  </a:lnTo>
                  <a:lnTo>
                    <a:pt x="1360517" y="1791677"/>
                  </a:lnTo>
                  <a:lnTo>
                    <a:pt x="1368138" y="1780071"/>
                  </a:lnTo>
                  <a:lnTo>
                    <a:pt x="1370926" y="1765960"/>
                  </a:lnTo>
                  <a:lnTo>
                    <a:pt x="1368020" y="1751561"/>
                  </a:lnTo>
                  <a:lnTo>
                    <a:pt x="1360093" y="1739806"/>
                  </a:lnTo>
                  <a:lnTo>
                    <a:pt x="1348338" y="1731882"/>
                  </a:lnTo>
                  <a:lnTo>
                    <a:pt x="1333944" y="1728977"/>
                  </a:lnTo>
                  <a:lnTo>
                    <a:pt x="1319543" y="1731882"/>
                  </a:lnTo>
                  <a:lnTo>
                    <a:pt x="1307784" y="1739806"/>
                  </a:lnTo>
                  <a:lnTo>
                    <a:pt x="1299856" y="1751561"/>
                  </a:lnTo>
                  <a:lnTo>
                    <a:pt x="1296949" y="1765960"/>
                  </a:lnTo>
                  <a:lnTo>
                    <a:pt x="1299797" y="1780213"/>
                  </a:lnTo>
                  <a:lnTo>
                    <a:pt x="1307574" y="1791895"/>
                  </a:lnTo>
                  <a:lnTo>
                    <a:pt x="1319125" y="1799855"/>
                  </a:lnTo>
                  <a:lnTo>
                    <a:pt x="1333296" y="1802942"/>
                  </a:lnTo>
                </a:path>
                <a:path w="2853690" h="2667635">
                  <a:moveTo>
                    <a:pt x="1333296" y="1308950"/>
                  </a:moveTo>
                  <a:lnTo>
                    <a:pt x="1333512" y="1308950"/>
                  </a:lnTo>
                  <a:lnTo>
                    <a:pt x="1333728" y="1308950"/>
                  </a:lnTo>
                  <a:lnTo>
                    <a:pt x="1333944" y="1308950"/>
                  </a:lnTo>
                  <a:lnTo>
                    <a:pt x="1334376" y="1308950"/>
                  </a:lnTo>
                  <a:lnTo>
                    <a:pt x="1334808" y="1308938"/>
                  </a:lnTo>
                  <a:lnTo>
                    <a:pt x="1335239" y="1308925"/>
                  </a:lnTo>
                </a:path>
                <a:path w="2853690" h="2667635">
                  <a:moveTo>
                    <a:pt x="1335239" y="1308925"/>
                  </a:moveTo>
                  <a:lnTo>
                    <a:pt x="1349179" y="1305672"/>
                  </a:lnTo>
                  <a:lnTo>
                    <a:pt x="1360517" y="1297686"/>
                  </a:lnTo>
                  <a:lnTo>
                    <a:pt x="1368138" y="1286079"/>
                  </a:lnTo>
                  <a:lnTo>
                    <a:pt x="1370926" y="1271968"/>
                  </a:lnTo>
                  <a:lnTo>
                    <a:pt x="1368020" y="1257569"/>
                  </a:lnTo>
                  <a:lnTo>
                    <a:pt x="1360093" y="1245814"/>
                  </a:lnTo>
                  <a:lnTo>
                    <a:pt x="1348338" y="1237891"/>
                  </a:lnTo>
                  <a:lnTo>
                    <a:pt x="1333944" y="1234986"/>
                  </a:lnTo>
                  <a:lnTo>
                    <a:pt x="1319543" y="1237891"/>
                  </a:lnTo>
                  <a:lnTo>
                    <a:pt x="1307784" y="1245814"/>
                  </a:lnTo>
                  <a:lnTo>
                    <a:pt x="1299856" y="1257569"/>
                  </a:lnTo>
                  <a:lnTo>
                    <a:pt x="1296949" y="1271968"/>
                  </a:lnTo>
                  <a:lnTo>
                    <a:pt x="1299797" y="1286221"/>
                  </a:lnTo>
                  <a:lnTo>
                    <a:pt x="1307574" y="1297903"/>
                  </a:lnTo>
                  <a:lnTo>
                    <a:pt x="1319125" y="1305863"/>
                  </a:lnTo>
                  <a:lnTo>
                    <a:pt x="1333296" y="1308950"/>
                  </a:lnTo>
                </a:path>
                <a:path w="2853690" h="2667635">
                  <a:moveTo>
                    <a:pt x="1703857" y="1185443"/>
                  </a:moveTo>
                  <a:lnTo>
                    <a:pt x="1704060" y="1185456"/>
                  </a:lnTo>
                  <a:lnTo>
                    <a:pt x="1704276" y="1185456"/>
                  </a:lnTo>
                  <a:lnTo>
                    <a:pt x="1704492" y="1185456"/>
                  </a:lnTo>
                  <a:lnTo>
                    <a:pt x="1705152" y="1185456"/>
                  </a:lnTo>
                  <a:lnTo>
                    <a:pt x="1705800" y="1185430"/>
                  </a:lnTo>
                  <a:lnTo>
                    <a:pt x="1706448" y="1185405"/>
                  </a:lnTo>
                </a:path>
                <a:path w="2853690" h="2667635">
                  <a:moveTo>
                    <a:pt x="1706448" y="1185405"/>
                  </a:moveTo>
                  <a:lnTo>
                    <a:pt x="1720158" y="1181986"/>
                  </a:lnTo>
                  <a:lnTo>
                    <a:pt x="1731287" y="1173972"/>
                  </a:lnTo>
                  <a:lnTo>
                    <a:pt x="1738757" y="1162438"/>
                  </a:lnTo>
                  <a:lnTo>
                    <a:pt x="1741487" y="1148461"/>
                  </a:lnTo>
                  <a:lnTo>
                    <a:pt x="1738580" y="1134067"/>
                  </a:lnTo>
                  <a:lnTo>
                    <a:pt x="1730652" y="1122311"/>
                  </a:lnTo>
                  <a:lnTo>
                    <a:pt x="1718893" y="1114385"/>
                  </a:lnTo>
                  <a:lnTo>
                    <a:pt x="1704492" y="1111478"/>
                  </a:lnTo>
                  <a:lnTo>
                    <a:pt x="1690098" y="1114385"/>
                  </a:lnTo>
                  <a:lnTo>
                    <a:pt x="1678343" y="1122311"/>
                  </a:lnTo>
                  <a:lnTo>
                    <a:pt x="1670416" y="1134067"/>
                  </a:lnTo>
                  <a:lnTo>
                    <a:pt x="1667510" y="1148461"/>
                  </a:lnTo>
                  <a:lnTo>
                    <a:pt x="1670356" y="1162720"/>
                  </a:lnTo>
                  <a:lnTo>
                    <a:pt x="1678130" y="1174405"/>
                  </a:lnTo>
                  <a:lnTo>
                    <a:pt x="1689680" y="1182363"/>
                  </a:lnTo>
                  <a:lnTo>
                    <a:pt x="1703857" y="1185443"/>
                  </a:lnTo>
                </a:path>
                <a:path w="2853690" h="2667635">
                  <a:moveTo>
                    <a:pt x="1703857" y="1308950"/>
                  </a:moveTo>
                  <a:lnTo>
                    <a:pt x="1704060" y="1308950"/>
                  </a:lnTo>
                  <a:lnTo>
                    <a:pt x="1704276" y="1308950"/>
                  </a:lnTo>
                  <a:lnTo>
                    <a:pt x="1704492" y="1308950"/>
                  </a:lnTo>
                  <a:lnTo>
                    <a:pt x="1704936" y="1308950"/>
                  </a:lnTo>
                  <a:lnTo>
                    <a:pt x="1705368" y="1308938"/>
                  </a:lnTo>
                  <a:lnTo>
                    <a:pt x="1705800" y="1308925"/>
                  </a:lnTo>
                </a:path>
                <a:path w="2853690" h="2667635">
                  <a:moveTo>
                    <a:pt x="1705800" y="1308925"/>
                  </a:moveTo>
                  <a:lnTo>
                    <a:pt x="1719740" y="1305672"/>
                  </a:lnTo>
                  <a:lnTo>
                    <a:pt x="1731078" y="1297686"/>
                  </a:lnTo>
                  <a:lnTo>
                    <a:pt x="1738699" y="1286079"/>
                  </a:lnTo>
                  <a:lnTo>
                    <a:pt x="1741487" y="1271968"/>
                  </a:lnTo>
                  <a:lnTo>
                    <a:pt x="1738580" y="1257569"/>
                  </a:lnTo>
                  <a:lnTo>
                    <a:pt x="1730652" y="1245814"/>
                  </a:lnTo>
                  <a:lnTo>
                    <a:pt x="1718893" y="1237891"/>
                  </a:lnTo>
                  <a:lnTo>
                    <a:pt x="1704492" y="1234986"/>
                  </a:lnTo>
                  <a:lnTo>
                    <a:pt x="1690098" y="1237891"/>
                  </a:lnTo>
                  <a:lnTo>
                    <a:pt x="1678343" y="1245814"/>
                  </a:lnTo>
                  <a:lnTo>
                    <a:pt x="1670416" y="1257569"/>
                  </a:lnTo>
                  <a:lnTo>
                    <a:pt x="1667510" y="1271968"/>
                  </a:lnTo>
                  <a:lnTo>
                    <a:pt x="1670356" y="1286221"/>
                  </a:lnTo>
                  <a:lnTo>
                    <a:pt x="1678130" y="1297903"/>
                  </a:lnTo>
                  <a:lnTo>
                    <a:pt x="1689680" y="1305863"/>
                  </a:lnTo>
                  <a:lnTo>
                    <a:pt x="1703857" y="1308950"/>
                  </a:lnTo>
                </a:path>
                <a:path w="2853690" h="2667635">
                  <a:moveTo>
                    <a:pt x="777455" y="1555940"/>
                  </a:moveTo>
                  <a:lnTo>
                    <a:pt x="777455" y="1555940"/>
                  </a:lnTo>
                  <a:lnTo>
                    <a:pt x="778967" y="1555940"/>
                  </a:lnTo>
                  <a:lnTo>
                    <a:pt x="779399" y="1555927"/>
                  </a:lnTo>
                </a:path>
                <a:path w="2853690" h="2667635">
                  <a:moveTo>
                    <a:pt x="779399" y="1555927"/>
                  </a:moveTo>
                  <a:lnTo>
                    <a:pt x="793345" y="1552673"/>
                  </a:lnTo>
                  <a:lnTo>
                    <a:pt x="804687" y="1544681"/>
                  </a:lnTo>
                  <a:lnTo>
                    <a:pt x="812310" y="1533071"/>
                  </a:lnTo>
                  <a:lnTo>
                    <a:pt x="815098" y="1518958"/>
                  </a:lnTo>
                  <a:lnTo>
                    <a:pt x="812191" y="1504564"/>
                  </a:lnTo>
                  <a:lnTo>
                    <a:pt x="804264" y="1492808"/>
                  </a:lnTo>
                  <a:lnTo>
                    <a:pt x="792504" y="1484882"/>
                  </a:lnTo>
                  <a:lnTo>
                    <a:pt x="778103" y="1481975"/>
                  </a:lnTo>
                  <a:lnTo>
                    <a:pt x="763702" y="1484882"/>
                  </a:lnTo>
                  <a:lnTo>
                    <a:pt x="751943" y="1492808"/>
                  </a:lnTo>
                  <a:lnTo>
                    <a:pt x="744015" y="1504564"/>
                  </a:lnTo>
                  <a:lnTo>
                    <a:pt x="741108" y="1518958"/>
                  </a:lnTo>
                  <a:lnTo>
                    <a:pt x="743957" y="1533218"/>
                  </a:lnTo>
                  <a:lnTo>
                    <a:pt x="751733" y="1544902"/>
                  </a:lnTo>
                  <a:lnTo>
                    <a:pt x="763284" y="1552860"/>
                  </a:lnTo>
                  <a:lnTo>
                    <a:pt x="777455" y="1555940"/>
                  </a:lnTo>
                </a:path>
                <a:path w="2853690" h="2667635">
                  <a:moveTo>
                    <a:pt x="962736" y="1679435"/>
                  </a:moveTo>
                  <a:lnTo>
                    <a:pt x="962952" y="1679448"/>
                  </a:lnTo>
                  <a:lnTo>
                    <a:pt x="963167" y="1679448"/>
                  </a:lnTo>
                  <a:lnTo>
                    <a:pt x="963383" y="1679448"/>
                  </a:lnTo>
                  <a:lnTo>
                    <a:pt x="963815" y="1679448"/>
                  </a:lnTo>
                  <a:lnTo>
                    <a:pt x="964247" y="1679435"/>
                  </a:lnTo>
                  <a:lnTo>
                    <a:pt x="964679" y="1679422"/>
                  </a:lnTo>
                </a:path>
                <a:path w="2853690" h="2667635">
                  <a:moveTo>
                    <a:pt x="964679" y="1679422"/>
                  </a:moveTo>
                  <a:lnTo>
                    <a:pt x="978620" y="1676169"/>
                  </a:lnTo>
                  <a:lnTo>
                    <a:pt x="989963" y="1668183"/>
                  </a:lnTo>
                  <a:lnTo>
                    <a:pt x="997588" y="1656576"/>
                  </a:lnTo>
                  <a:lnTo>
                    <a:pt x="1000378" y="1642465"/>
                  </a:lnTo>
                  <a:lnTo>
                    <a:pt x="997472" y="1628064"/>
                  </a:lnTo>
                  <a:lnTo>
                    <a:pt x="989544" y="1616305"/>
                  </a:lnTo>
                  <a:lnTo>
                    <a:pt x="977785" y="1608377"/>
                  </a:lnTo>
                  <a:lnTo>
                    <a:pt x="963383" y="1605470"/>
                  </a:lnTo>
                  <a:lnTo>
                    <a:pt x="948982" y="1608377"/>
                  </a:lnTo>
                  <a:lnTo>
                    <a:pt x="937223" y="1616305"/>
                  </a:lnTo>
                  <a:lnTo>
                    <a:pt x="929295" y="1628064"/>
                  </a:lnTo>
                  <a:lnTo>
                    <a:pt x="926388" y="1642465"/>
                  </a:lnTo>
                  <a:lnTo>
                    <a:pt x="929237" y="1656718"/>
                  </a:lnTo>
                  <a:lnTo>
                    <a:pt x="937013" y="1668398"/>
                  </a:lnTo>
                  <a:lnTo>
                    <a:pt x="948564" y="1676355"/>
                  </a:lnTo>
                  <a:lnTo>
                    <a:pt x="962736" y="1679435"/>
                  </a:lnTo>
                </a:path>
                <a:path w="2853690" h="2667635">
                  <a:moveTo>
                    <a:pt x="2074405" y="1308950"/>
                  </a:moveTo>
                  <a:lnTo>
                    <a:pt x="2074621" y="1308950"/>
                  </a:lnTo>
                  <a:lnTo>
                    <a:pt x="2074837" y="1308950"/>
                  </a:lnTo>
                  <a:lnTo>
                    <a:pt x="2075052" y="1308950"/>
                  </a:lnTo>
                  <a:lnTo>
                    <a:pt x="2075484" y="1308950"/>
                  </a:lnTo>
                  <a:lnTo>
                    <a:pt x="2075916" y="1308938"/>
                  </a:lnTo>
                  <a:lnTo>
                    <a:pt x="2076348" y="1308925"/>
                  </a:lnTo>
                </a:path>
                <a:path w="2853690" h="2667635">
                  <a:moveTo>
                    <a:pt x="2076348" y="1308925"/>
                  </a:moveTo>
                  <a:lnTo>
                    <a:pt x="2090295" y="1305672"/>
                  </a:lnTo>
                  <a:lnTo>
                    <a:pt x="2101637" y="1297686"/>
                  </a:lnTo>
                  <a:lnTo>
                    <a:pt x="2109259" y="1286079"/>
                  </a:lnTo>
                  <a:lnTo>
                    <a:pt x="2112048" y="1271968"/>
                  </a:lnTo>
                  <a:lnTo>
                    <a:pt x="2109141" y="1257569"/>
                  </a:lnTo>
                  <a:lnTo>
                    <a:pt x="2101213" y="1245814"/>
                  </a:lnTo>
                  <a:lnTo>
                    <a:pt x="2089454" y="1237891"/>
                  </a:lnTo>
                  <a:lnTo>
                    <a:pt x="2075052" y="1234986"/>
                  </a:lnTo>
                  <a:lnTo>
                    <a:pt x="2060651" y="1237891"/>
                  </a:lnTo>
                  <a:lnTo>
                    <a:pt x="2048892" y="1245814"/>
                  </a:lnTo>
                  <a:lnTo>
                    <a:pt x="2040964" y="1257569"/>
                  </a:lnTo>
                  <a:lnTo>
                    <a:pt x="2038057" y="1271968"/>
                  </a:lnTo>
                  <a:lnTo>
                    <a:pt x="2040906" y="1286221"/>
                  </a:lnTo>
                  <a:lnTo>
                    <a:pt x="2048683" y="1297903"/>
                  </a:lnTo>
                  <a:lnTo>
                    <a:pt x="2060233" y="1305863"/>
                  </a:lnTo>
                  <a:lnTo>
                    <a:pt x="2074405" y="1308950"/>
                  </a:lnTo>
                </a:path>
                <a:path w="2853690" h="2667635">
                  <a:moveTo>
                    <a:pt x="1702562" y="444411"/>
                  </a:moveTo>
                  <a:lnTo>
                    <a:pt x="1703197" y="444449"/>
                  </a:lnTo>
                  <a:lnTo>
                    <a:pt x="1703844" y="444461"/>
                  </a:lnTo>
                  <a:lnTo>
                    <a:pt x="1704492" y="444461"/>
                  </a:lnTo>
                  <a:lnTo>
                    <a:pt x="1705368" y="444461"/>
                  </a:lnTo>
                  <a:lnTo>
                    <a:pt x="1706232" y="444436"/>
                  </a:lnTo>
                  <a:lnTo>
                    <a:pt x="1707083" y="444373"/>
                  </a:lnTo>
                </a:path>
                <a:path w="2853690" h="2667635">
                  <a:moveTo>
                    <a:pt x="1707083" y="444373"/>
                  </a:moveTo>
                  <a:lnTo>
                    <a:pt x="1720570" y="440796"/>
                  </a:lnTo>
                  <a:lnTo>
                    <a:pt x="1731495" y="432760"/>
                  </a:lnTo>
                  <a:lnTo>
                    <a:pt x="1738815" y="421307"/>
                  </a:lnTo>
                  <a:lnTo>
                    <a:pt x="1741487" y="407479"/>
                  </a:lnTo>
                  <a:lnTo>
                    <a:pt x="1738580" y="393085"/>
                  </a:lnTo>
                  <a:lnTo>
                    <a:pt x="1730652" y="381330"/>
                  </a:lnTo>
                  <a:lnTo>
                    <a:pt x="1718893" y="373403"/>
                  </a:lnTo>
                  <a:lnTo>
                    <a:pt x="1704492" y="370497"/>
                  </a:lnTo>
                  <a:lnTo>
                    <a:pt x="1690098" y="373403"/>
                  </a:lnTo>
                  <a:lnTo>
                    <a:pt x="1678343" y="381330"/>
                  </a:lnTo>
                  <a:lnTo>
                    <a:pt x="1670416" y="393085"/>
                  </a:lnTo>
                  <a:lnTo>
                    <a:pt x="1667510" y="407479"/>
                  </a:lnTo>
                  <a:lnTo>
                    <a:pt x="1670240" y="421451"/>
                  </a:lnTo>
                  <a:lnTo>
                    <a:pt x="1677711" y="432984"/>
                  </a:lnTo>
                  <a:lnTo>
                    <a:pt x="1688844" y="440997"/>
                  </a:lnTo>
                  <a:lnTo>
                    <a:pt x="1702562" y="444411"/>
                  </a:lnTo>
                </a:path>
                <a:path w="2853690" h="2667635">
                  <a:moveTo>
                    <a:pt x="2258390" y="320916"/>
                  </a:moveTo>
                  <a:lnTo>
                    <a:pt x="2259037" y="320954"/>
                  </a:lnTo>
                  <a:lnTo>
                    <a:pt x="2259685" y="320967"/>
                  </a:lnTo>
                  <a:lnTo>
                    <a:pt x="2260333" y="320967"/>
                  </a:lnTo>
                  <a:lnTo>
                    <a:pt x="2261209" y="320967"/>
                  </a:lnTo>
                  <a:lnTo>
                    <a:pt x="2262073" y="320941"/>
                  </a:lnTo>
                  <a:lnTo>
                    <a:pt x="2262924" y="320878"/>
                  </a:lnTo>
                </a:path>
                <a:path w="2853690" h="2667635">
                  <a:moveTo>
                    <a:pt x="2262924" y="320878"/>
                  </a:moveTo>
                  <a:lnTo>
                    <a:pt x="2276406" y="317301"/>
                  </a:lnTo>
                  <a:lnTo>
                    <a:pt x="2287331" y="309265"/>
                  </a:lnTo>
                  <a:lnTo>
                    <a:pt x="2294654" y="297812"/>
                  </a:lnTo>
                  <a:lnTo>
                    <a:pt x="2297328" y="283984"/>
                  </a:lnTo>
                  <a:lnTo>
                    <a:pt x="2294421" y="269583"/>
                  </a:lnTo>
                  <a:lnTo>
                    <a:pt x="2286493" y="257824"/>
                  </a:lnTo>
                  <a:lnTo>
                    <a:pt x="2274734" y="249896"/>
                  </a:lnTo>
                  <a:lnTo>
                    <a:pt x="2260333" y="246989"/>
                  </a:lnTo>
                  <a:lnTo>
                    <a:pt x="2245932" y="249896"/>
                  </a:lnTo>
                  <a:lnTo>
                    <a:pt x="2234172" y="257824"/>
                  </a:lnTo>
                  <a:lnTo>
                    <a:pt x="2226245" y="269583"/>
                  </a:lnTo>
                  <a:lnTo>
                    <a:pt x="2223338" y="283984"/>
                  </a:lnTo>
                  <a:lnTo>
                    <a:pt x="2226070" y="297956"/>
                  </a:lnTo>
                  <a:lnTo>
                    <a:pt x="2233544" y="309489"/>
                  </a:lnTo>
                  <a:lnTo>
                    <a:pt x="2244678" y="317503"/>
                  </a:lnTo>
                  <a:lnTo>
                    <a:pt x="2258390" y="320916"/>
                  </a:lnTo>
                </a:path>
                <a:path w="2853690" h="2667635">
                  <a:moveTo>
                    <a:pt x="1148016" y="1679435"/>
                  </a:moveTo>
                  <a:lnTo>
                    <a:pt x="1148232" y="1679448"/>
                  </a:lnTo>
                  <a:lnTo>
                    <a:pt x="1148448" y="1679448"/>
                  </a:lnTo>
                  <a:lnTo>
                    <a:pt x="1148664" y="1679448"/>
                  </a:lnTo>
                  <a:lnTo>
                    <a:pt x="1149095" y="1679448"/>
                  </a:lnTo>
                  <a:lnTo>
                    <a:pt x="1149527" y="1679435"/>
                  </a:lnTo>
                  <a:lnTo>
                    <a:pt x="1149959" y="1679422"/>
                  </a:lnTo>
                </a:path>
                <a:path w="2853690" h="2667635">
                  <a:moveTo>
                    <a:pt x="1149959" y="1679422"/>
                  </a:moveTo>
                  <a:lnTo>
                    <a:pt x="1163901" y="1676169"/>
                  </a:lnTo>
                  <a:lnTo>
                    <a:pt x="1175243" y="1668183"/>
                  </a:lnTo>
                  <a:lnTo>
                    <a:pt x="1182869" y="1656576"/>
                  </a:lnTo>
                  <a:lnTo>
                    <a:pt x="1185659" y="1642465"/>
                  </a:lnTo>
                  <a:lnTo>
                    <a:pt x="1182750" y="1628064"/>
                  </a:lnTo>
                  <a:lnTo>
                    <a:pt x="1174819" y="1616305"/>
                  </a:lnTo>
                  <a:lnTo>
                    <a:pt x="1163060" y="1608377"/>
                  </a:lnTo>
                  <a:lnTo>
                    <a:pt x="1148664" y="1605470"/>
                  </a:lnTo>
                  <a:lnTo>
                    <a:pt x="1134262" y="1608377"/>
                  </a:lnTo>
                  <a:lnTo>
                    <a:pt x="1122503" y="1616305"/>
                  </a:lnTo>
                  <a:lnTo>
                    <a:pt x="1114576" y="1628064"/>
                  </a:lnTo>
                  <a:lnTo>
                    <a:pt x="1111669" y="1642465"/>
                  </a:lnTo>
                  <a:lnTo>
                    <a:pt x="1114517" y="1656718"/>
                  </a:lnTo>
                  <a:lnTo>
                    <a:pt x="1122294" y="1668398"/>
                  </a:lnTo>
                  <a:lnTo>
                    <a:pt x="1133845" y="1676355"/>
                  </a:lnTo>
                  <a:lnTo>
                    <a:pt x="1148016" y="1679435"/>
                  </a:lnTo>
                </a:path>
                <a:path w="2853690" h="2667635">
                  <a:moveTo>
                    <a:pt x="1333296" y="1555940"/>
                  </a:moveTo>
                  <a:lnTo>
                    <a:pt x="1333296" y="1555940"/>
                  </a:lnTo>
                  <a:lnTo>
                    <a:pt x="1334808" y="1555940"/>
                  </a:lnTo>
                  <a:lnTo>
                    <a:pt x="1335239" y="1555927"/>
                  </a:lnTo>
                </a:path>
                <a:path w="2853690" h="2667635">
                  <a:moveTo>
                    <a:pt x="1335239" y="1555927"/>
                  </a:moveTo>
                  <a:lnTo>
                    <a:pt x="1349179" y="1552673"/>
                  </a:lnTo>
                  <a:lnTo>
                    <a:pt x="1360517" y="1544681"/>
                  </a:lnTo>
                  <a:lnTo>
                    <a:pt x="1368138" y="1533071"/>
                  </a:lnTo>
                  <a:lnTo>
                    <a:pt x="1370926" y="1518958"/>
                  </a:lnTo>
                  <a:lnTo>
                    <a:pt x="1368020" y="1504564"/>
                  </a:lnTo>
                  <a:lnTo>
                    <a:pt x="1360093" y="1492808"/>
                  </a:lnTo>
                  <a:lnTo>
                    <a:pt x="1348338" y="1484882"/>
                  </a:lnTo>
                  <a:lnTo>
                    <a:pt x="1333944" y="1481975"/>
                  </a:lnTo>
                  <a:lnTo>
                    <a:pt x="1319543" y="1484882"/>
                  </a:lnTo>
                  <a:lnTo>
                    <a:pt x="1307784" y="1492808"/>
                  </a:lnTo>
                  <a:lnTo>
                    <a:pt x="1299856" y="1504564"/>
                  </a:lnTo>
                  <a:lnTo>
                    <a:pt x="1296949" y="1518958"/>
                  </a:lnTo>
                  <a:lnTo>
                    <a:pt x="1299797" y="1533218"/>
                  </a:lnTo>
                  <a:lnTo>
                    <a:pt x="1307574" y="1544902"/>
                  </a:lnTo>
                  <a:lnTo>
                    <a:pt x="1319125" y="1552860"/>
                  </a:lnTo>
                  <a:lnTo>
                    <a:pt x="1333296" y="1555940"/>
                  </a:lnTo>
                </a:path>
                <a:path w="2853690" h="2667635">
                  <a:moveTo>
                    <a:pt x="2259685" y="1185443"/>
                  </a:moveTo>
                  <a:lnTo>
                    <a:pt x="2259901" y="1185456"/>
                  </a:lnTo>
                  <a:lnTo>
                    <a:pt x="2260117" y="1185456"/>
                  </a:lnTo>
                  <a:lnTo>
                    <a:pt x="2260333" y="1185456"/>
                  </a:lnTo>
                  <a:lnTo>
                    <a:pt x="2260980" y="1185456"/>
                  </a:lnTo>
                  <a:lnTo>
                    <a:pt x="2261628" y="1185430"/>
                  </a:lnTo>
                  <a:lnTo>
                    <a:pt x="2262276" y="1185405"/>
                  </a:lnTo>
                </a:path>
                <a:path w="2853690" h="2667635">
                  <a:moveTo>
                    <a:pt x="2262276" y="1185405"/>
                  </a:moveTo>
                  <a:lnTo>
                    <a:pt x="2275993" y="1181986"/>
                  </a:lnTo>
                  <a:lnTo>
                    <a:pt x="2287127" y="1173972"/>
                  </a:lnTo>
                  <a:lnTo>
                    <a:pt x="2294598" y="1162438"/>
                  </a:lnTo>
                  <a:lnTo>
                    <a:pt x="2297328" y="1148461"/>
                  </a:lnTo>
                  <a:lnTo>
                    <a:pt x="2294421" y="1134067"/>
                  </a:lnTo>
                  <a:lnTo>
                    <a:pt x="2286493" y="1122311"/>
                  </a:lnTo>
                  <a:lnTo>
                    <a:pt x="2274734" y="1114385"/>
                  </a:lnTo>
                  <a:lnTo>
                    <a:pt x="2260333" y="1111478"/>
                  </a:lnTo>
                  <a:lnTo>
                    <a:pt x="2245932" y="1114385"/>
                  </a:lnTo>
                  <a:lnTo>
                    <a:pt x="2234172" y="1122311"/>
                  </a:lnTo>
                  <a:lnTo>
                    <a:pt x="2226245" y="1134067"/>
                  </a:lnTo>
                  <a:lnTo>
                    <a:pt x="2223338" y="1148461"/>
                  </a:lnTo>
                  <a:lnTo>
                    <a:pt x="2226186" y="1162720"/>
                  </a:lnTo>
                  <a:lnTo>
                    <a:pt x="2233963" y="1174405"/>
                  </a:lnTo>
                  <a:lnTo>
                    <a:pt x="2245514" y="1182363"/>
                  </a:lnTo>
                  <a:lnTo>
                    <a:pt x="2259685" y="1185443"/>
                  </a:lnTo>
                </a:path>
                <a:path w="2853690" h="2667635">
                  <a:moveTo>
                    <a:pt x="1147368" y="1061935"/>
                  </a:moveTo>
                  <a:lnTo>
                    <a:pt x="1147800" y="1061948"/>
                  </a:lnTo>
                  <a:lnTo>
                    <a:pt x="1148232" y="1061948"/>
                  </a:lnTo>
                  <a:lnTo>
                    <a:pt x="1148664" y="1061948"/>
                  </a:lnTo>
                  <a:lnTo>
                    <a:pt x="1149311" y="1061948"/>
                  </a:lnTo>
                  <a:lnTo>
                    <a:pt x="1149959" y="1061935"/>
                  </a:lnTo>
                  <a:lnTo>
                    <a:pt x="1150607" y="1061897"/>
                  </a:lnTo>
                </a:path>
                <a:path w="2853690" h="2667635">
                  <a:moveTo>
                    <a:pt x="1150607" y="1061897"/>
                  </a:moveTo>
                  <a:lnTo>
                    <a:pt x="1164319" y="1058484"/>
                  </a:lnTo>
                  <a:lnTo>
                    <a:pt x="1175453" y="1050470"/>
                  </a:lnTo>
                  <a:lnTo>
                    <a:pt x="1182927" y="1038937"/>
                  </a:lnTo>
                  <a:lnTo>
                    <a:pt x="1185659" y="1024966"/>
                  </a:lnTo>
                  <a:lnTo>
                    <a:pt x="1182750" y="1010572"/>
                  </a:lnTo>
                  <a:lnTo>
                    <a:pt x="1174819" y="998816"/>
                  </a:lnTo>
                  <a:lnTo>
                    <a:pt x="1163060" y="990890"/>
                  </a:lnTo>
                  <a:lnTo>
                    <a:pt x="1148664" y="987983"/>
                  </a:lnTo>
                  <a:lnTo>
                    <a:pt x="1134262" y="990890"/>
                  </a:lnTo>
                  <a:lnTo>
                    <a:pt x="1122503" y="998816"/>
                  </a:lnTo>
                  <a:lnTo>
                    <a:pt x="1114576" y="1010572"/>
                  </a:lnTo>
                  <a:lnTo>
                    <a:pt x="1111669" y="1024966"/>
                  </a:lnTo>
                  <a:lnTo>
                    <a:pt x="1114459" y="1039084"/>
                  </a:lnTo>
                  <a:lnTo>
                    <a:pt x="1122084" y="1050694"/>
                  </a:lnTo>
                  <a:lnTo>
                    <a:pt x="1133427" y="1058682"/>
                  </a:lnTo>
                  <a:lnTo>
                    <a:pt x="1147368" y="1061935"/>
                  </a:lnTo>
                </a:path>
                <a:path w="2853690" h="2667635">
                  <a:moveTo>
                    <a:pt x="221627" y="1802942"/>
                  </a:moveTo>
                  <a:lnTo>
                    <a:pt x="221843" y="1802942"/>
                  </a:lnTo>
                  <a:lnTo>
                    <a:pt x="222046" y="1802942"/>
                  </a:lnTo>
                  <a:lnTo>
                    <a:pt x="222262" y="1802942"/>
                  </a:lnTo>
                  <a:lnTo>
                    <a:pt x="222707" y="1802942"/>
                  </a:lnTo>
                  <a:lnTo>
                    <a:pt x="223138" y="1802930"/>
                  </a:lnTo>
                  <a:lnTo>
                    <a:pt x="223570" y="1802917"/>
                  </a:lnTo>
                </a:path>
                <a:path w="2853690" h="2667635">
                  <a:moveTo>
                    <a:pt x="223570" y="1802917"/>
                  </a:moveTo>
                  <a:lnTo>
                    <a:pt x="237510" y="1799664"/>
                  </a:lnTo>
                  <a:lnTo>
                    <a:pt x="248848" y="1791677"/>
                  </a:lnTo>
                  <a:lnTo>
                    <a:pt x="256469" y="1780071"/>
                  </a:lnTo>
                  <a:lnTo>
                    <a:pt x="259257" y="1765960"/>
                  </a:lnTo>
                  <a:lnTo>
                    <a:pt x="256350" y="1751561"/>
                  </a:lnTo>
                  <a:lnTo>
                    <a:pt x="248423" y="1739806"/>
                  </a:lnTo>
                  <a:lnTo>
                    <a:pt x="236663" y="1731882"/>
                  </a:lnTo>
                  <a:lnTo>
                    <a:pt x="222262" y="1728977"/>
                  </a:lnTo>
                  <a:lnTo>
                    <a:pt x="207868" y="1731882"/>
                  </a:lnTo>
                  <a:lnTo>
                    <a:pt x="196113" y="1739806"/>
                  </a:lnTo>
                  <a:lnTo>
                    <a:pt x="188187" y="1751561"/>
                  </a:lnTo>
                  <a:lnTo>
                    <a:pt x="185280" y="1765960"/>
                  </a:lnTo>
                  <a:lnTo>
                    <a:pt x="188127" y="1780213"/>
                  </a:lnTo>
                  <a:lnTo>
                    <a:pt x="195900" y="1791895"/>
                  </a:lnTo>
                  <a:lnTo>
                    <a:pt x="207450" y="1799855"/>
                  </a:lnTo>
                  <a:lnTo>
                    <a:pt x="221627" y="1802942"/>
                  </a:lnTo>
                </a:path>
                <a:path w="2853690" h="2667635">
                  <a:moveTo>
                    <a:pt x="1518577" y="1308950"/>
                  </a:moveTo>
                  <a:lnTo>
                    <a:pt x="1518792" y="1308950"/>
                  </a:lnTo>
                  <a:lnTo>
                    <a:pt x="1519008" y="1308950"/>
                  </a:lnTo>
                  <a:lnTo>
                    <a:pt x="1519224" y="1308950"/>
                  </a:lnTo>
                  <a:lnTo>
                    <a:pt x="1519656" y="1308950"/>
                  </a:lnTo>
                  <a:lnTo>
                    <a:pt x="1520088" y="1308938"/>
                  </a:lnTo>
                  <a:lnTo>
                    <a:pt x="1520520" y="1308925"/>
                  </a:lnTo>
                </a:path>
                <a:path w="2853690" h="2667635">
                  <a:moveTo>
                    <a:pt x="1520520" y="1308925"/>
                  </a:moveTo>
                  <a:lnTo>
                    <a:pt x="1534459" y="1305672"/>
                  </a:lnTo>
                  <a:lnTo>
                    <a:pt x="1545797" y="1297686"/>
                  </a:lnTo>
                  <a:lnTo>
                    <a:pt x="1553418" y="1286079"/>
                  </a:lnTo>
                  <a:lnTo>
                    <a:pt x="1556207" y="1271968"/>
                  </a:lnTo>
                  <a:lnTo>
                    <a:pt x="1553300" y="1257569"/>
                  </a:lnTo>
                  <a:lnTo>
                    <a:pt x="1545374" y="1245814"/>
                  </a:lnTo>
                  <a:lnTo>
                    <a:pt x="1533618" y="1237891"/>
                  </a:lnTo>
                  <a:lnTo>
                    <a:pt x="1519224" y="1234986"/>
                  </a:lnTo>
                  <a:lnTo>
                    <a:pt x="1504823" y="1237891"/>
                  </a:lnTo>
                  <a:lnTo>
                    <a:pt x="1493064" y="1245814"/>
                  </a:lnTo>
                  <a:lnTo>
                    <a:pt x="1485136" y="1257569"/>
                  </a:lnTo>
                  <a:lnTo>
                    <a:pt x="1482229" y="1271968"/>
                  </a:lnTo>
                  <a:lnTo>
                    <a:pt x="1485078" y="1286221"/>
                  </a:lnTo>
                  <a:lnTo>
                    <a:pt x="1492854" y="1297903"/>
                  </a:lnTo>
                  <a:lnTo>
                    <a:pt x="1504405" y="1305863"/>
                  </a:lnTo>
                  <a:lnTo>
                    <a:pt x="1518577" y="1308950"/>
                  </a:lnTo>
                </a:path>
                <a:path w="2853690" h="2667635">
                  <a:moveTo>
                    <a:pt x="1333296" y="1185443"/>
                  </a:moveTo>
                  <a:lnTo>
                    <a:pt x="1333512" y="1185456"/>
                  </a:lnTo>
                  <a:lnTo>
                    <a:pt x="1333728" y="1185456"/>
                  </a:lnTo>
                  <a:lnTo>
                    <a:pt x="1333944" y="1185456"/>
                  </a:lnTo>
                  <a:lnTo>
                    <a:pt x="1334592" y="1185456"/>
                  </a:lnTo>
                  <a:lnTo>
                    <a:pt x="1335239" y="1185430"/>
                  </a:lnTo>
                  <a:lnTo>
                    <a:pt x="1335887" y="1185405"/>
                  </a:lnTo>
                </a:path>
                <a:path w="2853690" h="2667635">
                  <a:moveTo>
                    <a:pt x="1335887" y="1185405"/>
                  </a:moveTo>
                  <a:lnTo>
                    <a:pt x="1349597" y="1181986"/>
                  </a:lnTo>
                  <a:lnTo>
                    <a:pt x="1360727" y="1173972"/>
                  </a:lnTo>
                  <a:lnTo>
                    <a:pt x="1368196" y="1162438"/>
                  </a:lnTo>
                  <a:lnTo>
                    <a:pt x="1370926" y="1148461"/>
                  </a:lnTo>
                  <a:lnTo>
                    <a:pt x="1368020" y="1134067"/>
                  </a:lnTo>
                  <a:lnTo>
                    <a:pt x="1360093" y="1122311"/>
                  </a:lnTo>
                  <a:lnTo>
                    <a:pt x="1348338" y="1114385"/>
                  </a:lnTo>
                  <a:lnTo>
                    <a:pt x="1333944" y="1111478"/>
                  </a:lnTo>
                  <a:lnTo>
                    <a:pt x="1319543" y="1114385"/>
                  </a:lnTo>
                  <a:lnTo>
                    <a:pt x="1307784" y="1122311"/>
                  </a:lnTo>
                  <a:lnTo>
                    <a:pt x="1299856" y="1134067"/>
                  </a:lnTo>
                  <a:lnTo>
                    <a:pt x="1296949" y="1148461"/>
                  </a:lnTo>
                  <a:lnTo>
                    <a:pt x="1299797" y="1162720"/>
                  </a:lnTo>
                  <a:lnTo>
                    <a:pt x="1307574" y="1174405"/>
                  </a:lnTo>
                  <a:lnTo>
                    <a:pt x="1319125" y="1182363"/>
                  </a:lnTo>
                  <a:lnTo>
                    <a:pt x="1333296" y="1185443"/>
                  </a:lnTo>
                </a:path>
                <a:path w="2853690" h="2667635">
                  <a:moveTo>
                    <a:pt x="406895" y="2667419"/>
                  </a:moveTo>
                  <a:lnTo>
                    <a:pt x="407111" y="2667431"/>
                  </a:lnTo>
                  <a:lnTo>
                    <a:pt x="407327" y="2667431"/>
                  </a:lnTo>
                  <a:lnTo>
                    <a:pt x="407542" y="2667431"/>
                  </a:lnTo>
                  <a:lnTo>
                    <a:pt x="407987" y="2667431"/>
                  </a:lnTo>
                  <a:lnTo>
                    <a:pt x="408419" y="2667419"/>
                  </a:lnTo>
                  <a:lnTo>
                    <a:pt x="408851" y="2667406"/>
                  </a:lnTo>
                </a:path>
                <a:path w="2853690" h="2667635">
                  <a:moveTo>
                    <a:pt x="408851" y="2667406"/>
                  </a:moveTo>
                  <a:lnTo>
                    <a:pt x="422790" y="2664127"/>
                  </a:lnTo>
                  <a:lnTo>
                    <a:pt x="434128" y="2656068"/>
                  </a:lnTo>
                  <a:lnTo>
                    <a:pt x="441749" y="2644357"/>
                  </a:lnTo>
                  <a:lnTo>
                    <a:pt x="444538" y="2630119"/>
                  </a:lnTo>
                  <a:lnTo>
                    <a:pt x="441631" y="2615600"/>
                  </a:lnTo>
                  <a:lnTo>
                    <a:pt x="433703" y="2603744"/>
                  </a:lnTo>
                  <a:lnTo>
                    <a:pt x="421944" y="2595750"/>
                  </a:lnTo>
                  <a:lnTo>
                    <a:pt x="407542" y="2592819"/>
                  </a:lnTo>
                  <a:lnTo>
                    <a:pt x="393149" y="2595750"/>
                  </a:lnTo>
                  <a:lnTo>
                    <a:pt x="381393" y="2603744"/>
                  </a:lnTo>
                  <a:lnTo>
                    <a:pt x="373467" y="2615600"/>
                  </a:lnTo>
                  <a:lnTo>
                    <a:pt x="370560" y="2630119"/>
                  </a:lnTo>
                  <a:lnTo>
                    <a:pt x="373407" y="2644498"/>
                  </a:lnTo>
                  <a:lnTo>
                    <a:pt x="381179" y="2656284"/>
                  </a:lnTo>
                  <a:lnTo>
                    <a:pt x="392725" y="2664312"/>
                  </a:lnTo>
                  <a:lnTo>
                    <a:pt x="406895" y="2667419"/>
                  </a:lnTo>
                </a:path>
                <a:path w="2853690" h="2667635">
                  <a:moveTo>
                    <a:pt x="221627" y="1555940"/>
                  </a:moveTo>
                  <a:lnTo>
                    <a:pt x="221627" y="1555940"/>
                  </a:lnTo>
                  <a:lnTo>
                    <a:pt x="223138" y="1555940"/>
                  </a:lnTo>
                  <a:lnTo>
                    <a:pt x="223570" y="1555927"/>
                  </a:lnTo>
                </a:path>
                <a:path w="2853690" h="2667635">
                  <a:moveTo>
                    <a:pt x="223570" y="1555927"/>
                  </a:moveTo>
                  <a:lnTo>
                    <a:pt x="237510" y="1552673"/>
                  </a:lnTo>
                  <a:lnTo>
                    <a:pt x="248848" y="1544681"/>
                  </a:lnTo>
                  <a:lnTo>
                    <a:pt x="256469" y="1533071"/>
                  </a:lnTo>
                  <a:lnTo>
                    <a:pt x="259257" y="1518958"/>
                  </a:lnTo>
                  <a:lnTo>
                    <a:pt x="256350" y="1504564"/>
                  </a:lnTo>
                  <a:lnTo>
                    <a:pt x="248423" y="1492808"/>
                  </a:lnTo>
                  <a:lnTo>
                    <a:pt x="236663" y="1484882"/>
                  </a:lnTo>
                  <a:lnTo>
                    <a:pt x="222262" y="1481975"/>
                  </a:lnTo>
                  <a:lnTo>
                    <a:pt x="207868" y="1484882"/>
                  </a:lnTo>
                  <a:lnTo>
                    <a:pt x="196113" y="1492808"/>
                  </a:lnTo>
                  <a:lnTo>
                    <a:pt x="188187" y="1504564"/>
                  </a:lnTo>
                  <a:lnTo>
                    <a:pt x="185280" y="1518958"/>
                  </a:lnTo>
                  <a:lnTo>
                    <a:pt x="188127" y="1533218"/>
                  </a:lnTo>
                  <a:lnTo>
                    <a:pt x="195900" y="1544902"/>
                  </a:lnTo>
                  <a:lnTo>
                    <a:pt x="207450" y="1552860"/>
                  </a:lnTo>
                  <a:lnTo>
                    <a:pt x="221627" y="1555940"/>
                  </a:lnTo>
                </a:path>
                <a:path w="2853690" h="2667635">
                  <a:moveTo>
                    <a:pt x="1333296" y="1185443"/>
                  </a:moveTo>
                  <a:lnTo>
                    <a:pt x="1333512" y="1185456"/>
                  </a:lnTo>
                  <a:lnTo>
                    <a:pt x="1333728" y="1185456"/>
                  </a:lnTo>
                  <a:lnTo>
                    <a:pt x="1333944" y="1185456"/>
                  </a:lnTo>
                  <a:lnTo>
                    <a:pt x="1334592" y="1185456"/>
                  </a:lnTo>
                  <a:lnTo>
                    <a:pt x="1335239" y="1185430"/>
                  </a:lnTo>
                  <a:lnTo>
                    <a:pt x="1335887" y="1185405"/>
                  </a:lnTo>
                </a:path>
                <a:path w="2853690" h="2667635">
                  <a:moveTo>
                    <a:pt x="1335887" y="1185405"/>
                  </a:moveTo>
                  <a:lnTo>
                    <a:pt x="1349597" y="1181986"/>
                  </a:lnTo>
                  <a:lnTo>
                    <a:pt x="1360727" y="1173972"/>
                  </a:lnTo>
                  <a:lnTo>
                    <a:pt x="1368196" y="1162438"/>
                  </a:lnTo>
                  <a:lnTo>
                    <a:pt x="1370926" y="1148461"/>
                  </a:lnTo>
                  <a:lnTo>
                    <a:pt x="1368020" y="1134067"/>
                  </a:lnTo>
                  <a:lnTo>
                    <a:pt x="1360093" y="1122311"/>
                  </a:lnTo>
                  <a:lnTo>
                    <a:pt x="1348338" y="1114385"/>
                  </a:lnTo>
                  <a:lnTo>
                    <a:pt x="1333944" y="1111478"/>
                  </a:lnTo>
                  <a:lnTo>
                    <a:pt x="1319543" y="1114385"/>
                  </a:lnTo>
                  <a:lnTo>
                    <a:pt x="1307784" y="1122311"/>
                  </a:lnTo>
                  <a:lnTo>
                    <a:pt x="1299856" y="1134067"/>
                  </a:lnTo>
                  <a:lnTo>
                    <a:pt x="1296949" y="1148461"/>
                  </a:lnTo>
                  <a:lnTo>
                    <a:pt x="1299797" y="1162720"/>
                  </a:lnTo>
                  <a:lnTo>
                    <a:pt x="1307574" y="1174405"/>
                  </a:lnTo>
                  <a:lnTo>
                    <a:pt x="1319125" y="1182363"/>
                  </a:lnTo>
                  <a:lnTo>
                    <a:pt x="1333296" y="1185443"/>
                  </a:lnTo>
                </a:path>
                <a:path w="2853690" h="2667635">
                  <a:moveTo>
                    <a:pt x="1517929" y="814933"/>
                  </a:moveTo>
                  <a:lnTo>
                    <a:pt x="1518361" y="814946"/>
                  </a:lnTo>
                  <a:lnTo>
                    <a:pt x="1518792" y="814959"/>
                  </a:lnTo>
                  <a:lnTo>
                    <a:pt x="1519224" y="814959"/>
                  </a:lnTo>
                  <a:lnTo>
                    <a:pt x="1519872" y="814959"/>
                  </a:lnTo>
                  <a:lnTo>
                    <a:pt x="1520520" y="814946"/>
                  </a:lnTo>
                  <a:lnTo>
                    <a:pt x="1521167" y="814908"/>
                  </a:lnTo>
                </a:path>
                <a:path w="2853690" h="2667635">
                  <a:moveTo>
                    <a:pt x="1521167" y="814908"/>
                  </a:moveTo>
                  <a:lnTo>
                    <a:pt x="1534877" y="811489"/>
                  </a:lnTo>
                  <a:lnTo>
                    <a:pt x="1546007" y="803476"/>
                  </a:lnTo>
                  <a:lnTo>
                    <a:pt x="1553477" y="791946"/>
                  </a:lnTo>
                  <a:lnTo>
                    <a:pt x="1556207" y="777976"/>
                  </a:lnTo>
                  <a:lnTo>
                    <a:pt x="1553300" y="763577"/>
                  </a:lnTo>
                  <a:lnTo>
                    <a:pt x="1545374" y="751822"/>
                  </a:lnTo>
                  <a:lnTo>
                    <a:pt x="1533618" y="743899"/>
                  </a:lnTo>
                  <a:lnTo>
                    <a:pt x="1519224" y="740994"/>
                  </a:lnTo>
                  <a:lnTo>
                    <a:pt x="1504823" y="743899"/>
                  </a:lnTo>
                  <a:lnTo>
                    <a:pt x="1493064" y="751822"/>
                  </a:lnTo>
                  <a:lnTo>
                    <a:pt x="1485136" y="763577"/>
                  </a:lnTo>
                  <a:lnTo>
                    <a:pt x="1482229" y="777976"/>
                  </a:lnTo>
                  <a:lnTo>
                    <a:pt x="1485018" y="792089"/>
                  </a:lnTo>
                  <a:lnTo>
                    <a:pt x="1492640" y="803698"/>
                  </a:lnTo>
                  <a:lnTo>
                    <a:pt x="1503982" y="811686"/>
                  </a:lnTo>
                  <a:lnTo>
                    <a:pt x="1517929" y="814933"/>
                  </a:lnTo>
                </a:path>
                <a:path w="2853690" h="2667635">
                  <a:moveTo>
                    <a:pt x="962736" y="1802942"/>
                  </a:moveTo>
                  <a:lnTo>
                    <a:pt x="962952" y="1802942"/>
                  </a:lnTo>
                  <a:lnTo>
                    <a:pt x="963167" y="1802942"/>
                  </a:lnTo>
                  <a:lnTo>
                    <a:pt x="963383" y="1802942"/>
                  </a:lnTo>
                  <a:lnTo>
                    <a:pt x="963815" y="1802942"/>
                  </a:lnTo>
                  <a:lnTo>
                    <a:pt x="964247" y="1802930"/>
                  </a:lnTo>
                  <a:lnTo>
                    <a:pt x="964679" y="1802917"/>
                  </a:lnTo>
                </a:path>
                <a:path w="2853690" h="2667635">
                  <a:moveTo>
                    <a:pt x="964679" y="1802917"/>
                  </a:moveTo>
                  <a:lnTo>
                    <a:pt x="978620" y="1799664"/>
                  </a:lnTo>
                  <a:lnTo>
                    <a:pt x="989963" y="1791677"/>
                  </a:lnTo>
                  <a:lnTo>
                    <a:pt x="997588" y="1780071"/>
                  </a:lnTo>
                  <a:lnTo>
                    <a:pt x="1000378" y="1765960"/>
                  </a:lnTo>
                  <a:lnTo>
                    <a:pt x="997472" y="1751561"/>
                  </a:lnTo>
                  <a:lnTo>
                    <a:pt x="989544" y="1739806"/>
                  </a:lnTo>
                  <a:lnTo>
                    <a:pt x="977785" y="1731882"/>
                  </a:lnTo>
                  <a:lnTo>
                    <a:pt x="963383" y="1728977"/>
                  </a:lnTo>
                  <a:lnTo>
                    <a:pt x="948982" y="1731882"/>
                  </a:lnTo>
                  <a:lnTo>
                    <a:pt x="937223" y="1739806"/>
                  </a:lnTo>
                  <a:lnTo>
                    <a:pt x="929295" y="1751561"/>
                  </a:lnTo>
                  <a:lnTo>
                    <a:pt x="926388" y="1765960"/>
                  </a:lnTo>
                  <a:lnTo>
                    <a:pt x="929237" y="1780213"/>
                  </a:lnTo>
                  <a:lnTo>
                    <a:pt x="937013" y="1791895"/>
                  </a:lnTo>
                  <a:lnTo>
                    <a:pt x="948564" y="1799855"/>
                  </a:lnTo>
                  <a:lnTo>
                    <a:pt x="962736" y="1802942"/>
                  </a:lnTo>
                </a:path>
                <a:path w="2853690" h="2667635">
                  <a:moveTo>
                    <a:pt x="1517929" y="814933"/>
                  </a:moveTo>
                  <a:lnTo>
                    <a:pt x="1518361" y="814946"/>
                  </a:lnTo>
                  <a:lnTo>
                    <a:pt x="1518792" y="814959"/>
                  </a:lnTo>
                  <a:lnTo>
                    <a:pt x="1519224" y="814959"/>
                  </a:lnTo>
                  <a:lnTo>
                    <a:pt x="1519872" y="814959"/>
                  </a:lnTo>
                  <a:lnTo>
                    <a:pt x="1520520" y="814946"/>
                  </a:lnTo>
                  <a:lnTo>
                    <a:pt x="1521167" y="814908"/>
                  </a:lnTo>
                </a:path>
                <a:path w="2853690" h="2667635">
                  <a:moveTo>
                    <a:pt x="1521167" y="814908"/>
                  </a:moveTo>
                  <a:lnTo>
                    <a:pt x="1534877" y="811489"/>
                  </a:lnTo>
                  <a:lnTo>
                    <a:pt x="1546007" y="803476"/>
                  </a:lnTo>
                  <a:lnTo>
                    <a:pt x="1553477" y="791946"/>
                  </a:lnTo>
                  <a:lnTo>
                    <a:pt x="1556207" y="777976"/>
                  </a:lnTo>
                  <a:lnTo>
                    <a:pt x="1553300" y="763577"/>
                  </a:lnTo>
                  <a:lnTo>
                    <a:pt x="1545374" y="751822"/>
                  </a:lnTo>
                  <a:lnTo>
                    <a:pt x="1533618" y="743899"/>
                  </a:lnTo>
                  <a:lnTo>
                    <a:pt x="1519224" y="740994"/>
                  </a:lnTo>
                  <a:lnTo>
                    <a:pt x="1504823" y="743899"/>
                  </a:lnTo>
                  <a:lnTo>
                    <a:pt x="1493064" y="751822"/>
                  </a:lnTo>
                  <a:lnTo>
                    <a:pt x="1485136" y="763577"/>
                  </a:lnTo>
                  <a:lnTo>
                    <a:pt x="1482229" y="777976"/>
                  </a:lnTo>
                  <a:lnTo>
                    <a:pt x="1485018" y="792089"/>
                  </a:lnTo>
                  <a:lnTo>
                    <a:pt x="1492640" y="803698"/>
                  </a:lnTo>
                  <a:lnTo>
                    <a:pt x="1503982" y="811686"/>
                  </a:lnTo>
                  <a:lnTo>
                    <a:pt x="1517929" y="814933"/>
                  </a:lnTo>
                </a:path>
                <a:path w="2853690" h="2667635">
                  <a:moveTo>
                    <a:pt x="592175" y="1555940"/>
                  </a:moveTo>
                  <a:lnTo>
                    <a:pt x="592175" y="1555940"/>
                  </a:lnTo>
                  <a:lnTo>
                    <a:pt x="593686" y="1555940"/>
                  </a:lnTo>
                  <a:lnTo>
                    <a:pt x="594118" y="1555927"/>
                  </a:lnTo>
                </a:path>
                <a:path w="2853690" h="2667635">
                  <a:moveTo>
                    <a:pt x="594118" y="1555927"/>
                  </a:moveTo>
                  <a:lnTo>
                    <a:pt x="608065" y="1552673"/>
                  </a:lnTo>
                  <a:lnTo>
                    <a:pt x="619407" y="1544681"/>
                  </a:lnTo>
                  <a:lnTo>
                    <a:pt x="627029" y="1533071"/>
                  </a:lnTo>
                  <a:lnTo>
                    <a:pt x="629818" y="1518958"/>
                  </a:lnTo>
                  <a:lnTo>
                    <a:pt x="626911" y="1504564"/>
                  </a:lnTo>
                  <a:lnTo>
                    <a:pt x="618983" y="1492808"/>
                  </a:lnTo>
                  <a:lnTo>
                    <a:pt x="607224" y="1484882"/>
                  </a:lnTo>
                  <a:lnTo>
                    <a:pt x="592823" y="1481975"/>
                  </a:lnTo>
                  <a:lnTo>
                    <a:pt x="578429" y="1484882"/>
                  </a:lnTo>
                  <a:lnTo>
                    <a:pt x="566674" y="1492808"/>
                  </a:lnTo>
                  <a:lnTo>
                    <a:pt x="558747" y="1504564"/>
                  </a:lnTo>
                  <a:lnTo>
                    <a:pt x="555840" y="1518958"/>
                  </a:lnTo>
                  <a:lnTo>
                    <a:pt x="558687" y="1533218"/>
                  </a:lnTo>
                  <a:lnTo>
                    <a:pt x="566459" y="1544902"/>
                  </a:lnTo>
                  <a:lnTo>
                    <a:pt x="578006" y="1552860"/>
                  </a:lnTo>
                  <a:lnTo>
                    <a:pt x="592175" y="1555940"/>
                  </a:lnTo>
                </a:path>
                <a:path w="2853690" h="2667635">
                  <a:moveTo>
                    <a:pt x="1888489" y="938428"/>
                  </a:moveTo>
                  <a:lnTo>
                    <a:pt x="1888909" y="938453"/>
                  </a:lnTo>
                  <a:lnTo>
                    <a:pt x="1889340" y="938453"/>
                  </a:lnTo>
                  <a:lnTo>
                    <a:pt x="1889772" y="938453"/>
                  </a:lnTo>
                  <a:lnTo>
                    <a:pt x="1890433" y="938453"/>
                  </a:lnTo>
                  <a:lnTo>
                    <a:pt x="1891080" y="938441"/>
                  </a:lnTo>
                  <a:lnTo>
                    <a:pt x="1891715" y="938402"/>
                  </a:lnTo>
                </a:path>
                <a:path w="2853690" h="2667635">
                  <a:moveTo>
                    <a:pt x="1891715" y="938402"/>
                  </a:moveTo>
                  <a:lnTo>
                    <a:pt x="1905432" y="934989"/>
                  </a:lnTo>
                  <a:lnTo>
                    <a:pt x="1916566" y="926976"/>
                  </a:lnTo>
                  <a:lnTo>
                    <a:pt x="1924037" y="915442"/>
                  </a:lnTo>
                  <a:lnTo>
                    <a:pt x="1926767" y="901471"/>
                  </a:lnTo>
                  <a:lnTo>
                    <a:pt x="1923860" y="887077"/>
                  </a:lnTo>
                  <a:lnTo>
                    <a:pt x="1915933" y="875322"/>
                  </a:lnTo>
                  <a:lnTo>
                    <a:pt x="1904173" y="867395"/>
                  </a:lnTo>
                  <a:lnTo>
                    <a:pt x="1889772" y="864488"/>
                  </a:lnTo>
                  <a:lnTo>
                    <a:pt x="1875378" y="867395"/>
                  </a:lnTo>
                  <a:lnTo>
                    <a:pt x="1863623" y="875322"/>
                  </a:lnTo>
                  <a:lnTo>
                    <a:pt x="1855697" y="887077"/>
                  </a:lnTo>
                  <a:lnTo>
                    <a:pt x="1852790" y="901471"/>
                  </a:lnTo>
                  <a:lnTo>
                    <a:pt x="1855578" y="915584"/>
                  </a:lnTo>
                  <a:lnTo>
                    <a:pt x="1863201" y="927193"/>
                  </a:lnTo>
                  <a:lnTo>
                    <a:pt x="1874543" y="935180"/>
                  </a:lnTo>
                  <a:lnTo>
                    <a:pt x="1888489" y="938428"/>
                  </a:lnTo>
                </a:path>
                <a:path w="2853690" h="2667635">
                  <a:moveTo>
                    <a:pt x="1333296" y="1432445"/>
                  </a:moveTo>
                  <a:lnTo>
                    <a:pt x="1333296" y="1432445"/>
                  </a:lnTo>
                  <a:lnTo>
                    <a:pt x="1334808" y="1432445"/>
                  </a:lnTo>
                  <a:lnTo>
                    <a:pt x="1335239" y="1432420"/>
                  </a:lnTo>
                </a:path>
                <a:path w="2853690" h="2667635">
                  <a:moveTo>
                    <a:pt x="1335239" y="1432420"/>
                  </a:moveTo>
                  <a:lnTo>
                    <a:pt x="1349179" y="1429172"/>
                  </a:lnTo>
                  <a:lnTo>
                    <a:pt x="1360517" y="1421185"/>
                  </a:lnTo>
                  <a:lnTo>
                    <a:pt x="1368138" y="1409576"/>
                  </a:lnTo>
                  <a:lnTo>
                    <a:pt x="1370926" y="1395463"/>
                  </a:lnTo>
                  <a:lnTo>
                    <a:pt x="1368020" y="1381069"/>
                  </a:lnTo>
                  <a:lnTo>
                    <a:pt x="1360093" y="1369314"/>
                  </a:lnTo>
                  <a:lnTo>
                    <a:pt x="1348338" y="1361387"/>
                  </a:lnTo>
                  <a:lnTo>
                    <a:pt x="1333944" y="1358480"/>
                  </a:lnTo>
                  <a:lnTo>
                    <a:pt x="1319543" y="1361387"/>
                  </a:lnTo>
                  <a:lnTo>
                    <a:pt x="1307784" y="1369314"/>
                  </a:lnTo>
                  <a:lnTo>
                    <a:pt x="1299856" y="1381069"/>
                  </a:lnTo>
                  <a:lnTo>
                    <a:pt x="1296949" y="1395463"/>
                  </a:lnTo>
                  <a:lnTo>
                    <a:pt x="1299797" y="1409717"/>
                  </a:lnTo>
                  <a:lnTo>
                    <a:pt x="1307574" y="1421403"/>
                  </a:lnTo>
                  <a:lnTo>
                    <a:pt x="1319125" y="1429363"/>
                  </a:lnTo>
                  <a:lnTo>
                    <a:pt x="1333296" y="1432445"/>
                  </a:lnTo>
                </a:path>
              </a:pathLst>
            </a:custGeom>
            <a:ln w="3213">
              <a:solidFill>
                <a:srgbClr val="0000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63439" y="3352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53339" y="0"/>
                  </a:moveTo>
                  <a:lnTo>
                    <a:pt x="22860" y="0"/>
                  </a:lnTo>
                  <a:lnTo>
                    <a:pt x="0" y="22860"/>
                  </a:lnTo>
                  <a:lnTo>
                    <a:pt x="0" y="53339"/>
                  </a:lnTo>
                  <a:lnTo>
                    <a:pt x="22860" y="76200"/>
                  </a:lnTo>
                  <a:lnTo>
                    <a:pt x="53339" y="76200"/>
                  </a:lnTo>
                  <a:lnTo>
                    <a:pt x="76200" y="53339"/>
                  </a:lnTo>
                  <a:lnTo>
                    <a:pt x="76200" y="22860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658715" y="334803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60617" y="0"/>
                  </a:moveTo>
                  <a:lnTo>
                    <a:pt x="25107" y="0"/>
                  </a:lnTo>
                  <a:lnTo>
                    <a:pt x="0" y="25107"/>
                  </a:lnTo>
                  <a:lnTo>
                    <a:pt x="0" y="60617"/>
                  </a:lnTo>
                  <a:lnTo>
                    <a:pt x="25107" y="85725"/>
                  </a:lnTo>
                  <a:lnTo>
                    <a:pt x="60617" y="85725"/>
                  </a:lnTo>
                  <a:lnTo>
                    <a:pt x="68745" y="77597"/>
                  </a:lnTo>
                  <a:lnTo>
                    <a:pt x="30454" y="77597"/>
                  </a:lnTo>
                  <a:lnTo>
                    <a:pt x="27076" y="76200"/>
                  </a:lnTo>
                  <a:lnTo>
                    <a:pt x="29056" y="76200"/>
                  </a:lnTo>
                  <a:lnTo>
                    <a:pt x="11495" y="58648"/>
                  </a:lnTo>
                  <a:lnTo>
                    <a:pt x="9525" y="58648"/>
                  </a:lnTo>
                  <a:lnTo>
                    <a:pt x="8128" y="55283"/>
                  </a:lnTo>
                  <a:lnTo>
                    <a:pt x="9525" y="55283"/>
                  </a:lnTo>
                  <a:lnTo>
                    <a:pt x="9525" y="30441"/>
                  </a:lnTo>
                  <a:lnTo>
                    <a:pt x="8128" y="30441"/>
                  </a:lnTo>
                  <a:lnTo>
                    <a:pt x="9525" y="27076"/>
                  </a:lnTo>
                  <a:lnTo>
                    <a:pt x="11495" y="27076"/>
                  </a:lnTo>
                  <a:lnTo>
                    <a:pt x="29056" y="9525"/>
                  </a:lnTo>
                  <a:lnTo>
                    <a:pt x="27076" y="9525"/>
                  </a:lnTo>
                  <a:lnTo>
                    <a:pt x="30454" y="8127"/>
                  </a:lnTo>
                  <a:lnTo>
                    <a:pt x="68745" y="8127"/>
                  </a:lnTo>
                  <a:lnTo>
                    <a:pt x="60617" y="0"/>
                  </a:lnTo>
                  <a:close/>
                </a:path>
                <a:path w="85725" h="85725">
                  <a:moveTo>
                    <a:pt x="29056" y="76200"/>
                  </a:moveTo>
                  <a:lnTo>
                    <a:pt x="27076" y="76200"/>
                  </a:lnTo>
                  <a:lnTo>
                    <a:pt x="30454" y="77597"/>
                  </a:lnTo>
                  <a:lnTo>
                    <a:pt x="29056" y="76200"/>
                  </a:lnTo>
                  <a:close/>
                </a:path>
                <a:path w="85725" h="85725">
                  <a:moveTo>
                    <a:pt x="56680" y="76200"/>
                  </a:moveTo>
                  <a:lnTo>
                    <a:pt x="29056" y="76200"/>
                  </a:lnTo>
                  <a:lnTo>
                    <a:pt x="30454" y="77597"/>
                  </a:lnTo>
                  <a:lnTo>
                    <a:pt x="55283" y="77597"/>
                  </a:lnTo>
                  <a:lnTo>
                    <a:pt x="56680" y="76200"/>
                  </a:lnTo>
                  <a:close/>
                </a:path>
                <a:path w="85725" h="85725">
                  <a:moveTo>
                    <a:pt x="76200" y="56680"/>
                  </a:moveTo>
                  <a:lnTo>
                    <a:pt x="55283" y="77597"/>
                  </a:lnTo>
                  <a:lnTo>
                    <a:pt x="58648" y="76200"/>
                  </a:lnTo>
                  <a:lnTo>
                    <a:pt x="70142" y="76200"/>
                  </a:lnTo>
                  <a:lnTo>
                    <a:pt x="85725" y="60617"/>
                  </a:lnTo>
                  <a:lnTo>
                    <a:pt x="85725" y="58648"/>
                  </a:lnTo>
                  <a:lnTo>
                    <a:pt x="76200" y="58648"/>
                  </a:lnTo>
                  <a:lnTo>
                    <a:pt x="76200" y="56680"/>
                  </a:lnTo>
                  <a:close/>
                </a:path>
                <a:path w="85725" h="85725">
                  <a:moveTo>
                    <a:pt x="70142" y="76200"/>
                  </a:moveTo>
                  <a:lnTo>
                    <a:pt x="58648" y="76200"/>
                  </a:lnTo>
                  <a:lnTo>
                    <a:pt x="55283" y="77597"/>
                  </a:lnTo>
                  <a:lnTo>
                    <a:pt x="68745" y="77597"/>
                  </a:lnTo>
                  <a:lnTo>
                    <a:pt x="70142" y="76200"/>
                  </a:lnTo>
                  <a:close/>
                </a:path>
                <a:path w="85725" h="85725">
                  <a:moveTo>
                    <a:pt x="8128" y="55283"/>
                  </a:moveTo>
                  <a:lnTo>
                    <a:pt x="9525" y="58648"/>
                  </a:lnTo>
                  <a:lnTo>
                    <a:pt x="9525" y="56680"/>
                  </a:lnTo>
                  <a:lnTo>
                    <a:pt x="8128" y="55283"/>
                  </a:lnTo>
                  <a:close/>
                </a:path>
                <a:path w="85725" h="85725">
                  <a:moveTo>
                    <a:pt x="9525" y="56680"/>
                  </a:moveTo>
                  <a:lnTo>
                    <a:pt x="9525" y="58648"/>
                  </a:lnTo>
                  <a:lnTo>
                    <a:pt x="11495" y="58648"/>
                  </a:lnTo>
                  <a:lnTo>
                    <a:pt x="9525" y="56680"/>
                  </a:lnTo>
                  <a:close/>
                </a:path>
                <a:path w="85725" h="85725">
                  <a:moveTo>
                    <a:pt x="77597" y="55283"/>
                  </a:moveTo>
                  <a:lnTo>
                    <a:pt x="76200" y="56680"/>
                  </a:lnTo>
                  <a:lnTo>
                    <a:pt x="76200" y="58648"/>
                  </a:lnTo>
                  <a:lnTo>
                    <a:pt x="77597" y="55283"/>
                  </a:lnTo>
                  <a:close/>
                </a:path>
                <a:path w="85725" h="85725">
                  <a:moveTo>
                    <a:pt x="85725" y="55283"/>
                  </a:moveTo>
                  <a:lnTo>
                    <a:pt x="77597" y="55283"/>
                  </a:lnTo>
                  <a:lnTo>
                    <a:pt x="76200" y="58648"/>
                  </a:lnTo>
                  <a:lnTo>
                    <a:pt x="85725" y="58648"/>
                  </a:lnTo>
                  <a:lnTo>
                    <a:pt x="85725" y="55283"/>
                  </a:lnTo>
                  <a:close/>
                </a:path>
                <a:path w="85725" h="85725">
                  <a:moveTo>
                    <a:pt x="9525" y="55283"/>
                  </a:moveTo>
                  <a:lnTo>
                    <a:pt x="8128" y="55283"/>
                  </a:lnTo>
                  <a:lnTo>
                    <a:pt x="9525" y="56680"/>
                  </a:lnTo>
                  <a:lnTo>
                    <a:pt x="9525" y="55283"/>
                  </a:lnTo>
                  <a:close/>
                </a:path>
                <a:path w="85725" h="85725">
                  <a:moveTo>
                    <a:pt x="76200" y="29045"/>
                  </a:moveTo>
                  <a:lnTo>
                    <a:pt x="76200" y="56680"/>
                  </a:lnTo>
                  <a:lnTo>
                    <a:pt x="77597" y="55283"/>
                  </a:lnTo>
                  <a:lnTo>
                    <a:pt x="85725" y="55283"/>
                  </a:lnTo>
                  <a:lnTo>
                    <a:pt x="85725" y="30441"/>
                  </a:lnTo>
                  <a:lnTo>
                    <a:pt x="77597" y="30441"/>
                  </a:lnTo>
                  <a:lnTo>
                    <a:pt x="76200" y="29045"/>
                  </a:lnTo>
                  <a:close/>
                </a:path>
                <a:path w="85725" h="85725">
                  <a:moveTo>
                    <a:pt x="9525" y="27076"/>
                  </a:moveTo>
                  <a:lnTo>
                    <a:pt x="8128" y="30441"/>
                  </a:lnTo>
                  <a:lnTo>
                    <a:pt x="9525" y="29045"/>
                  </a:lnTo>
                  <a:lnTo>
                    <a:pt x="9525" y="27076"/>
                  </a:lnTo>
                  <a:close/>
                </a:path>
                <a:path w="85725" h="85725">
                  <a:moveTo>
                    <a:pt x="9525" y="29045"/>
                  </a:moveTo>
                  <a:lnTo>
                    <a:pt x="8128" y="30441"/>
                  </a:lnTo>
                  <a:lnTo>
                    <a:pt x="9525" y="30441"/>
                  </a:lnTo>
                  <a:lnTo>
                    <a:pt x="9525" y="29045"/>
                  </a:lnTo>
                  <a:close/>
                </a:path>
                <a:path w="85725" h="85725">
                  <a:moveTo>
                    <a:pt x="76200" y="27076"/>
                  </a:moveTo>
                  <a:lnTo>
                    <a:pt x="76200" y="29045"/>
                  </a:lnTo>
                  <a:lnTo>
                    <a:pt x="77597" y="30441"/>
                  </a:lnTo>
                  <a:lnTo>
                    <a:pt x="76200" y="27076"/>
                  </a:lnTo>
                  <a:close/>
                </a:path>
                <a:path w="85725" h="85725">
                  <a:moveTo>
                    <a:pt x="85725" y="27076"/>
                  </a:moveTo>
                  <a:lnTo>
                    <a:pt x="76200" y="27076"/>
                  </a:lnTo>
                  <a:lnTo>
                    <a:pt x="77597" y="30441"/>
                  </a:lnTo>
                  <a:lnTo>
                    <a:pt x="85725" y="30441"/>
                  </a:lnTo>
                  <a:lnTo>
                    <a:pt x="85725" y="27076"/>
                  </a:lnTo>
                  <a:close/>
                </a:path>
                <a:path w="85725" h="85725">
                  <a:moveTo>
                    <a:pt x="11495" y="27076"/>
                  </a:moveTo>
                  <a:lnTo>
                    <a:pt x="9525" y="27076"/>
                  </a:lnTo>
                  <a:lnTo>
                    <a:pt x="9525" y="29045"/>
                  </a:lnTo>
                  <a:lnTo>
                    <a:pt x="11495" y="27076"/>
                  </a:lnTo>
                  <a:close/>
                </a:path>
                <a:path w="85725" h="85725">
                  <a:moveTo>
                    <a:pt x="55283" y="8127"/>
                  </a:moveTo>
                  <a:lnTo>
                    <a:pt x="76200" y="29045"/>
                  </a:lnTo>
                  <a:lnTo>
                    <a:pt x="76200" y="27076"/>
                  </a:lnTo>
                  <a:lnTo>
                    <a:pt x="85725" y="27076"/>
                  </a:lnTo>
                  <a:lnTo>
                    <a:pt x="85725" y="25107"/>
                  </a:lnTo>
                  <a:lnTo>
                    <a:pt x="70142" y="9525"/>
                  </a:lnTo>
                  <a:lnTo>
                    <a:pt x="58648" y="9525"/>
                  </a:lnTo>
                  <a:lnTo>
                    <a:pt x="55283" y="8127"/>
                  </a:lnTo>
                  <a:close/>
                </a:path>
                <a:path w="85725" h="85725">
                  <a:moveTo>
                    <a:pt x="30454" y="8127"/>
                  </a:moveTo>
                  <a:lnTo>
                    <a:pt x="27076" y="9525"/>
                  </a:lnTo>
                  <a:lnTo>
                    <a:pt x="29056" y="9525"/>
                  </a:lnTo>
                  <a:lnTo>
                    <a:pt x="30454" y="8127"/>
                  </a:lnTo>
                  <a:close/>
                </a:path>
                <a:path w="85725" h="85725">
                  <a:moveTo>
                    <a:pt x="55283" y="8127"/>
                  </a:moveTo>
                  <a:lnTo>
                    <a:pt x="30454" y="8127"/>
                  </a:lnTo>
                  <a:lnTo>
                    <a:pt x="29056" y="9525"/>
                  </a:lnTo>
                  <a:lnTo>
                    <a:pt x="56680" y="9525"/>
                  </a:lnTo>
                  <a:lnTo>
                    <a:pt x="55283" y="8127"/>
                  </a:lnTo>
                  <a:close/>
                </a:path>
                <a:path w="85725" h="85725">
                  <a:moveTo>
                    <a:pt x="68745" y="8127"/>
                  </a:moveTo>
                  <a:lnTo>
                    <a:pt x="55283" y="8127"/>
                  </a:lnTo>
                  <a:lnTo>
                    <a:pt x="58648" y="9525"/>
                  </a:lnTo>
                  <a:lnTo>
                    <a:pt x="70142" y="9525"/>
                  </a:lnTo>
                  <a:lnTo>
                    <a:pt x="68745" y="8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844078" y="3429000"/>
              <a:ext cx="2819400" cy="0"/>
            </a:xfrm>
            <a:custGeom>
              <a:avLst/>
              <a:gdLst/>
              <a:ahLst/>
              <a:cxnLst/>
              <a:rect l="l" t="t" r="r" b="b"/>
              <a:pathLst>
                <a:path w="2819400" h="0">
                  <a:moveTo>
                    <a:pt x="0" y="0"/>
                  </a:moveTo>
                  <a:lnTo>
                    <a:pt x="2819399" y="0"/>
                  </a:lnTo>
                </a:path>
              </a:pathLst>
            </a:custGeom>
            <a:ln w="9525">
              <a:solidFill>
                <a:srgbClr val="00E4A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745018" y="3199765"/>
            <a:ext cx="365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37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dirty="0" sz="1550" spc="-25" i="1">
                <a:solidFill>
                  <a:srgbClr val="FF0000"/>
                </a:solidFill>
                <a:latin typeface="Times New Roman"/>
                <a:cs typeface="Times New Roman"/>
              </a:rPr>
              <a:t>i2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658715" y="3429000"/>
            <a:ext cx="9525" cy="2743835"/>
          </a:xfrm>
          <a:custGeom>
            <a:avLst/>
            <a:gdLst/>
            <a:ahLst/>
            <a:cxnLst/>
            <a:rect l="l" t="t" r="r" b="b"/>
            <a:pathLst>
              <a:path w="9525" h="2743835">
                <a:moveTo>
                  <a:pt x="9525" y="2733687"/>
                </a:moveTo>
                <a:lnTo>
                  <a:pt x="0" y="2733687"/>
                </a:lnTo>
                <a:lnTo>
                  <a:pt x="0" y="2743212"/>
                </a:lnTo>
                <a:lnTo>
                  <a:pt x="9525" y="2743212"/>
                </a:lnTo>
                <a:lnTo>
                  <a:pt x="9525" y="2733687"/>
                </a:lnTo>
                <a:close/>
              </a:path>
              <a:path w="9525" h="2743835">
                <a:moveTo>
                  <a:pt x="9525" y="2667012"/>
                </a:moveTo>
                <a:lnTo>
                  <a:pt x="0" y="2667012"/>
                </a:lnTo>
                <a:lnTo>
                  <a:pt x="0" y="2705112"/>
                </a:lnTo>
                <a:lnTo>
                  <a:pt x="9525" y="2705112"/>
                </a:lnTo>
                <a:lnTo>
                  <a:pt x="9525" y="2667012"/>
                </a:lnTo>
                <a:close/>
              </a:path>
              <a:path w="9525" h="2743835">
                <a:moveTo>
                  <a:pt x="9525" y="2600337"/>
                </a:moveTo>
                <a:lnTo>
                  <a:pt x="0" y="2600337"/>
                </a:lnTo>
                <a:lnTo>
                  <a:pt x="0" y="2638437"/>
                </a:lnTo>
                <a:lnTo>
                  <a:pt x="9525" y="2638437"/>
                </a:lnTo>
                <a:lnTo>
                  <a:pt x="9525" y="2600337"/>
                </a:lnTo>
                <a:close/>
              </a:path>
              <a:path w="9525" h="2743835">
                <a:moveTo>
                  <a:pt x="9525" y="2533662"/>
                </a:moveTo>
                <a:lnTo>
                  <a:pt x="0" y="2533662"/>
                </a:lnTo>
                <a:lnTo>
                  <a:pt x="0" y="2571762"/>
                </a:lnTo>
                <a:lnTo>
                  <a:pt x="9525" y="2571762"/>
                </a:lnTo>
                <a:lnTo>
                  <a:pt x="9525" y="2533662"/>
                </a:lnTo>
                <a:close/>
              </a:path>
              <a:path w="9525" h="2743835">
                <a:moveTo>
                  <a:pt x="9525" y="2466987"/>
                </a:moveTo>
                <a:lnTo>
                  <a:pt x="0" y="2466987"/>
                </a:lnTo>
                <a:lnTo>
                  <a:pt x="0" y="2505087"/>
                </a:lnTo>
                <a:lnTo>
                  <a:pt x="9525" y="2505087"/>
                </a:lnTo>
                <a:lnTo>
                  <a:pt x="9525" y="2466987"/>
                </a:lnTo>
                <a:close/>
              </a:path>
              <a:path w="9525" h="2743835">
                <a:moveTo>
                  <a:pt x="9525" y="2400312"/>
                </a:moveTo>
                <a:lnTo>
                  <a:pt x="0" y="2400312"/>
                </a:lnTo>
                <a:lnTo>
                  <a:pt x="0" y="2438412"/>
                </a:lnTo>
                <a:lnTo>
                  <a:pt x="9525" y="2438412"/>
                </a:lnTo>
                <a:lnTo>
                  <a:pt x="9525" y="2400312"/>
                </a:lnTo>
                <a:close/>
              </a:path>
              <a:path w="9525" h="2743835">
                <a:moveTo>
                  <a:pt x="9525" y="2333637"/>
                </a:moveTo>
                <a:lnTo>
                  <a:pt x="0" y="2333637"/>
                </a:lnTo>
                <a:lnTo>
                  <a:pt x="0" y="2371737"/>
                </a:lnTo>
                <a:lnTo>
                  <a:pt x="9525" y="2371737"/>
                </a:lnTo>
                <a:lnTo>
                  <a:pt x="9525" y="2333637"/>
                </a:lnTo>
                <a:close/>
              </a:path>
              <a:path w="9525" h="2743835">
                <a:moveTo>
                  <a:pt x="9525" y="2266962"/>
                </a:moveTo>
                <a:lnTo>
                  <a:pt x="0" y="2266962"/>
                </a:lnTo>
                <a:lnTo>
                  <a:pt x="0" y="2305062"/>
                </a:lnTo>
                <a:lnTo>
                  <a:pt x="9525" y="2305062"/>
                </a:lnTo>
                <a:lnTo>
                  <a:pt x="9525" y="2266962"/>
                </a:lnTo>
                <a:close/>
              </a:path>
              <a:path w="9525" h="2743835">
                <a:moveTo>
                  <a:pt x="9525" y="2200287"/>
                </a:moveTo>
                <a:lnTo>
                  <a:pt x="0" y="2200287"/>
                </a:lnTo>
                <a:lnTo>
                  <a:pt x="0" y="2238387"/>
                </a:lnTo>
                <a:lnTo>
                  <a:pt x="9525" y="2238387"/>
                </a:lnTo>
                <a:lnTo>
                  <a:pt x="9525" y="2200287"/>
                </a:lnTo>
                <a:close/>
              </a:path>
              <a:path w="9525" h="2743835">
                <a:moveTo>
                  <a:pt x="9525" y="2133600"/>
                </a:moveTo>
                <a:lnTo>
                  <a:pt x="0" y="2133600"/>
                </a:lnTo>
                <a:lnTo>
                  <a:pt x="0" y="2171712"/>
                </a:lnTo>
                <a:lnTo>
                  <a:pt x="9525" y="2171712"/>
                </a:lnTo>
                <a:lnTo>
                  <a:pt x="9525" y="2133600"/>
                </a:lnTo>
                <a:close/>
              </a:path>
              <a:path w="9525" h="2743835">
                <a:moveTo>
                  <a:pt x="9525" y="2066925"/>
                </a:moveTo>
                <a:lnTo>
                  <a:pt x="0" y="2066925"/>
                </a:lnTo>
                <a:lnTo>
                  <a:pt x="0" y="2105025"/>
                </a:lnTo>
                <a:lnTo>
                  <a:pt x="9525" y="2105025"/>
                </a:lnTo>
                <a:lnTo>
                  <a:pt x="9525" y="2066925"/>
                </a:lnTo>
                <a:close/>
              </a:path>
              <a:path w="9525" h="2743835">
                <a:moveTo>
                  <a:pt x="9525" y="2000250"/>
                </a:moveTo>
                <a:lnTo>
                  <a:pt x="0" y="2000250"/>
                </a:lnTo>
                <a:lnTo>
                  <a:pt x="0" y="2038350"/>
                </a:lnTo>
                <a:lnTo>
                  <a:pt x="9525" y="2038350"/>
                </a:lnTo>
                <a:lnTo>
                  <a:pt x="9525" y="2000250"/>
                </a:lnTo>
                <a:close/>
              </a:path>
              <a:path w="9525" h="2743835">
                <a:moveTo>
                  <a:pt x="9525" y="1933575"/>
                </a:moveTo>
                <a:lnTo>
                  <a:pt x="0" y="1933575"/>
                </a:lnTo>
                <a:lnTo>
                  <a:pt x="0" y="1971675"/>
                </a:lnTo>
                <a:lnTo>
                  <a:pt x="9525" y="1971675"/>
                </a:lnTo>
                <a:lnTo>
                  <a:pt x="9525" y="1933575"/>
                </a:lnTo>
                <a:close/>
              </a:path>
              <a:path w="9525" h="2743835">
                <a:moveTo>
                  <a:pt x="9525" y="1866900"/>
                </a:moveTo>
                <a:lnTo>
                  <a:pt x="0" y="1866900"/>
                </a:lnTo>
                <a:lnTo>
                  <a:pt x="0" y="1905000"/>
                </a:lnTo>
                <a:lnTo>
                  <a:pt x="9525" y="1905000"/>
                </a:lnTo>
                <a:lnTo>
                  <a:pt x="9525" y="1866900"/>
                </a:lnTo>
                <a:close/>
              </a:path>
              <a:path w="9525" h="2743835">
                <a:moveTo>
                  <a:pt x="9525" y="1800225"/>
                </a:moveTo>
                <a:lnTo>
                  <a:pt x="0" y="1800225"/>
                </a:lnTo>
                <a:lnTo>
                  <a:pt x="0" y="1838325"/>
                </a:lnTo>
                <a:lnTo>
                  <a:pt x="9525" y="1838325"/>
                </a:lnTo>
                <a:lnTo>
                  <a:pt x="9525" y="1800225"/>
                </a:lnTo>
                <a:close/>
              </a:path>
              <a:path w="9525" h="2743835">
                <a:moveTo>
                  <a:pt x="9525" y="1733550"/>
                </a:moveTo>
                <a:lnTo>
                  <a:pt x="0" y="1733550"/>
                </a:lnTo>
                <a:lnTo>
                  <a:pt x="0" y="1771650"/>
                </a:lnTo>
                <a:lnTo>
                  <a:pt x="9525" y="1771650"/>
                </a:lnTo>
                <a:lnTo>
                  <a:pt x="9525" y="1733550"/>
                </a:lnTo>
                <a:close/>
              </a:path>
              <a:path w="9525" h="2743835">
                <a:moveTo>
                  <a:pt x="9525" y="1666875"/>
                </a:moveTo>
                <a:lnTo>
                  <a:pt x="0" y="1666875"/>
                </a:lnTo>
                <a:lnTo>
                  <a:pt x="0" y="1704975"/>
                </a:lnTo>
                <a:lnTo>
                  <a:pt x="9525" y="1704975"/>
                </a:lnTo>
                <a:lnTo>
                  <a:pt x="9525" y="1666875"/>
                </a:lnTo>
                <a:close/>
              </a:path>
              <a:path w="9525" h="2743835">
                <a:moveTo>
                  <a:pt x="9525" y="1600200"/>
                </a:moveTo>
                <a:lnTo>
                  <a:pt x="0" y="1600200"/>
                </a:lnTo>
                <a:lnTo>
                  <a:pt x="0" y="1638300"/>
                </a:lnTo>
                <a:lnTo>
                  <a:pt x="9525" y="1638300"/>
                </a:lnTo>
                <a:lnTo>
                  <a:pt x="9525" y="1600200"/>
                </a:lnTo>
                <a:close/>
              </a:path>
              <a:path w="9525" h="2743835">
                <a:moveTo>
                  <a:pt x="9525" y="1533525"/>
                </a:moveTo>
                <a:lnTo>
                  <a:pt x="0" y="1533525"/>
                </a:lnTo>
                <a:lnTo>
                  <a:pt x="0" y="1571625"/>
                </a:lnTo>
                <a:lnTo>
                  <a:pt x="9525" y="1571625"/>
                </a:lnTo>
                <a:lnTo>
                  <a:pt x="9525" y="1533525"/>
                </a:lnTo>
                <a:close/>
              </a:path>
              <a:path w="9525" h="2743835">
                <a:moveTo>
                  <a:pt x="9525" y="1466850"/>
                </a:moveTo>
                <a:lnTo>
                  <a:pt x="0" y="1466850"/>
                </a:lnTo>
                <a:lnTo>
                  <a:pt x="0" y="1504950"/>
                </a:lnTo>
                <a:lnTo>
                  <a:pt x="9525" y="1504950"/>
                </a:lnTo>
                <a:lnTo>
                  <a:pt x="9525" y="1466850"/>
                </a:lnTo>
                <a:close/>
              </a:path>
              <a:path w="9525" h="2743835">
                <a:moveTo>
                  <a:pt x="9525" y="1400175"/>
                </a:moveTo>
                <a:lnTo>
                  <a:pt x="0" y="1400175"/>
                </a:lnTo>
                <a:lnTo>
                  <a:pt x="0" y="1438275"/>
                </a:lnTo>
                <a:lnTo>
                  <a:pt x="9525" y="1438275"/>
                </a:lnTo>
                <a:lnTo>
                  <a:pt x="9525" y="1400175"/>
                </a:lnTo>
                <a:close/>
              </a:path>
              <a:path w="9525" h="2743835">
                <a:moveTo>
                  <a:pt x="9525" y="1333500"/>
                </a:moveTo>
                <a:lnTo>
                  <a:pt x="0" y="1333500"/>
                </a:lnTo>
                <a:lnTo>
                  <a:pt x="0" y="1371600"/>
                </a:lnTo>
                <a:lnTo>
                  <a:pt x="9525" y="1371600"/>
                </a:lnTo>
                <a:lnTo>
                  <a:pt x="9525" y="1333500"/>
                </a:lnTo>
                <a:close/>
              </a:path>
              <a:path w="9525" h="2743835">
                <a:moveTo>
                  <a:pt x="9525" y="1266825"/>
                </a:moveTo>
                <a:lnTo>
                  <a:pt x="0" y="1266825"/>
                </a:lnTo>
                <a:lnTo>
                  <a:pt x="0" y="1304925"/>
                </a:lnTo>
                <a:lnTo>
                  <a:pt x="9525" y="1304925"/>
                </a:lnTo>
                <a:lnTo>
                  <a:pt x="9525" y="1266825"/>
                </a:lnTo>
                <a:close/>
              </a:path>
              <a:path w="9525" h="2743835">
                <a:moveTo>
                  <a:pt x="9525" y="1200150"/>
                </a:moveTo>
                <a:lnTo>
                  <a:pt x="0" y="1200150"/>
                </a:lnTo>
                <a:lnTo>
                  <a:pt x="0" y="1238250"/>
                </a:lnTo>
                <a:lnTo>
                  <a:pt x="9525" y="1238250"/>
                </a:lnTo>
                <a:lnTo>
                  <a:pt x="9525" y="1200150"/>
                </a:lnTo>
                <a:close/>
              </a:path>
              <a:path w="9525" h="2743835">
                <a:moveTo>
                  <a:pt x="9525" y="1133475"/>
                </a:moveTo>
                <a:lnTo>
                  <a:pt x="0" y="1133475"/>
                </a:lnTo>
                <a:lnTo>
                  <a:pt x="0" y="1171575"/>
                </a:lnTo>
                <a:lnTo>
                  <a:pt x="9525" y="1171575"/>
                </a:lnTo>
                <a:lnTo>
                  <a:pt x="9525" y="1133475"/>
                </a:lnTo>
                <a:close/>
              </a:path>
              <a:path w="9525" h="2743835">
                <a:moveTo>
                  <a:pt x="9525" y="1066800"/>
                </a:moveTo>
                <a:lnTo>
                  <a:pt x="0" y="1066800"/>
                </a:lnTo>
                <a:lnTo>
                  <a:pt x="0" y="1104900"/>
                </a:lnTo>
                <a:lnTo>
                  <a:pt x="9525" y="1104900"/>
                </a:lnTo>
                <a:lnTo>
                  <a:pt x="9525" y="1066800"/>
                </a:lnTo>
                <a:close/>
              </a:path>
              <a:path w="9525" h="2743835">
                <a:moveTo>
                  <a:pt x="9525" y="1000125"/>
                </a:moveTo>
                <a:lnTo>
                  <a:pt x="0" y="1000125"/>
                </a:lnTo>
                <a:lnTo>
                  <a:pt x="0" y="1038225"/>
                </a:lnTo>
                <a:lnTo>
                  <a:pt x="9525" y="1038225"/>
                </a:lnTo>
                <a:lnTo>
                  <a:pt x="9525" y="1000125"/>
                </a:lnTo>
                <a:close/>
              </a:path>
              <a:path w="9525" h="2743835">
                <a:moveTo>
                  <a:pt x="9525" y="933450"/>
                </a:moveTo>
                <a:lnTo>
                  <a:pt x="0" y="933450"/>
                </a:lnTo>
                <a:lnTo>
                  <a:pt x="0" y="971550"/>
                </a:lnTo>
                <a:lnTo>
                  <a:pt x="9525" y="971550"/>
                </a:lnTo>
                <a:lnTo>
                  <a:pt x="9525" y="933450"/>
                </a:lnTo>
                <a:close/>
              </a:path>
              <a:path w="9525" h="2743835">
                <a:moveTo>
                  <a:pt x="9525" y="866775"/>
                </a:moveTo>
                <a:lnTo>
                  <a:pt x="0" y="866775"/>
                </a:lnTo>
                <a:lnTo>
                  <a:pt x="0" y="904875"/>
                </a:lnTo>
                <a:lnTo>
                  <a:pt x="9525" y="904875"/>
                </a:lnTo>
                <a:lnTo>
                  <a:pt x="9525" y="866775"/>
                </a:lnTo>
                <a:close/>
              </a:path>
              <a:path w="9525" h="2743835">
                <a:moveTo>
                  <a:pt x="9525" y="800100"/>
                </a:moveTo>
                <a:lnTo>
                  <a:pt x="0" y="800100"/>
                </a:lnTo>
                <a:lnTo>
                  <a:pt x="0" y="838200"/>
                </a:lnTo>
                <a:lnTo>
                  <a:pt x="9525" y="838200"/>
                </a:lnTo>
                <a:lnTo>
                  <a:pt x="9525" y="800100"/>
                </a:lnTo>
                <a:close/>
              </a:path>
              <a:path w="9525" h="2743835">
                <a:moveTo>
                  <a:pt x="9525" y="733425"/>
                </a:moveTo>
                <a:lnTo>
                  <a:pt x="0" y="733425"/>
                </a:lnTo>
                <a:lnTo>
                  <a:pt x="0" y="771525"/>
                </a:lnTo>
                <a:lnTo>
                  <a:pt x="9525" y="771525"/>
                </a:lnTo>
                <a:lnTo>
                  <a:pt x="9525" y="733425"/>
                </a:lnTo>
                <a:close/>
              </a:path>
              <a:path w="9525" h="2743835">
                <a:moveTo>
                  <a:pt x="9525" y="666750"/>
                </a:moveTo>
                <a:lnTo>
                  <a:pt x="0" y="666750"/>
                </a:lnTo>
                <a:lnTo>
                  <a:pt x="0" y="704850"/>
                </a:lnTo>
                <a:lnTo>
                  <a:pt x="9525" y="704850"/>
                </a:lnTo>
                <a:lnTo>
                  <a:pt x="9525" y="666750"/>
                </a:lnTo>
                <a:close/>
              </a:path>
              <a:path w="9525" h="2743835">
                <a:moveTo>
                  <a:pt x="9525" y="600075"/>
                </a:moveTo>
                <a:lnTo>
                  <a:pt x="0" y="600075"/>
                </a:lnTo>
                <a:lnTo>
                  <a:pt x="0" y="638175"/>
                </a:lnTo>
                <a:lnTo>
                  <a:pt x="9525" y="638175"/>
                </a:lnTo>
                <a:lnTo>
                  <a:pt x="9525" y="600075"/>
                </a:lnTo>
                <a:close/>
              </a:path>
              <a:path w="9525" h="2743835">
                <a:moveTo>
                  <a:pt x="9525" y="533400"/>
                </a:moveTo>
                <a:lnTo>
                  <a:pt x="0" y="533400"/>
                </a:lnTo>
                <a:lnTo>
                  <a:pt x="0" y="571500"/>
                </a:lnTo>
                <a:lnTo>
                  <a:pt x="9525" y="571500"/>
                </a:lnTo>
                <a:lnTo>
                  <a:pt x="9525" y="533400"/>
                </a:lnTo>
                <a:close/>
              </a:path>
              <a:path w="9525" h="2743835">
                <a:moveTo>
                  <a:pt x="9525" y="466725"/>
                </a:moveTo>
                <a:lnTo>
                  <a:pt x="0" y="466725"/>
                </a:lnTo>
                <a:lnTo>
                  <a:pt x="0" y="504825"/>
                </a:lnTo>
                <a:lnTo>
                  <a:pt x="9525" y="504825"/>
                </a:lnTo>
                <a:lnTo>
                  <a:pt x="9525" y="466725"/>
                </a:lnTo>
                <a:close/>
              </a:path>
              <a:path w="9525" h="2743835">
                <a:moveTo>
                  <a:pt x="9525" y="400050"/>
                </a:moveTo>
                <a:lnTo>
                  <a:pt x="0" y="400050"/>
                </a:lnTo>
                <a:lnTo>
                  <a:pt x="0" y="438150"/>
                </a:lnTo>
                <a:lnTo>
                  <a:pt x="9525" y="438150"/>
                </a:lnTo>
                <a:lnTo>
                  <a:pt x="9525" y="400050"/>
                </a:lnTo>
                <a:close/>
              </a:path>
              <a:path w="9525" h="2743835">
                <a:moveTo>
                  <a:pt x="9525" y="333375"/>
                </a:moveTo>
                <a:lnTo>
                  <a:pt x="0" y="333375"/>
                </a:lnTo>
                <a:lnTo>
                  <a:pt x="0" y="371475"/>
                </a:lnTo>
                <a:lnTo>
                  <a:pt x="9525" y="371475"/>
                </a:lnTo>
                <a:lnTo>
                  <a:pt x="9525" y="333375"/>
                </a:lnTo>
                <a:close/>
              </a:path>
              <a:path w="9525" h="2743835">
                <a:moveTo>
                  <a:pt x="9525" y="266700"/>
                </a:moveTo>
                <a:lnTo>
                  <a:pt x="0" y="266700"/>
                </a:lnTo>
                <a:lnTo>
                  <a:pt x="0" y="304800"/>
                </a:lnTo>
                <a:lnTo>
                  <a:pt x="9525" y="304800"/>
                </a:lnTo>
                <a:lnTo>
                  <a:pt x="9525" y="266700"/>
                </a:lnTo>
                <a:close/>
              </a:path>
              <a:path w="9525" h="2743835">
                <a:moveTo>
                  <a:pt x="9525" y="200025"/>
                </a:moveTo>
                <a:lnTo>
                  <a:pt x="0" y="200025"/>
                </a:lnTo>
                <a:lnTo>
                  <a:pt x="0" y="238125"/>
                </a:lnTo>
                <a:lnTo>
                  <a:pt x="9525" y="238125"/>
                </a:lnTo>
                <a:lnTo>
                  <a:pt x="9525" y="200025"/>
                </a:lnTo>
                <a:close/>
              </a:path>
              <a:path w="9525" h="2743835">
                <a:moveTo>
                  <a:pt x="9525" y="133350"/>
                </a:moveTo>
                <a:lnTo>
                  <a:pt x="0" y="133350"/>
                </a:lnTo>
                <a:lnTo>
                  <a:pt x="0" y="171450"/>
                </a:lnTo>
                <a:lnTo>
                  <a:pt x="9525" y="171450"/>
                </a:lnTo>
                <a:lnTo>
                  <a:pt x="9525" y="133350"/>
                </a:lnTo>
                <a:close/>
              </a:path>
              <a:path w="9525" h="2743835">
                <a:moveTo>
                  <a:pt x="9525" y="66675"/>
                </a:moveTo>
                <a:lnTo>
                  <a:pt x="0" y="66675"/>
                </a:lnTo>
                <a:lnTo>
                  <a:pt x="0" y="104775"/>
                </a:lnTo>
                <a:lnTo>
                  <a:pt x="9525" y="104775"/>
                </a:lnTo>
                <a:lnTo>
                  <a:pt x="9525" y="66675"/>
                </a:lnTo>
                <a:close/>
              </a:path>
              <a:path w="9525" h="2743835">
                <a:moveTo>
                  <a:pt x="9525" y="0"/>
                </a:moveTo>
                <a:lnTo>
                  <a:pt x="0" y="0"/>
                </a:lnTo>
                <a:lnTo>
                  <a:pt x="0" y="38100"/>
                </a:lnTo>
                <a:lnTo>
                  <a:pt x="9525" y="38100"/>
                </a:lnTo>
                <a:lnTo>
                  <a:pt x="952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119422" y="5952045"/>
            <a:ext cx="1325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76630" algn="l"/>
              </a:tabLst>
            </a:pPr>
            <a:r>
              <a:rPr dirty="0" sz="1750">
                <a:latin typeface="Microsoft Sans Serif"/>
                <a:cs typeface="Microsoft Sans Serif"/>
              </a:rPr>
              <a:t>5.0</a:t>
            </a:r>
            <a:r>
              <a:rPr dirty="0" sz="1750" spc="480">
                <a:latin typeface="Microsoft Sans Serif"/>
                <a:cs typeface="Microsoft Sans Serif"/>
              </a:rPr>
              <a:t> </a:t>
            </a:r>
            <a:r>
              <a:rPr dirty="0" baseline="-15046" sz="3600" spc="-37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dirty="0" baseline="-41218" sz="2325" spc="-37" i="1">
                <a:solidFill>
                  <a:srgbClr val="FF0000"/>
                </a:solidFill>
                <a:latin typeface="Times New Roman"/>
                <a:cs typeface="Times New Roman"/>
              </a:rPr>
              <a:t>i1</a:t>
            </a:r>
            <a:r>
              <a:rPr dirty="0" baseline="-41218" sz="232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1750" spc="-25">
                <a:latin typeface="Microsoft Sans Serif"/>
                <a:cs typeface="Microsoft Sans Serif"/>
              </a:rPr>
              <a:t>5.5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979204" y="3124200"/>
            <a:ext cx="2903855" cy="2296160"/>
            <a:chOff x="2979204" y="3124200"/>
            <a:chExt cx="2903855" cy="2296160"/>
          </a:xfrm>
        </p:grpSpPr>
        <p:sp>
          <p:nvSpPr>
            <p:cNvPr id="26" name="object 26" descr=""/>
            <p:cNvSpPr/>
            <p:nvPr/>
          </p:nvSpPr>
          <p:spPr>
            <a:xfrm>
              <a:off x="2979204" y="3124200"/>
              <a:ext cx="2903855" cy="2296160"/>
            </a:xfrm>
            <a:custGeom>
              <a:avLst/>
              <a:gdLst/>
              <a:ahLst/>
              <a:cxnLst/>
              <a:rect l="l" t="t" r="r" b="b"/>
              <a:pathLst>
                <a:path w="2903854" h="2296160">
                  <a:moveTo>
                    <a:pt x="2835804" y="37254"/>
                  </a:moveTo>
                  <a:lnTo>
                    <a:pt x="0" y="2276030"/>
                  </a:lnTo>
                  <a:lnTo>
                    <a:pt x="15748" y="2295969"/>
                  </a:lnTo>
                  <a:lnTo>
                    <a:pt x="2851536" y="57183"/>
                  </a:lnTo>
                  <a:lnTo>
                    <a:pt x="2835804" y="37254"/>
                  </a:lnTo>
                  <a:close/>
                </a:path>
                <a:path w="2903854" h="2296160">
                  <a:moveTo>
                    <a:pt x="2891530" y="25450"/>
                  </a:moveTo>
                  <a:lnTo>
                    <a:pt x="2850756" y="25450"/>
                  </a:lnTo>
                  <a:lnTo>
                    <a:pt x="2866491" y="45377"/>
                  </a:lnTo>
                  <a:lnTo>
                    <a:pt x="2851536" y="57183"/>
                  </a:lnTo>
                  <a:lnTo>
                    <a:pt x="2867279" y="77127"/>
                  </a:lnTo>
                  <a:lnTo>
                    <a:pt x="2891530" y="25450"/>
                  </a:lnTo>
                  <a:close/>
                </a:path>
                <a:path w="2903854" h="2296160">
                  <a:moveTo>
                    <a:pt x="2850756" y="25450"/>
                  </a:moveTo>
                  <a:lnTo>
                    <a:pt x="2835804" y="37254"/>
                  </a:lnTo>
                  <a:lnTo>
                    <a:pt x="2851536" y="57183"/>
                  </a:lnTo>
                  <a:lnTo>
                    <a:pt x="2866491" y="45377"/>
                  </a:lnTo>
                  <a:lnTo>
                    <a:pt x="2850756" y="25450"/>
                  </a:lnTo>
                  <a:close/>
                </a:path>
                <a:path w="2903854" h="2296160">
                  <a:moveTo>
                    <a:pt x="2903473" y="0"/>
                  </a:moveTo>
                  <a:lnTo>
                    <a:pt x="2820060" y="17310"/>
                  </a:lnTo>
                  <a:lnTo>
                    <a:pt x="2835804" y="37254"/>
                  </a:lnTo>
                  <a:lnTo>
                    <a:pt x="2850756" y="25450"/>
                  </a:lnTo>
                  <a:lnTo>
                    <a:pt x="2891530" y="25450"/>
                  </a:lnTo>
                  <a:lnTo>
                    <a:pt x="2903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25278" y="3505200"/>
              <a:ext cx="1685925" cy="1837689"/>
            </a:xfrm>
            <a:custGeom>
              <a:avLst/>
              <a:gdLst/>
              <a:ahLst/>
              <a:cxnLst/>
              <a:rect l="l" t="t" r="r" b="b"/>
              <a:pathLst>
                <a:path w="1685925" h="1837689">
                  <a:moveTo>
                    <a:pt x="60857" y="47588"/>
                  </a:moveTo>
                  <a:lnTo>
                    <a:pt x="42131" y="64751"/>
                  </a:lnTo>
                  <a:lnTo>
                    <a:pt x="1667040" y="1837385"/>
                  </a:lnTo>
                  <a:lnTo>
                    <a:pt x="1685759" y="1820214"/>
                  </a:lnTo>
                  <a:lnTo>
                    <a:pt x="60857" y="47588"/>
                  </a:lnTo>
                  <a:close/>
                </a:path>
                <a:path w="1685925" h="1837689">
                  <a:moveTo>
                    <a:pt x="0" y="0"/>
                  </a:moveTo>
                  <a:lnTo>
                    <a:pt x="23406" y="81914"/>
                  </a:lnTo>
                  <a:lnTo>
                    <a:pt x="42131" y="64751"/>
                  </a:lnTo>
                  <a:lnTo>
                    <a:pt x="29260" y="50711"/>
                  </a:lnTo>
                  <a:lnTo>
                    <a:pt x="47980" y="33540"/>
                  </a:lnTo>
                  <a:lnTo>
                    <a:pt x="76183" y="33540"/>
                  </a:lnTo>
                  <a:lnTo>
                    <a:pt x="79578" y="30429"/>
                  </a:lnTo>
                  <a:lnTo>
                    <a:pt x="0" y="0"/>
                  </a:lnTo>
                  <a:close/>
                </a:path>
                <a:path w="1685925" h="1837689">
                  <a:moveTo>
                    <a:pt x="47980" y="33540"/>
                  </a:moveTo>
                  <a:lnTo>
                    <a:pt x="29260" y="50711"/>
                  </a:lnTo>
                  <a:lnTo>
                    <a:pt x="42131" y="64751"/>
                  </a:lnTo>
                  <a:lnTo>
                    <a:pt x="60857" y="47588"/>
                  </a:lnTo>
                  <a:lnTo>
                    <a:pt x="47980" y="33540"/>
                  </a:lnTo>
                  <a:close/>
                </a:path>
                <a:path w="1685925" h="1837689">
                  <a:moveTo>
                    <a:pt x="76183" y="33540"/>
                  </a:moveTo>
                  <a:lnTo>
                    <a:pt x="47980" y="33540"/>
                  </a:lnTo>
                  <a:lnTo>
                    <a:pt x="60857" y="47588"/>
                  </a:lnTo>
                  <a:lnTo>
                    <a:pt x="76183" y="3354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123880" y="3421773"/>
              <a:ext cx="546100" cy="471805"/>
            </a:xfrm>
            <a:custGeom>
              <a:avLst/>
              <a:gdLst/>
              <a:ahLst/>
              <a:cxnLst/>
              <a:rect l="l" t="t" r="r" b="b"/>
              <a:pathLst>
                <a:path w="546100" h="471804">
                  <a:moveTo>
                    <a:pt x="533400" y="0"/>
                  </a:moveTo>
                  <a:lnTo>
                    <a:pt x="475551" y="49580"/>
                  </a:lnTo>
                  <a:lnTo>
                    <a:pt x="487946" y="64046"/>
                  </a:lnTo>
                  <a:lnTo>
                    <a:pt x="545795" y="14452"/>
                  </a:lnTo>
                  <a:lnTo>
                    <a:pt x="533400" y="0"/>
                  </a:lnTo>
                  <a:close/>
                </a:path>
                <a:path w="546100" h="471804">
                  <a:moveTo>
                    <a:pt x="432155" y="86779"/>
                  </a:moveTo>
                  <a:lnTo>
                    <a:pt x="374294" y="136372"/>
                  </a:lnTo>
                  <a:lnTo>
                    <a:pt x="386702" y="150825"/>
                  </a:lnTo>
                  <a:lnTo>
                    <a:pt x="444550" y="101244"/>
                  </a:lnTo>
                  <a:lnTo>
                    <a:pt x="432155" y="86779"/>
                  </a:lnTo>
                  <a:close/>
                </a:path>
                <a:path w="546100" h="471804">
                  <a:moveTo>
                    <a:pt x="330911" y="173558"/>
                  </a:moveTo>
                  <a:lnTo>
                    <a:pt x="273050" y="223151"/>
                  </a:lnTo>
                  <a:lnTo>
                    <a:pt x="285445" y="237617"/>
                  </a:lnTo>
                  <a:lnTo>
                    <a:pt x="343306" y="188023"/>
                  </a:lnTo>
                  <a:lnTo>
                    <a:pt x="330911" y="173558"/>
                  </a:lnTo>
                  <a:close/>
                </a:path>
                <a:path w="546100" h="471804">
                  <a:moveTo>
                    <a:pt x="229654" y="260337"/>
                  </a:moveTo>
                  <a:lnTo>
                    <a:pt x="171805" y="309930"/>
                  </a:lnTo>
                  <a:lnTo>
                    <a:pt x="184200" y="324396"/>
                  </a:lnTo>
                  <a:lnTo>
                    <a:pt x="242062" y="274802"/>
                  </a:lnTo>
                  <a:lnTo>
                    <a:pt x="229654" y="260337"/>
                  </a:lnTo>
                  <a:close/>
                </a:path>
                <a:path w="546100" h="471804">
                  <a:moveTo>
                    <a:pt x="128409" y="347129"/>
                  </a:moveTo>
                  <a:lnTo>
                    <a:pt x="70561" y="396722"/>
                  </a:lnTo>
                  <a:lnTo>
                    <a:pt x="82956" y="411175"/>
                  </a:lnTo>
                  <a:lnTo>
                    <a:pt x="140804" y="361594"/>
                  </a:lnTo>
                  <a:lnTo>
                    <a:pt x="128409" y="347129"/>
                  </a:lnTo>
                  <a:close/>
                </a:path>
                <a:path w="546100" h="471804">
                  <a:moveTo>
                    <a:pt x="27165" y="433908"/>
                  </a:moveTo>
                  <a:lnTo>
                    <a:pt x="0" y="457200"/>
                  </a:lnTo>
                  <a:lnTo>
                    <a:pt x="12395" y="471652"/>
                  </a:lnTo>
                  <a:lnTo>
                    <a:pt x="39560" y="448373"/>
                  </a:lnTo>
                  <a:lnTo>
                    <a:pt x="27165" y="433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031018" y="3275965"/>
            <a:ext cx="415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30" i="1">
                <a:latin typeface="Times New Roman"/>
                <a:cs typeface="Times New Roman"/>
              </a:rPr>
              <a:t>y</a:t>
            </a:r>
            <a:r>
              <a:rPr dirty="0" sz="1550" spc="-20" i="1">
                <a:latin typeface="Times New Roman"/>
                <a:cs typeface="Times New Roman"/>
              </a:rPr>
              <a:t>i,1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638586" y="3359543"/>
            <a:ext cx="312420" cy="384175"/>
          </a:xfrm>
          <a:custGeom>
            <a:avLst/>
            <a:gdLst/>
            <a:ahLst/>
            <a:cxnLst/>
            <a:rect l="l" t="t" r="r" b="b"/>
            <a:pathLst>
              <a:path w="312420" h="384175">
                <a:moveTo>
                  <a:pt x="14871" y="0"/>
                </a:moveTo>
                <a:lnTo>
                  <a:pt x="0" y="11899"/>
                </a:lnTo>
                <a:lnTo>
                  <a:pt x="47599" y="71412"/>
                </a:lnTo>
                <a:lnTo>
                  <a:pt x="62471" y="59512"/>
                </a:lnTo>
                <a:lnTo>
                  <a:pt x="14871" y="0"/>
                </a:lnTo>
                <a:close/>
              </a:path>
              <a:path w="312420" h="384175">
                <a:moveTo>
                  <a:pt x="98171" y="104139"/>
                </a:moveTo>
                <a:lnTo>
                  <a:pt x="83299" y="116039"/>
                </a:lnTo>
                <a:lnTo>
                  <a:pt x="130898" y="175539"/>
                </a:lnTo>
                <a:lnTo>
                  <a:pt x="145770" y="163639"/>
                </a:lnTo>
                <a:lnTo>
                  <a:pt x="98171" y="104139"/>
                </a:lnTo>
                <a:close/>
              </a:path>
              <a:path w="312420" h="384175">
                <a:moveTo>
                  <a:pt x="181470" y="208267"/>
                </a:moveTo>
                <a:lnTo>
                  <a:pt x="166598" y="220167"/>
                </a:lnTo>
                <a:lnTo>
                  <a:pt x="214198" y="279666"/>
                </a:lnTo>
                <a:lnTo>
                  <a:pt x="229082" y="267766"/>
                </a:lnTo>
                <a:lnTo>
                  <a:pt x="181470" y="208267"/>
                </a:lnTo>
                <a:close/>
              </a:path>
              <a:path w="312420" h="384175">
                <a:moveTo>
                  <a:pt x="264782" y="312394"/>
                </a:moveTo>
                <a:lnTo>
                  <a:pt x="249897" y="324294"/>
                </a:lnTo>
                <a:lnTo>
                  <a:pt x="297510" y="383794"/>
                </a:lnTo>
                <a:lnTo>
                  <a:pt x="312381" y="371894"/>
                </a:lnTo>
                <a:lnTo>
                  <a:pt x="264782" y="31239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4851755" y="3288665"/>
            <a:ext cx="415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30" i="1">
                <a:latin typeface="Times New Roman"/>
                <a:cs typeface="Times New Roman"/>
              </a:rPr>
              <a:t>y</a:t>
            </a:r>
            <a:r>
              <a:rPr dirty="0" sz="1550" spc="-20" i="1">
                <a:latin typeface="Times New Roman"/>
                <a:cs typeface="Times New Roman"/>
              </a:rPr>
              <a:t>i,2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934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5662" y="2282473"/>
            <a:ext cx="7865745" cy="287909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5"/>
              </a:spcBef>
              <a:buClr>
                <a:srgbClr val="3333CC"/>
              </a:buClr>
              <a:buSzPct val="59375"/>
              <a:buFont typeface="Lucida Sans Unicode"/>
              <a:buChar char="■"/>
              <a:tabLst>
                <a:tab pos="354965" algn="l"/>
              </a:tabLst>
            </a:pPr>
            <a:r>
              <a:rPr dirty="0" sz="3200" spc="-80">
                <a:latin typeface="Microsoft YaHei UI"/>
                <a:cs typeface="Microsoft YaHei UI"/>
              </a:rPr>
              <a:t>Advantage</a:t>
            </a:r>
            <a:endParaRPr sz="32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125">
                <a:latin typeface="Microsoft YaHei UI"/>
                <a:cs typeface="Microsoft YaHei UI"/>
              </a:rPr>
              <a:t>Reduce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70">
                <a:latin typeface="Microsoft YaHei UI"/>
                <a:cs typeface="Microsoft YaHei UI"/>
              </a:rPr>
              <a:t>dimension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original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data</a:t>
            </a:r>
            <a:endParaRPr sz="2800">
              <a:latin typeface="Microsoft YaHei UI"/>
              <a:cs typeface="Microsoft YaHei UI"/>
            </a:endParaRPr>
          </a:p>
          <a:p>
            <a:pPr lvl="2" marL="1153795" marR="114935" indent="-2266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5700" algn="l"/>
              </a:tabLst>
            </a:pPr>
            <a:r>
              <a:rPr dirty="0" sz="2400" spc="-110">
                <a:latin typeface="Microsoft YaHei UI"/>
                <a:cs typeface="Microsoft YaHei UI"/>
              </a:rPr>
              <a:t>reduce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time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consumption</a:t>
            </a:r>
            <a:r>
              <a:rPr dirty="0" sz="2400" spc="-20">
                <a:latin typeface="Microsoft YaHei UI"/>
                <a:cs typeface="Microsoft YaHei UI"/>
              </a:rPr>
              <a:t> in</a:t>
            </a:r>
            <a:r>
              <a:rPr dirty="0" sz="2400" spc="-70">
                <a:latin typeface="Microsoft YaHei UI"/>
                <a:cs typeface="Microsoft YaHei UI"/>
              </a:rPr>
              <a:t> the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training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55">
                <a:latin typeface="Microsoft YaHei UI"/>
                <a:cs typeface="Microsoft YaHei UI"/>
              </a:rPr>
              <a:t>process, </a:t>
            </a:r>
            <a:r>
              <a:rPr dirty="0" sz="2400" spc="-55">
                <a:latin typeface="Microsoft YaHei UI"/>
                <a:cs typeface="Microsoft YaHei UI"/>
              </a:rPr>
              <a:t>	</a:t>
            </a:r>
            <a:r>
              <a:rPr dirty="0" sz="2400" spc="-114">
                <a:latin typeface="Microsoft YaHei UI"/>
                <a:cs typeface="Microsoft YaHei UI"/>
              </a:rPr>
              <a:t>and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improve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efficiency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125">
                <a:latin typeface="Microsoft YaHei UI"/>
                <a:cs typeface="Microsoft YaHei UI"/>
              </a:rPr>
              <a:t>Discard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70">
                <a:latin typeface="Microsoft YaHei UI"/>
                <a:cs typeface="Microsoft YaHei UI"/>
              </a:rPr>
              <a:t>some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55">
                <a:latin typeface="Microsoft YaHei UI"/>
                <a:cs typeface="Microsoft YaHei UI"/>
              </a:rPr>
              <a:t>information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original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40">
                <a:latin typeface="Microsoft YaHei UI"/>
                <a:cs typeface="Microsoft YaHei UI"/>
              </a:rPr>
              <a:t>data</a:t>
            </a:r>
            <a:endParaRPr sz="2800">
              <a:latin typeface="Microsoft YaHei UI"/>
              <a:cs typeface="Microsoft YaHei UI"/>
            </a:endParaRPr>
          </a:p>
          <a:p>
            <a:pPr lvl="2" marL="1153795" indent="-2266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3795" algn="l"/>
              </a:tabLst>
            </a:pPr>
            <a:r>
              <a:rPr dirty="0" sz="2400">
                <a:latin typeface="Microsoft YaHei UI"/>
                <a:cs typeface="Microsoft YaHei UI"/>
              </a:rPr>
              <a:t>if</a:t>
            </a:r>
            <a:r>
              <a:rPr dirty="0" sz="2400" spc="-120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this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information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noise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934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11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5"/>
              </a:spcBef>
              <a:buClr>
                <a:srgbClr val="3333CC"/>
              </a:buClr>
              <a:buSzPct val="59375"/>
              <a:buFont typeface="Lucida Sans Unicode"/>
              <a:buChar char="■"/>
              <a:tabLst>
                <a:tab pos="354965" algn="l"/>
              </a:tabLst>
            </a:pPr>
            <a:r>
              <a:rPr dirty="0" spc="-70"/>
              <a:t>Limitation</a:t>
            </a: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125">
                <a:latin typeface="Microsoft YaHei UI"/>
                <a:cs typeface="Microsoft YaHei UI"/>
              </a:rPr>
              <a:t>Discard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70">
                <a:latin typeface="Microsoft YaHei UI"/>
                <a:cs typeface="Microsoft YaHei UI"/>
              </a:rPr>
              <a:t>some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55">
                <a:latin typeface="Microsoft YaHei UI"/>
                <a:cs typeface="Microsoft YaHei UI"/>
              </a:rPr>
              <a:t>information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original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40">
                <a:latin typeface="Microsoft YaHei UI"/>
                <a:cs typeface="Microsoft YaHei UI"/>
              </a:rPr>
              <a:t>data</a:t>
            </a:r>
            <a:endParaRPr sz="2800">
              <a:latin typeface="Microsoft YaHei UI"/>
              <a:cs typeface="Microsoft YaHei UI"/>
            </a:endParaRPr>
          </a:p>
          <a:p>
            <a:pPr lvl="2" marL="1153795" marR="103505" indent="-2266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5700" algn="l"/>
              </a:tabLst>
            </a:pPr>
            <a:r>
              <a:rPr dirty="0" sz="2400">
                <a:latin typeface="Microsoft YaHei UI"/>
                <a:cs typeface="Microsoft YaHei UI"/>
              </a:rPr>
              <a:t>if</a:t>
            </a:r>
            <a:r>
              <a:rPr dirty="0" sz="2400" spc="-13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discarded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information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important,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it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not </a:t>
            </a:r>
            <a:r>
              <a:rPr dirty="0" sz="2400" spc="-85">
                <a:latin typeface="Microsoft YaHei UI"/>
                <a:cs typeface="Microsoft YaHei UI"/>
              </a:rPr>
              <a:t>	</a:t>
            </a:r>
            <a:r>
              <a:rPr dirty="0" sz="2400" spc="-130">
                <a:latin typeface="Microsoft YaHei UI"/>
                <a:cs typeface="Microsoft YaHei UI"/>
              </a:rPr>
              <a:t>appropriate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apply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PCA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150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meaning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35">
                <a:latin typeface="Microsoft YaHei UI"/>
                <a:cs typeface="Microsoft YaHei UI"/>
              </a:rPr>
              <a:t>principal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75">
                <a:latin typeface="Microsoft YaHei UI"/>
                <a:cs typeface="Microsoft YaHei UI"/>
              </a:rPr>
              <a:t>component</a:t>
            </a:r>
            <a:endParaRPr sz="2800">
              <a:latin typeface="Microsoft YaHei UI"/>
              <a:cs typeface="Microsoft YaHei UI"/>
            </a:endParaRPr>
          </a:p>
          <a:p>
            <a:pPr lvl="2" marL="1153795" indent="-2266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3795" algn="l"/>
              </a:tabLst>
            </a:pPr>
            <a:r>
              <a:rPr dirty="0" sz="2400" spc="-95">
                <a:latin typeface="Microsoft YaHei UI"/>
                <a:cs typeface="Microsoft YaHei UI"/>
              </a:rPr>
              <a:t>PC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75">
                <a:latin typeface="Microsoft YaHei UI"/>
                <a:cs typeface="Microsoft YaHei UI"/>
              </a:rPr>
              <a:t>or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basis </a:t>
            </a:r>
            <a:r>
              <a:rPr dirty="0" sz="2400" spc="-105">
                <a:latin typeface="Microsoft YaHei UI"/>
                <a:cs typeface="Microsoft YaHei UI"/>
              </a:rPr>
              <a:t>may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not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be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35">
                <a:latin typeface="Microsoft YaHei UI"/>
                <a:cs typeface="Microsoft YaHei UI"/>
              </a:rPr>
              <a:t>interpretable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80">
                <a:latin typeface="Microsoft YaHei UI"/>
                <a:cs typeface="Microsoft YaHei UI"/>
              </a:rPr>
              <a:t>Linear</a:t>
            </a:r>
            <a:r>
              <a:rPr dirty="0" sz="2800" spc="-120">
                <a:latin typeface="Microsoft YaHei UI"/>
                <a:cs typeface="Microsoft YaHei UI"/>
              </a:rPr>
              <a:t> </a:t>
            </a:r>
            <a:r>
              <a:rPr dirty="0" sz="2800" spc="-204">
                <a:latin typeface="Microsoft YaHei UI"/>
                <a:cs typeface="Microsoft YaHei UI"/>
              </a:rPr>
              <a:t>model</a:t>
            </a:r>
            <a:r>
              <a:rPr dirty="0" sz="2800" spc="-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PCA</a:t>
            </a:r>
            <a:endParaRPr sz="2800">
              <a:latin typeface="Microsoft YaHei UI"/>
              <a:cs typeface="Microsoft YaHei UI"/>
            </a:endParaRPr>
          </a:p>
          <a:p>
            <a:pPr lvl="2" marL="1153795" indent="-2266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3795" algn="l"/>
              </a:tabLst>
            </a:pPr>
            <a:r>
              <a:rPr dirty="0" sz="2400" spc="-130">
                <a:latin typeface="Microsoft YaHei UI"/>
                <a:cs typeface="Microsoft YaHei UI"/>
              </a:rPr>
              <a:t>not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suitable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for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nonlinear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problem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55015" algn="l"/>
              </a:tabLst>
            </a:pPr>
            <a:r>
              <a:rPr dirty="0" sz="2800" spc="-160">
                <a:latin typeface="Microsoft YaHei UI"/>
                <a:cs typeface="Microsoft YaHei UI"/>
              </a:rPr>
              <a:t>Assume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55">
                <a:latin typeface="Microsoft YaHei UI"/>
                <a:cs typeface="Microsoft YaHei UI"/>
              </a:rPr>
              <a:t>first</a:t>
            </a:r>
            <a:r>
              <a:rPr dirty="0" sz="2800" spc="-145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PC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45">
                <a:latin typeface="Microsoft YaHei UI"/>
                <a:cs typeface="Microsoft YaHei UI"/>
              </a:rPr>
              <a:t>has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135">
                <a:latin typeface="Microsoft YaHei UI"/>
                <a:cs typeface="Microsoft YaHei UI"/>
              </a:rPr>
              <a:t>higher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45">
                <a:latin typeface="Microsoft YaHei UI"/>
                <a:cs typeface="Microsoft YaHei UI"/>
              </a:rPr>
              <a:t>importance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934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Principal</a:t>
            </a:r>
            <a:r>
              <a:rPr dirty="0" spc="-135"/>
              <a:t> </a:t>
            </a:r>
            <a:r>
              <a:rPr dirty="0" spc="-50"/>
              <a:t>Component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30"/>
              <a:t> </a:t>
            </a:r>
            <a:r>
              <a:rPr dirty="0" spc="-10"/>
              <a:t>(PCA)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" y="2783586"/>
            <a:ext cx="7864480" cy="341757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53452" y="4932845"/>
            <a:ext cx="3067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Microsoft YaHei UI"/>
                <a:cs typeface="Microsoft YaHei UI"/>
              </a:rPr>
              <a:t>b</a:t>
            </a:r>
            <a:r>
              <a:rPr dirty="0" baseline="-17094" sz="1950" spc="-37">
                <a:latin typeface="Microsoft YaHei UI"/>
                <a:cs typeface="Microsoft YaHei UI"/>
              </a:rPr>
              <a:t>1</a:t>
            </a:r>
            <a:endParaRPr baseline="-17094" sz="195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56915" y="4932845"/>
            <a:ext cx="3067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Microsoft YaHei UI"/>
                <a:cs typeface="Microsoft YaHei UI"/>
              </a:rPr>
              <a:t>b</a:t>
            </a:r>
            <a:r>
              <a:rPr dirty="0" baseline="-17094" sz="1950" spc="-37">
                <a:latin typeface="Microsoft YaHei UI"/>
                <a:cs typeface="Microsoft YaHei UI"/>
              </a:rPr>
              <a:t>2</a:t>
            </a:r>
            <a:endParaRPr baseline="-17094" sz="195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88940" y="4932845"/>
            <a:ext cx="3067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Microsoft YaHei UI"/>
                <a:cs typeface="Microsoft YaHei UI"/>
              </a:rPr>
              <a:t>b</a:t>
            </a:r>
            <a:r>
              <a:rPr dirty="0" baseline="-17094" sz="1950" spc="-37">
                <a:latin typeface="Microsoft YaHei UI"/>
                <a:cs typeface="Microsoft YaHei UI"/>
              </a:rPr>
              <a:t>3</a:t>
            </a:r>
            <a:endParaRPr baseline="-17094" sz="195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49527" y="4932845"/>
            <a:ext cx="3067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Microsoft YaHei UI"/>
                <a:cs typeface="Microsoft YaHei UI"/>
              </a:rPr>
              <a:t>b</a:t>
            </a:r>
            <a:r>
              <a:rPr dirty="0" baseline="-17094" sz="1950" spc="-37">
                <a:latin typeface="Microsoft YaHei UI"/>
                <a:cs typeface="Microsoft YaHei UI"/>
              </a:rPr>
              <a:t>4</a:t>
            </a:r>
            <a:endParaRPr baseline="-17094" sz="195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55904" y="0"/>
            <a:ext cx="7777480" cy="1143000"/>
          </a:xfrm>
          <a:custGeom>
            <a:avLst/>
            <a:gdLst/>
            <a:ahLst/>
            <a:cxnLst/>
            <a:rect l="l" t="t" r="r" b="b"/>
            <a:pathLst>
              <a:path w="7777480" h="1143000">
                <a:moveTo>
                  <a:pt x="7776972" y="0"/>
                </a:moveTo>
                <a:lnTo>
                  <a:pt x="0" y="0"/>
                </a:lnTo>
                <a:lnTo>
                  <a:pt x="0" y="1143000"/>
                </a:lnTo>
                <a:lnTo>
                  <a:pt x="7776972" y="1143000"/>
                </a:lnTo>
                <a:lnTo>
                  <a:pt x="77769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4389" y="448944"/>
            <a:ext cx="544639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Arial"/>
                <a:cs typeface="Arial"/>
              </a:rPr>
              <a:t>Case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study: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Eigenface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79831" y="1700783"/>
            <a:ext cx="8964295" cy="5118100"/>
            <a:chOff x="179831" y="1700783"/>
            <a:chExt cx="8964295" cy="5118100"/>
          </a:xfrm>
        </p:grpSpPr>
        <p:sp>
          <p:nvSpPr>
            <p:cNvPr id="10" name="object 10" descr=""/>
            <p:cNvSpPr/>
            <p:nvPr/>
          </p:nvSpPr>
          <p:spPr>
            <a:xfrm>
              <a:off x="179832" y="1700783"/>
              <a:ext cx="8964295" cy="1169035"/>
            </a:xfrm>
            <a:custGeom>
              <a:avLst/>
              <a:gdLst/>
              <a:ahLst/>
              <a:cxnLst/>
              <a:rect l="l" t="t" r="r" b="b"/>
              <a:pathLst>
                <a:path w="8964295" h="1169035">
                  <a:moveTo>
                    <a:pt x="2231136" y="649224"/>
                  </a:moveTo>
                  <a:lnTo>
                    <a:pt x="0" y="649224"/>
                  </a:lnTo>
                  <a:lnTo>
                    <a:pt x="0" y="1168908"/>
                  </a:lnTo>
                  <a:lnTo>
                    <a:pt x="2231136" y="1168908"/>
                  </a:lnTo>
                  <a:lnTo>
                    <a:pt x="2231136" y="649224"/>
                  </a:lnTo>
                  <a:close/>
                </a:path>
                <a:path w="8964295" h="1169035">
                  <a:moveTo>
                    <a:pt x="8964168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8964168" y="647700"/>
                  </a:lnTo>
                  <a:lnTo>
                    <a:pt x="8964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12291" y="5990844"/>
              <a:ext cx="1598930" cy="822960"/>
            </a:xfrm>
            <a:custGeom>
              <a:avLst/>
              <a:gdLst/>
              <a:ahLst/>
              <a:cxnLst/>
              <a:rect l="l" t="t" r="r" b="b"/>
              <a:pathLst>
                <a:path w="1598930" h="822959">
                  <a:moveTo>
                    <a:pt x="0" y="0"/>
                  </a:moveTo>
                  <a:lnTo>
                    <a:pt x="458723" y="246888"/>
                  </a:lnTo>
                  <a:lnTo>
                    <a:pt x="230123" y="246888"/>
                  </a:lnTo>
                  <a:lnTo>
                    <a:pt x="230123" y="822960"/>
                  </a:lnTo>
                  <a:lnTo>
                    <a:pt x="1598676" y="822960"/>
                  </a:lnTo>
                  <a:lnTo>
                    <a:pt x="1598676" y="246888"/>
                  </a:lnTo>
                  <a:lnTo>
                    <a:pt x="801624" y="246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77265" y="5975591"/>
              <a:ext cx="1638935" cy="843280"/>
            </a:xfrm>
            <a:custGeom>
              <a:avLst/>
              <a:gdLst/>
              <a:ahLst/>
              <a:cxnLst/>
              <a:rect l="l" t="t" r="r" b="b"/>
              <a:pathLst>
                <a:path w="1638935" h="843279">
                  <a:moveTo>
                    <a:pt x="474866" y="256959"/>
                  </a:moveTo>
                  <a:lnTo>
                    <a:pt x="260959" y="256959"/>
                  </a:lnTo>
                  <a:lnTo>
                    <a:pt x="260959" y="842746"/>
                  </a:lnTo>
                  <a:lnTo>
                    <a:pt x="1638909" y="842746"/>
                  </a:lnTo>
                  <a:lnTo>
                    <a:pt x="1638909" y="837984"/>
                  </a:lnTo>
                  <a:lnTo>
                    <a:pt x="270484" y="837984"/>
                  </a:lnTo>
                  <a:lnTo>
                    <a:pt x="265722" y="833221"/>
                  </a:lnTo>
                  <a:lnTo>
                    <a:pt x="270484" y="833221"/>
                  </a:lnTo>
                  <a:lnTo>
                    <a:pt x="270484" y="266484"/>
                  </a:lnTo>
                  <a:lnTo>
                    <a:pt x="265722" y="266484"/>
                  </a:lnTo>
                  <a:lnTo>
                    <a:pt x="270484" y="261721"/>
                  </a:lnTo>
                  <a:lnTo>
                    <a:pt x="483736" y="261721"/>
                  </a:lnTo>
                  <a:lnTo>
                    <a:pt x="474866" y="256959"/>
                  </a:lnTo>
                  <a:close/>
                </a:path>
                <a:path w="1638935" h="843279">
                  <a:moveTo>
                    <a:pt x="270484" y="833221"/>
                  </a:moveTo>
                  <a:lnTo>
                    <a:pt x="265722" y="833221"/>
                  </a:lnTo>
                  <a:lnTo>
                    <a:pt x="270484" y="837984"/>
                  </a:lnTo>
                  <a:lnTo>
                    <a:pt x="270484" y="833221"/>
                  </a:lnTo>
                  <a:close/>
                </a:path>
                <a:path w="1638935" h="843279">
                  <a:moveTo>
                    <a:pt x="1629384" y="833221"/>
                  </a:moveTo>
                  <a:lnTo>
                    <a:pt x="270484" y="833221"/>
                  </a:lnTo>
                  <a:lnTo>
                    <a:pt x="270484" y="837984"/>
                  </a:lnTo>
                  <a:lnTo>
                    <a:pt x="1629384" y="837984"/>
                  </a:lnTo>
                  <a:lnTo>
                    <a:pt x="1629384" y="833221"/>
                  </a:lnTo>
                  <a:close/>
                </a:path>
                <a:path w="1638935" h="843279">
                  <a:moveTo>
                    <a:pt x="1629384" y="261721"/>
                  </a:moveTo>
                  <a:lnTo>
                    <a:pt x="1629384" y="837984"/>
                  </a:lnTo>
                  <a:lnTo>
                    <a:pt x="1634147" y="833221"/>
                  </a:lnTo>
                  <a:lnTo>
                    <a:pt x="1638909" y="833221"/>
                  </a:lnTo>
                  <a:lnTo>
                    <a:pt x="1638909" y="266484"/>
                  </a:lnTo>
                  <a:lnTo>
                    <a:pt x="1634147" y="266484"/>
                  </a:lnTo>
                  <a:lnTo>
                    <a:pt x="1629384" y="261721"/>
                  </a:lnTo>
                  <a:close/>
                </a:path>
                <a:path w="1638935" h="843279">
                  <a:moveTo>
                    <a:pt x="1638909" y="833221"/>
                  </a:moveTo>
                  <a:lnTo>
                    <a:pt x="1634147" y="833221"/>
                  </a:lnTo>
                  <a:lnTo>
                    <a:pt x="1629384" y="837984"/>
                  </a:lnTo>
                  <a:lnTo>
                    <a:pt x="1638909" y="837984"/>
                  </a:lnTo>
                  <a:lnTo>
                    <a:pt x="1638909" y="833221"/>
                  </a:lnTo>
                  <a:close/>
                </a:path>
                <a:path w="1638935" h="843279">
                  <a:moveTo>
                    <a:pt x="270484" y="261721"/>
                  </a:moveTo>
                  <a:lnTo>
                    <a:pt x="265722" y="266484"/>
                  </a:lnTo>
                  <a:lnTo>
                    <a:pt x="270484" y="266484"/>
                  </a:lnTo>
                  <a:lnTo>
                    <a:pt x="270484" y="261721"/>
                  </a:lnTo>
                  <a:close/>
                </a:path>
                <a:path w="1638935" h="843279">
                  <a:moveTo>
                    <a:pt x="483736" y="261721"/>
                  </a:moveTo>
                  <a:lnTo>
                    <a:pt x="270484" y="261721"/>
                  </a:lnTo>
                  <a:lnTo>
                    <a:pt x="270484" y="266484"/>
                  </a:lnTo>
                  <a:lnTo>
                    <a:pt x="512724" y="266484"/>
                  </a:lnTo>
                  <a:lnTo>
                    <a:pt x="511660" y="265912"/>
                  </a:lnTo>
                  <a:lnTo>
                    <a:pt x="491540" y="265912"/>
                  </a:lnTo>
                  <a:lnTo>
                    <a:pt x="483736" y="261721"/>
                  </a:lnTo>
                  <a:close/>
                </a:path>
                <a:path w="1638935" h="843279">
                  <a:moveTo>
                    <a:pt x="66177" y="20091"/>
                  </a:moveTo>
                  <a:lnTo>
                    <a:pt x="53943" y="20091"/>
                  </a:lnTo>
                  <a:lnTo>
                    <a:pt x="81587" y="34879"/>
                  </a:lnTo>
                  <a:lnTo>
                    <a:pt x="835190" y="266484"/>
                  </a:lnTo>
                  <a:lnTo>
                    <a:pt x="1629384" y="266484"/>
                  </a:lnTo>
                  <a:lnTo>
                    <a:pt x="1629384" y="261721"/>
                  </a:lnTo>
                  <a:lnTo>
                    <a:pt x="1638909" y="261721"/>
                  </a:lnTo>
                  <a:lnTo>
                    <a:pt x="1638909" y="257162"/>
                  </a:lnTo>
                  <a:lnTo>
                    <a:pt x="837298" y="257162"/>
                  </a:lnTo>
                  <a:lnTo>
                    <a:pt x="835901" y="256959"/>
                  </a:lnTo>
                  <a:lnTo>
                    <a:pt x="836637" y="256959"/>
                  </a:lnTo>
                  <a:lnTo>
                    <a:pt x="66177" y="20091"/>
                  </a:lnTo>
                  <a:close/>
                </a:path>
                <a:path w="1638935" h="843279">
                  <a:moveTo>
                    <a:pt x="1638909" y="261721"/>
                  </a:moveTo>
                  <a:lnTo>
                    <a:pt x="1629384" y="261721"/>
                  </a:lnTo>
                  <a:lnTo>
                    <a:pt x="1634147" y="266484"/>
                  </a:lnTo>
                  <a:lnTo>
                    <a:pt x="1638909" y="266484"/>
                  </a:lnTo>
                  <a:lnTo>
                    <a:pt x="1638909" y="261721"/>
                  </a:lnTo>
                  <a:close/>
                </a:path>
                <a:path w="1638935" h="843279">
                  <a:moveTo>
                    <a:pt x="37855" y="11384"/>
                  </a:moveTo>
                  <a:lnTo>
                    <a:pt x="34207" y="20091"/>
                  </a:lnTo>
                  <a:lnTo>
                    <a:pt x="34123" y="20291"/>
                  </a:lnTo>
                  <a:lnTo>
                    <a:pt x="491540" y="265912"/>
                  </a:lnTo>
                  <a:lnTo>
                    <a:pt x="493737" y="257162"/>
                  </a:lnTo>
                  <a:lnTo>
                    <a:pt x="493788" y="256959"/>
                  </a:lnTo>
                  <a:lnTo>
                    <a:pt x="494993" y="256959"/>
                  </a:lnTo>
                  <a:lnTo>
                    <a:pt x="81587" y="34879"/>
                  </a:lnTo>
                  <a:lnTo>
                    <a:pt x="34398" y="20291"/>
                  </a:lnTo>
                  <a:lnTo>
                    <a:pt x="54317" y="20291"/>
                  </a:lnTo>
                  <a:lnTo>
                    <a:pt x="53943" y="20091"/>
                  </a:lnTo>
                  <a:lnTo>
                    <a:pt x="66177" y="20091"/>
                  </a:lnTo>
                  <a:lnTo>
                    <a:pt x="37855" y="11384"/>
                  </a:lnTo>
                  <a:close/>
                </a:path>
                <a:path w="1638935" h="843279">
                  <a:moveTo>
                    <a:pt x="494993" y="256959"/>
                  </a:moveTo>
                  <a:lnTo>
                    <a:pt x="493788" y="256959"/>
                  </a:lnTo>
                  <a:lnTo>
                    <a:pt x="491540" y="265912"/>
                  </a:lnTo>
                  <a:lnTo>
                    <a:pt x="511660" y="265912"/>
                  </a:lnTo>
                  <a:lnTo>
                    <a:pt x="494993" y="256959"/>
                  </a:lnTo>
                  <a:close/>
                </a:path>
                <a:path w="1638935" h="843279">
                  <a:moveTo>
                    <a:pt x="836637" y="256959"/>
                  </a:moveTo>
                  <a:lnTo>
                    <a:pt x="835901" y="256959"/>
                  </a:lnTo>
                  <a:lnTo>
                    <a:pt x="837298" y="257162"/>
                  </a:lnTo>
                  <a:lnTo>
                    <a:pt x="836637" y="256959"/>
                  </a:lnTo>
                  <a:close/>
                </a:path>
                <a:path w="1638935" h="843279">
                  <a:moveTo>
                    <a:pt x="1638909" y="256959"/>
                  </a:moveTo>
                  <a:lnTo>
                    <a:pt x="836637" y="256959"/>
                  </a:lnTo>
                  <a:lnTo>
                    <a:pt x="837298" y="257162"/>
                  </a:lnTo>
                  <a:lnTo>
                    <a:pt x="1638909" y="257162"/>
                  </a:lnTo>
                  <a:lnTo>
                    <a:pt x="1638909" y="256959"/>
                  </a:lnTo>
                  <a:close/>
                </a:path>
                <a:path w="1638935" h="843279">
                  <a:moveTo>
                    <a:pt x="825" y="0"/>
                  </a:moveTo>
                  <a:lnTo>
                    <a:pt x="0" y="1968"/>
                  </a:lnTo>
                  <a:lnTo>
                    <a:pt x="33750" y="20091"/>
                  </a:lnTo>
                  <a:lnTo>
                    <a:pt x="81587" y="34879"/>
                  </a:lnTo>
                  <a:lnTo>
                    <a:pt x="54317" y="20291"/>
                  </a:lnTo>
                  <a:lnTo>
                    <a:pt x="34123" y="20291"/>
                  </a:lnTo>
                  <a:lnTo>
                    <a:pt x="34207" y="20091"/>
                  </a:lnTo>
                  <a:lnTo>
                    <a:pt x="53943" y="20091"/>
                  </a:lnTo>
                  <a:lnTo>
                    <a:pt x="37409" y="11247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21727" y="6260807"/>
            <a:ext cx="107632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Original </a:t>
            </a:r>
            <a:r>
              <a:rPr dirty="0" sz="1600" b="1">
                <a:latin typeface="Arial"/>
                <a:cs typeface="Arial"/>
              </a:rPr>
              <a:t>face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image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127" y="1080922"/>
            <a:ext cx="7392034" cy="175387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116965">
              <a:lnSpc>
                <a:spcPct val="100000"/>
              </a:lnSpc>
              <a:spcBef>
                <a:spcPts val="1125"/>
              </a:spcBef>
            </a:pPr>
            <a:r>
              <a:rPr dirty="0" sz="2800" b="1">
                <a:solidFill>
                  <a:srgbClr val="3333CC"/>
                </a:solidFill>
                <a:latin typeface="Arial"/>
                <a:cs typeface="Arial"/>
              </a:rPr>
              <a:t>Face</a:t>
            </a:r>
            <a:r>
              <a:rPr dirty="0" sz="2800" spc="-85" b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3333CC"/>
                </a:solidFill>
                <a:latin typeface="Arial"/>
                <a:cs typeface="Arial"/>
              </a:rPr>
              <a:t>image:</a:t>
            </a:r>
            <a:r>
              <a:rPr dirty="0" sz="2800" spc="-85" b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3333CC"/>
                </a:solidFill>
                <a:latin typeface="Arial"/>
                <a:cs typeface="Arial"/>
              </a:rPr>
              <a:t>high-</a:t>
            </a:r>
            <a:r>
              <a:rPr dirty="0" sz="2800" b="1">
                <a:solidFill>
                  <a:srgbClr val="3333CC"/>
                </a:solidFill>
                <a:latin typeface="Arial"/>
                <a:cs typeface="Arial"/>
              </a:rPr>
              <a:t>dimensional</a:t>
            </a:r>
            <a:r>
              <a:rPr dirty="0" sz="2800" spc="-80" b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3333CC"/>
                </a:solidFill>
                <a:latin typeface="Arial"/>
                <a:cs typeface="Arial"/>
              </a:rPr>
              <a:t>vector</a:t>
            </a:r>
            <a:endParaRPr sz="2800">
              <a:latin typeface="Arial"/>
              <a:cs typeface="Arial"/>
            </a:endParaRPr>
          </a:p>
          <a:p>
            <a:pPr marL="12700" marR="1195705">
              <a:lnSpc>
                <a:spcPct val="120000"/>
              </a:lnSpc>
              <a:spcBef>
                <a:spcPts val="270"/>
              </a:spcBef>
            </a:pPr>
            <a:r>
              <a:rPr dirty="0" sz="2000" b="1">
                <a:latin typeface="Microsoft YaHei UI"/>
                <a:cs typeface="Microsoft YaHei UI"/>
              </a:rPr>
              <a:t>face</a:t>
            </a:r>
            <a:r>
              <a:rPr dirty="0" sz="2000" spc="-45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image</a:t>
            </a:r>
            <a:r>
              <a:rPr dirty="0" sz="2000" spc="-45" b="1">
                <a:latin typeface="Microsoft YaHei UI"/>
                <a:cs typeface="Microsoft YaHei UI"/>
              </a:rPr>
              <a:t> </a:t>
            </a:r>
            <a:r>
              <a:rPr dirty="0" sz="2000" spc="105" b="1">
                <a:latin typeface="Microsoft YaHei UI"/>
                <a:cs typeface="Microsoft YaHei UI"/>
              </a:rPr>
              <a:t>=</a:t>
            </a:r>
            <a:r>
              <a:rPr dirty="0" sz="2000" spc="-45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linear</a:t>
            </a:r>
            <a:r>
              <a:rPr dirty="0" sz="2000" spc="-50" b="1">
                <a:latin typeface="Microsoft YaHei UI"/>
                <a:cs typeface="Microsoft YaHei UI"/>
              </a:rPr>
              <a:t> </a:t>
            </a:r>
            <a:r>
              <a:rPr dirty="0" sz="2000" spc="-25" b="1">
                <a:latin typeface="Microsoft YaHei UI"/>
                <a:cs typeface="Microsoft YaHei UI"/>
              </a:rPr>
              <a:t>combination</a:t>
            </a:r>
            <a:r>
              <a:rPr dirty="0" sz="2000" spc="-45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of</a:t>
            </a:r>
            <a:r>
              <a:rPr dirty="0" sz="2000" spc="-40" b="1">
                <a:latin typeface="Microsoft YaHei UI"/>
                <a:cs typeface="Microsoft YaHei UI"/>
              </a:rPr>
              <a:t> </a:t>
            </a:r>
            <a:r>
              <a:rPr dirty="0" sz="2000" spc="-10" b="1">
                <a:latin typeface="Microsoft YaHei UI"/>
                <a:cs typeface="Microsoft YaHei UI"/>
              </a:rPr>
              <a:t>eigenvectors </a:t>
            </a:r>
            <a:r>
              <a:rPr dirty="0" sz="2000" b="1">
                <a:latin typeface="Microsoft YaHei UI"/>
                <a:cs typeface="Microsoft YaHei UI"/>
              </a:rPr>
              <a:t>The</a:t>
            </a:r>
            <a:r>
              <a:rPr dirty="0" sz="2000" spc="-25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eigenvectors</a:t>
            </a:r>
            <a:r>
              <a:rPr dirty="0" sz="2000" spc="-20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can</a:t>
            </a:r>
            <a:r>
              <a:rPr dirty="0" sz="2000" spc="-20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be</a:t>
            </a:r>
            <a:r>
              <a:rPr dirty="0" sz="2000" spc="-25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viewed</a:t>
            </a:r>
            <a:r>
              <a:rPr dirty="0" sz="2000" spc="-20" b="1">
                <a:latin typeface="Microsoft YaHei UI"/>
                <a:cs typeface="Microsoft YaHei UI"/>
              </a:rPr>
              <a:t> </a:t>
            </a:r>
            <a:r>
              <a:rPr dirty="0" sz="2000" b="1">
                <a:latin typeface="Microsoft YaHei UI"/>
                <a:cs typeface="Microsoft YaHei UI"/>
              </a:rPr>
              <a:t>as</a:t>
            </a:r>
            <a:r>
              <a:rPr dirty="0" sz="2000" spc="-20" b="1">
                <a:latin typeface="Microsoft YaHei UI"/>
                <a:cs typeface="Microsoft YaHei UI"/>
              </a:rPr>
              <a:t> </a:t>
            </a:r>
            <a:r>
              <a:rPr dirty="0" sz="2000" spc="-10" b="1">
                <a:latin typeface="Microsoft YaHei UI"/>
                <a:cs typeface="Microsoft YaHei UI"/>
              </a:rPr>
              <a:t>images.</a:t>
            </a:r>
            <a:endParaRPr sz="2000">
              <a:latin typeface="Microsoft YaHei UI"/>
              <a:cs typeface="Microsoft YaHei UI"/>
            </a:endParaRPr>
          </a:p>
          <a:p>
            <a:pPr marL="12700">
              <a:lnSpc>
                <a:spcPts val="3190"/>
              </a:lnSpc>
            </a:pPr>
            <a:r>
              <a:rPr dirty="0" sz="2800" spc="-10" b="1">
                <a:solidFill>
                  <a:srgbClr val="FF0000"/>
                </a:solidFill>
                <a:latin typeface="Microsoft YaHei UI"/>
                <a:cs typeface="Microsoft YaHei UI"/>
              </a:rPr>
              <a:t>Eigenfaces: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26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4850447"/>
            <a:ext cx="165798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20" b="1">
                <a:solidFill>
                  <a:srgbClr val="000044"/>
                </a:solidFill>
                <a:latin typeface="Microsoft YaHei UI"/>
                <a:cs typeface="Microsoft YaHei UI"/>
              </a:rPr>
              <a:t>VISIT</a:t>
            </a:r>
            <a:r>
              <a:rPr dirty="0" sz="2400" spc="10" b="1">
                <a:solidFill>
                  <a:srgbClr val="000044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Microsoft YaHei UI"/>
                <a:cs typeface="Microsoft YaHei UI"/>
              </a:rPr>
              <a:t>US</a:t>
            </a:r>
            <a:endParaRPr sz="2400">
              <a:latin typeface="Microsoft YaHei UI"/>
              <a:cs typeface="Microsoft YaHei UI"/>
            </a:endParaRPr>
          </a:p>
          <a:p>
            <a:pPr marL="17145">
              <a:lnSpc>
                <a:spcPct val="100000"/>
              </a:lnSpc>
              <a:spcBef>
                <a:spcPts val="910"/>
              </a:spcBef>
            </a:pPr>
            <a:r>
              <a:rPr dirty="0" u="sng" sz="120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YaHei UI"/>
                <a:cs typeface="Microsoft YaHei UI"/>
                <a:hlinkClick r:id="rId4"/>
              </a:rPr>
              <a:t>WWW.XJTLU.EDU.CN</a:t>
            </a:r>
            <a:endParaRPr sz="120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5467" y="4603759"/>
            <a:ext cx="898658" cy="8986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3302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260"/>
              </a:spcBef>
            </a:pPr>
            <a:r>
              <a:rPr dirty="0" sz="6000" spc="-70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6000" spc="-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000" spc="-76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60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4844097"/>
            <a:ext cx="18427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44"/>
                </a:solidFill>
                <a:latin typeface="Microsoft YaHei UI"/>
                <a:cs typeface="Microsoft YaHei UI"/>
              </a:rPr>
              <a:t>FOLLOW</a:t>
            </a:r>
            <a:r>
              <a:rPr dirty="0" sz="2400" spc="-165" b="1">
                <a:solidFill>
                  <a:srgbClr val="000044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Microsoft YaHei UI"/>
                <a:cs typeface="Microsoft YaHei UI"/>
              </a:rPr>
              <a:t>US</a:t>
            </a:r>
            <a:endParaRPr sz="2400">
              <a:latin typeface="Microsoft YaHei UI"/>
              <a:cs typeface="Microsoft YaHei UI"/>
            </a:endParaRPr>
          </a:p>
          <a:p>
            <a:pPr marL="3302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solidFill>
                  <a:srgbClr val="BA55A0"/>
                </a:solidFill>
                <a:latin typeface="Microsoft YaHei UI"/>
                <a:cs typeface="Microsoft YaHei UI"/>
              </a:rPr>
              <a:t>@XJTLU</a:t>
            </a:r>
            <a:endParaRPr sz="120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388350" y="6508750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27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2025-12-08T08:25:02Z</dcterms:created>
  <dcterms:modified xsi:type="dcterms:W3CDTF">2025-12-08T08:25:02Z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iOS Version 26.1 (Build 23B85) Quartz PDFContext</vt:lpwstr>
  </property>
</Properties>
</file>